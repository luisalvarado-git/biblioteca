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14"/>
  </p:notesMasterIdLst>
  <p:sldIdLst>
    <p:sldId id="256" r:id="rId2"/>
    <p:sldId id="258" r:id="rId3"/>
    <p:sldId id="320" r:id="rId4"/>
    <p:sldId id="327" r:id="rId5"/>
    <p:sldId id="323" r:id="rId6"/>
    <p:sldId id="331" r:id="rId7"/>
    <p:sldId id="322" r:id="rId8"/>
    <p:sldId id="332" r:id="rId9"/>
    <p:sldId id="341" r:id="rId10"/>
    <p:sldId id="318" r:id="rId11"/>
    <p:sldId id="321" r:id="rId12"/>
    <p:sldId id="326" r:id="rId13"/>
  </p:sldIdLst>
  <p:sldSz cx="9144000" cy="5143500" type="screen16x9"/>
  <p:notesSz cx="6858000" cy="9144000"/>
  <p:embeddedFontLst>
    <p:embeddedFont>
      <p:font typeface="Baskerville Old Face" panose="02020602080505020303" pitchFamily="18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  <p:embeddedFont>
      <p:font typeface="Libre Baskerville" panose="020B0604020202020204" charset="0"/>
      <p:regular r:id="rId22"/>
      <p:bold r:id="rId23"/>
      <p: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3B41"/>
    <a:srgbClr val="BEB296"/>
    <a:srgbClr val="F4B183"/>
    <a:srgbClr val="D6CEB8"/>
    <a:srgbClr val="D4C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5CE3FC-D2E8-44DC-8FFB-B7A0B5011ECF}">
  <a:tblStyle styleId="{FE5CE3FC-D2E8-44DC-8FFB-B7A0B5011E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66372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160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8a1f552b24_0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8a1f552b24_0_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236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174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1743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7630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734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074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1285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7517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9945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104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3666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3;p2"/>
          <p:cNvSpPr/>
          <p:nvPr userDrawn="1"/>
        </p:nvSpPr>
        <p:spPr>
          <a:xfrm flipH="1">
            <a:off x="231103" y="198703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57150" cap="rnd" cmpd="sng">
            <a:solidFill>
              <a:schemeClr val="accent4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35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o marco 1"/>
          <p:cNvSpPr/>
          <p:nvPr userDrawn="1"/>
        </p:nvSpPr>
        <p:spPr>
          <a:xfrm>
            <a:off x="0" y="0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" name="Medio marco 1"/>
          <p:cNvSpPr/>
          <p:nvPr userDrawn="1"/>
        </p:nvSpPr>
        <p:spPr>
          <a:xfrm rot="10800000">
            <a:off x="4610826" y="156664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37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o marco 1"/>
          <p:cNvSpPr/>
          <p:nvPr userDrawn="1"/>
        </p:nvSpPr>
        <p:spPr>
          <a:xfrm rot="10800000">
            <a:off x="4610826" y="156664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" name="Medio marco 1"/>
          <p:cNvSpPr/>
          <p:nvPr userDrawn="1"/>
        </p:nvSpPr>
        <p:spPr>
          <a:xfrm>
            <a:off x="0" y="0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3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o marco 1"/>
          <p:cNvSpPr/>
          <p:nvPr userDrawn="1"/>
        </p:nvSpPr>
        <p:spPr>
          <a:xfrm rot="10800000">
            <a:off x="4610826" y="156664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73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o marco 1"/>
          <p:cNvSpPr/>
          <p:nvPr userDrawn="1"/>
        </p:nvSpPr>
        <p:spPr>
          <a:xfrm>
            <a:off x="0" y="0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7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o 4"/>
          <p:cNvSpPr/>
          <p:nvPr userDrawn="1"/>
        </p:nvSpPr>
        <p:spPr>
          <a:xfrm>
            <a:off x="0" y="0"/>
            <a:ext cx="9144000" cy="5143500"/>
          </a:xfrm>
          <a:prstGeom prst="frame">
            <a:avLst/>
          </a:prstGeom>
          <a:solidFill>
            <a:srgbClr val="BEB29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94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o marco 1"/>
          <p:cNvSpPr/>
          <p:nvPr userDrawn="1"/>
        </p:nvSpPr>
        <p:spPr>
          <a:xfrm rot="10800000">
            <a:off x="4610826" y="156664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" name="Medio marco 1"/>
          <p:cNvSpPr/>
          <p:nvPr userDrawn="1"/>
        </p:nvSpPr>
        <p:spPr>
          <a:xfrm>
            <a:off x="0" y="0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701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0" y="0"/>
            <a:ext cx="9150395" cy="51435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Medio marco 1"/>
          <p:cNvSpPr/>
          <p:nvPr userDrawn="1"/>
        </p:nvSpPr>
        <p:spPr>
          <a:xfrm rot="10800000">
            <a:off x="4623526" y="156664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" name="Medio marco 1"/>
          <p:cNvSpPr/>
          <p:nvPr userDrawn="1"/>
        </p:nvSpPr>
        <p:spPr>
          <a:xfrm>
            <a:off x="0" y="0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24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0" y="0"/>
            <a:ext cx="9150395" cy="5143500"/>
          </a:xfrm>
          <a:prstGeom prst="rect">
            <a:avLst/>
          </a:prstGeom>
          <a:solidFill>
            <a:srgbClr val="BEB2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Medio marco 1"/>
          <p:cNvSpPr/>
          <p:nvPr userDrawn="1"/>
        </p:nvSpPr>
        <p:spPr>
          <a:xfrm rot="10800000">
            <a:off x="4623526" y="156664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" name="Medio marco 1"/>
          <p:cNvSpPr/>
          <p:nvPr userDrawn="1"/>
        </p:nvSpPr>
        <p:spPr>
          <a:xfrm>
            <a:off x="0" y="0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982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o marco 1"/>
          <p:cNvSpPr/>
          <p:nvPr userDrawn="1"/>
        </p:nvSpPr>
        <p:spPr>
          <a:xfrm rot="10800000">
            <a:off x="4610826" y="156664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66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o marco 1"/>
          <p:cNvSpPr/>
          <p:nvPr userDrawn="1"/>
        </p:nvSpPr>
        <p:spPr>
          <a:xfrm>
            <a:off x="0" y="0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151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o marco 1"/>
          <p:cNvSpPr/>
          <p:nvPr userDrawn="1"/>
        </p:nvSpPr>
        <p:spPr>
          <a:xfrm>
            <a:off x="0" y="0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627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o marco 1"/>
          <p:cNvSpPr/>
          <p:nvPr userDrawn="1"/>
        </p:nvSpPr>
        <p:spPr>
          <a:xfrm>
            <a:off x="0" y="0"/>
            <a:ext cx="4539569" cy="4997228"/>
          </a:xfrm>
          <a:custGeom>
            <a:avLst/>
            <a:gdLst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2150982 w 2565070"/>
              <a:gd name="connsiteY2" fmla="*/ 855015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1224707 w 2565070"/>
              <a:gd name="connsiteY2" fmla="*/ 308750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855015 w 2565070"/>
              <a:gd name="connsiteY3" fmla="*/ 855015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55015 w 2565070"/>
              <a:gd name="connsiteY4" fmla="*/ 3530948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296395"/>
              <a:gd name="connsiteX1" fmla="*/ 2565070 w 2565070"/>
              <a:gd name="connsiteY1" fmla="*/ 0 h 5296395"/>
              <a:gd name="connsiteX2" fmla="*/ 844697 w 2565070"/>
              <a:gd name="connsiteY2" fmla="*/ 237498 h 5296395"/>
              <a:gd name="connsiteX3" fmla="*/ 356252 w 2565070"/>
              <a:gd name="connsiteY3" fmla="*/ 2066298 h 5296395"/>
              <a:gd name="connsiteX4" fmla="*/ 843140 w 2565070"/>
              <a:gd name="connsiteY4" fmla="*/ 5134117 h 5296395"/>
              <a:gd name="connsiteX5" fmla="*/ 0 w 2565070"/>
              <a:gd name="connsiteY5" fmla="*/ 5296395 h 5296395"/>
              <a:gd name="connsiteX6" fmla="*/ 0 w 2565070"/>
              <a:gd name="connsiteY6" fmla="*/ 0 h 5296395"/>
              <a:gd name="connsiteX0" fmla="*/ 0 w 2565070"/>
              <a:gd name="connsiteY0" fmla="*/ 0 h 5134117"/>
              <a:gd name="connsiteX1" fmla="*/ 2565070 w 2565070"/>
              <a:gd name="connsiteY1" fmla="*/ 0 h 5134117"/>
              <a:gd name="connsiteX2" fmla="*/ 844697 w 2565070"/>
              <a:gd name="connsiteY2" fmla="*/ 237498 h 5134117"/>
              <a:gd name="connsiteX3" fmla="*/ 356252 w 2565070"/>
              <a:gd name="connsiteY3" fmla="*/ 2066298 h 5134117"/>
              <a:gd name="connsiteX4" fmla="*/ 843140 w 2565070"/>
              <a:gd name="connsiteY4" fmla="*/ 5134117 h 5134117"/>
              <a:gd name="connsiteX5" fmla="*/ 0 w 2565070"/>
              <a:gd name="connsiteY5" fmla="*/ 5082639 h 5134117"/>
              <a:gd name="connsiteX6" fmla="*/ 0 w 2565070"/>
              <a:gd name="connsiteY6" fmla="*/ 0 h 5134117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855015 w 2576945"/>
              <a:gd name="connsiteY4" fmla="*/ 5134117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856572 w 2576945"/>
              <a:gd name="connsiteY2" fmla="*/ 237498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2576945"/>
              <a:gd name="connsiteY0" fmla="*/ 0 h 5153891"/>
              <a:gd name="connsiteX1" fmla="*/ 2576945 w 2576945"/>
              <a:gd name="connsiteY1" fmla="*/ 0 h 5153891"/>
              <a:gd name="connsiteX2" fmla="*/ 429061 w 2576945"/>
              <a:gd name="connsiteY2" fmla="*/ 320625 h 5153891"/>
              <a:gd name="connsiteX3" fmla="*/ 368127 w 2576945"/>
              <a:gd name="connsiteY3" fmla="*/ 2066298 h 5153891"/>
              <a:gd name="connsiteX4" fmla="*/ 486880 w 2576945"/>
              <a:gd name="connsiteY4" fmla="*/ 4136589 h 5153891"/>
              <a:gd name="connsiteX5" fmla="*/ 0 w 2576945"/>
              <a:gd name="connsiteY5" fmla="*/ 5153891 h 5153891"/>
              <a:gd name="connsiteX6" fmla="*/ 11875 w 2576945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368127 w 4276666"/>
              <a:gd name="connsiteY3" fmla="*/ 2066298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76666"/>
              <a:gd name="connsiteY0" fmla="*/ 0 h 5153891"/>
              <a:gd name="connsiteX1" fmla="*/ 2576945 w 4276666"/>
              <a:gd name="connsiteY1" fmla="*/ 0 h 5153891"/>
              <a:gd name="connsiteX2" fmla="*/ 4276666 w 4276666"/>
              <a:gd name="connsiteY2" fmla="*/ 11867 h 5153891"/>
              <a:gd name="connsiteX3" fmla="*/ 237498 w 4276666"/>
              <a:gd name="connsiteY3" fmla="*/ 284999 h 5153891"/>
              <a:gd name="connsiteX4" fmla="*/ 486880 w 4276666"/>
              <a:gd name="connsiteY4" fmla="*/ 4136589 h 5153891"/>
              <a:gd name="connsiteX5" fmla="*/ 0 w 4276666"/>
              <a:gd name="connsiteY5" fmla="*/ 5153891 h 5153891"/>
              <a:gd name="connsiteX6" fmla="*/ 11875 w 4276666"/>
              <a:gd name="connsiteY6" fmla="*/ 0 h 5153891"/>
              <a:gd name="connsiteX0" fmla="*/ 11875 w 4283647"/>
              <a:gd name="connsiteY0" fmla="*/ 0 h 5153891"/>
              <a:gd name="connsiteX1" fmla="*/ 2576945 w 4283647"/>
              <a:gd name="connsiteY1" fmla="*/ 0 h 5153891"/>
              <a:gd name="connsiteX2" fmla="*/ 4283647 w 4283647"/>
              <a:gd name="connsiteY2" fmla="*/ 4887 h 5153891"/>
              <a:gd name="connsiteX3" fmla="*/ 237498 w 4283647"/>
              <a:gd name="connsiteY3" fmla="*/ 284999 h 5153891"/>
              <a:gd name="connsiteX4" fmla="*/ 486880 w 4283647"/>
              <a:gd name="connsiteY4" fmla="*/ 4136589 h 5153891"/>
              <a:gd name="connsiteX5" fmla="*/ 0 w 4283647"/>
              <a:gd name="connsiteY5" fmla="*/ 5153891 h 5153891"/>
              <a:gd name="connsiteX6" fmla="*/ 11875 w 4283647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486880 w 4513992"/>
              <a:gd name="connsiteY4" fmla="*/ 4136589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70495 w 4513992"/>
              <a:gd name="connsiteY4" fmla="*/ 4318073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11875 w 4513992"/>
              <a:gd name="connsiteY0" fmla="*/ 0 h 5153891"/>
              <a:gd name="connsiteX1" fmla="*/ 2576945 w 4513992"/>
              <a:gd name="connsiteY1" fmla="*/ 0 h 5153891"/>
              <a:gd name="connsiteX2" fmla="*/ 4513992 w 4513992"/>
              <a:gd name="connsiteY2" fmla="*/ 4887 h 5153891"/>
              <a:gd name="connsiteX3" fmla="*/ 237498 w 4513992"/>
              <a:gd name="connsiteY3" fmla="*/ 284999 h 5153891"/>
              <a:gd name="connsiteX4" fmla="*/ 242575 w 4513992"/>
              <a:gd name="connsiteY4" fmla="*/ 4876485 h 5153891"/>
              <a:gd name="connsiteX5" fmla="*/ 0 w 4513992"/>
              <a:gd name="connsiteY5" fmla="*/ 5153891 h 5153891"/>
              <a:gd name="connsiteX6" fmla="*/ 11875 w 4513992"/>
              <a:gd name="connsiteY6" fmla="*/ 0 h 5153891"/>
              <a:gd name="connsiteX0" fmla="*/ 347 w 4537634"/>
              <a:gd name="connsiteY0" fmla="*/ 3197 h 5153891"/>
              <a:gd name="connsiteX1" fmla="*/ 2600587 w 4537634"/>
              <a:gd name="connsiteY1" fmla="*/ 0 h 5153891"/>
              <a:gd name="connsiteX2" fmla="*/ 4537634 w 4537634"/>
              <a:gd name="connsiteY2" fmla="*/ 4887 h 5153891"/>
              <a:gd name="connsiteX3" fmla="*/ 261140 w 4537634"/>
              <a:gd name="connsiteY3" fmla="*/ 284999 h 5153891"/>
              <a:gd name="connsiteX4" fmla="*/ 266217 w 4537634"/>
              <a:gd name="connsiteY4" fmla="*/ 4876485 h 5153891"/>
              <a:gd name="connsiteX5" fmla="*/ 23642 w 4537634"/>
              <a:gd name="connsiteY5" fmla="*/ 5153891 h 5153891"/>
              <a:gd name="connsiteX6" fmla="*/ 347 w 4537634"/>
              <a:gd name="connsiteY6" fmla="*/ 3197 h 5153891"/>
              <a:gd name="connsiteX0" fmla="*/ 662 w 4537949"/>
              <a:gd name="connsiteY0" fmla="*/ 3197 h 5166680"/>
              <a:gd name="connsiteX1" fmla="*/ 2600902 w 4537949"/>
              <a:gd name="connsiteY1" fmla="*/ 0 h 5166680"/>
              <a:gd name="connsiteX2" fmla="*/ 4537949 w 4537949"/>
              <a:gd name="connsiteY2" fmla="*/ 4887 h 5166680"/>
              <a:gd name="connsiteX3" fmla="*/ 261455 w 4537949"/>
              <a:gd name="connsiteY3" fmla="*/ 284999 h 5166680"/>
              <a:gd name="connsiteX4" fmla="*/ 266532 w 4537949"/>
              <a:gd name="connsiteY4" fmla="*/ 4876485 h 5166680"/>
              <a:gd name="connsiteX5" fmla="*/ 7971 w 4537949"/>
              <a:gd name="connsiteY5" fmla="*/ 5166680 h 5166680"/>
              <a:gd name="connsiteX6" fmla="*/ 662 w 4537949"/>
              <a:gd name="connsiteY6" fmla="*/ 3197 h 5166680"/>
              <a:gd name="connsiteX0" fmla="*/ 662 w 4537949"/>
              <a:gd name="connsiteY0" fmla="*/ 3197 h 5073961"/>
              <a:gd name="connsiteX1" fmla="*/ 2600902 w 4537949"/>
              <a:gd name="connsiteY1" fmla="*/ 0 h 5073961"/>
              <a:gd name="connsiteX2" fmla="*/ 4537949 w 4537949"/>
              <a:gd name="connsiteY2" fmla="*/ 4887 h 5073961"/>
              <a:gd name="connsiteX3" fmla="*/ 261455 w 4537949"/>
              <a:gd name="connsiteY3" fmla="*/ 284999 h 5073961"/>
              <a:gd name="connsiteX4" fmla="*/ 266532 w 4537949"/>
              <a:gd name="connsiteY4" fmla="*/ 4876485 h 5073961"/>
              <a:gd name="connsiteX5" fmla="*/ 7971 w 4537949"/>
              <a:gd name="connsiteY5" fmla="*/ 5073961 h 5073961"/>
              <a:gd name="connsiteX6" fmla="*/ 662 w 4537949"/>
              <a:gd name="connsiteY6" fmla="*/ 3197 h 5073961"/>
              <a:gd name="connsiteX0" fmla="*/ 2282 w 4539569"/>
              <a:gd name="connsiteY0" fmla="*/ 3197 h 4997228"/>
              <a:gd name="connsiteX1" fmla="*/ 2602522 w 4539569"/>
              <a:gd name="connsiteY1" fmla="*/ 0 h 4997228"/>
              <a:gd name="connsiteX2" fmla="*/ 4539569 w 4539569"/>
              <a:gd name="connsiteY2" fmla="*/ 4887 h 4997228"/>
              <a:gd name="connsiteX3" fmla="*/ 263075 w 4539569"/>
              <a:gd name="connsiteY3" fmla="*/ 284999 h 4997228"/>
              <a:gd name="connsiteX4" fmla="*/ 268152 w 4539569"/>
              <a:gd name="connsiteY4" fmla="*/ 4876485 h 4997228"/>
              <a:gd name="connsiteX5" fmla="*/ 0 w 4539569"/>
              <a:gd name="connsiteY5" fmla="*/ 4997228 h 4997228"/>
              <a:gd name="connsiteX6" fmla="*/ 2282 w 4539569"/>
              <a:gd name="connsiteY6" fmla="*/ 3197 h 499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9569" h="4997228">
                <a:moveTo>
                  <a:pt x="2282" y="3197"/>
                </a:moveTo>
                <a:lnTo>
                  <a:pt x="2602522" y="0"/>
                </a:lnTo>
                <a:lnTo>
                  <a:pt x="4539569" y="4887"/>
                </a:lnTo>
                <a:cubicBezTo>
                  <a:pt x="-337750" y="1366591"/>
                  <a:pt x="4012238" y="-399811"/>
                  <a:pt x="263075" y="284999"/>
                </a:cubicBezTo>
                <a:cubicBezTo>
                  <a:pt x="274074" y="1629357"/>
                  <a:pt x="82650" y="4844396"/>
                  <a:pt x="268152" y="4876485"/>
                </a:cubicBezTo>
                <a:lnTo>
                  <a:pt x="0" y="4997228"/>
                </a:lnTo>
                <a:cubicBezTo>
                  <a:pt x="3958" y="3279264"/>
                  <a:pt x="-1676" y="1721161"/>
                  <a:pt x="2282" y="3197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10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233B7-60C2-4D0B-B9FD-8213C38E9465}" type="datetimeFigureOut">
              <a:rPr lang="es-PE" smtClean="0"/>
              <a:t>23/05/2024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0B6B8-BB1F-4D81-8E5E-955E74441C7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634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7" r:id="rId4"/>
    <p:sldLayoutId id="2147483696" r:id="rId5"/>
    <p:sldLayoutId id="2147483695" r:id="rId6"/>
    <p:sldLayoutId id="2147483692" r:id="rId7"/>
    <p:sldLayoutId id="2147483699" r:id="rId8"/>
    <p:sldLayoutId id="2147483700" r:id="rId9"/>
    <p:sldLayoutId id="2147483694" r:id="rId10"/>
    <p:sldLayoutId id="2147483693" r:id="rId11"/>
    <p:sldLayoutId id="2147483691" r:id="rId12"/>
    <p:sldLayoutId id="214748369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"/>
          <p:cNvSpPr txBox="1">
            <a:spLocks noGrp="1"/>
          </p:cNvSpPr>
          <p:nvPr>
            <p:ph type="ctrTitle" idx="4294967295"/>
          </p:nvPr>
        </p:nvSpPr>
        <p:spPr>
          <a:xfrm>
            <a:off x="3204397" y="1273530"/>
            <a:ext cx="5583237" cy="18510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</a:pPr>
            <a:r>
              <a:rPr lang="es-PE" sz="6600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  <a:t>ORATORIA SAGRADA</a:t>
            </a:r>
            <a:br>
              <a:rPr lang="es-PE" sz="6600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sz="4800">
              <a:solidFill>
                <a:schemeClr val="accent4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43" name="Google Shape;443;p42"/>
          <p:cNvSpPr txBox="1">
            <a:spLocks noGrp="1"/>
          </p:cNvSpPr>
          <p:nvPr>
            <p:ph type="subTitle" idx="4294967295"/>
          </p:nvPr>
        </p:nvSpPr>
        <p:spPr>
          <a:xfrm>
            <a:off x="4414591" y="2920771"/>
            <a:ext cx="4330700" cy="792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>
                    <a:lumMod val="50000"/>
                  </a:schemeClr>
                </a:solidFill>
              </a:rPr>
              <a:t>GRUPO#2</a:t>
            </a:r>
            <a:endParaRPr sz="20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94" name="Google Shape;494;p42"/>
          <p:cNvSpPr/>
          <p:nvPr/>
        </p:nvSpPr>
        <p:spPr>
          <a:xfrm>
            <a:off x="342403" y="894280"/>
            <a:ext cx="292121" cy="292121"/>
          </a:xfrm>
          <a:custGeom>
            <a:avLst/>
            <a:gdLst/>
            <a:ahLst/>
            <a:cxnLst/>
            <a:rect l="l" t="t" r="r" b="b"/>
            <a:pathLst>
              <a:path w="7994" h="7994" extrusionOk="0">
                <a:moveTo>
                  <a:pt x="3997" y="0"/>
                </a:moveTo>
                <a:cubicBezTo>
                  <a:pt x="3537" y="0"/>
                  <a:pt x="3160" y="377"/>
                  <a:pt x="3160" y="837"/>
                </a:cubicBezTo>
                <a:lnTo>
                  <a:pt x="3160" y="3160"/>
                </a:lnTo>
                <a:lnTo>
                  <a:pt x="858" y="3160"/>
                </a:lnTo>
                <a:cubicBezTo>
                  <a:pt x="377" y="3160"/>
                  <a:pt x="1" y="3536"/>
                  <a:pt x="1" y="3997"/>
                </a:cubicBezTo>
                <a:cubicBezTo>
                  <a:pt x="1" y="4457"/>
                  <a:pt x="377" y="4834"/>
                  <a:pt x="858" y="4834"/>
                </a:cubicBezTo>
                <a:lnTo>
                  <a:pt x="3160" y="4834"/>
                </a:lnTo>
                <a:lnTo>
                  <a:pt x="3160" y="7156"/>
                </a:lnTo>
                <a:cubicBezTo>
                  <a:pt x="3160" y="7617"/>
                  <a:pt x="3537" y="7993"/>
                  <a:pt x="3997" y="7993"/>
                </a:cubicBezTo>
                <a:cubicBezTo>
                  <a:pt x="4457" y="7993"/>
                  <a:pt x="4855" y="7617"/>
                  <a:pt x="4855" y="7156"/>
                </a:cubicBezTo>
                <a:lnTo>
                  <a:pt x="4855" y="4834"/>
                </a:lnTo>
                <a:lnTo>
                  <a:pt x="7156" y="4834"/>
                </a:lnTo>
                <a:cubicBezTo>
                  <a:pt x="7617" y="4834"/>
                  <a:pt x="7993" y="4457"/>
                  <a:pt x="7993" y="3997"/>
                </a:cubicBezTo>
                <a:cubicBezTo>
                  <a:pt x="7993" y="3536"/>
                  <a:pt x="7617" y="3160"/>
                  <a:pt x="7156" y="3160"/>
                </a:cubicBezTo>
                <a:lnTo>
                  <a:pt x="4855" y="3160"/>
                </a:lnTo>
                <a:lnTo>
                  <a:pt x="4855" y="837"/>
                </a:lnTo>
                <a:cubicBezTo>
                  <a:pt x="4855" y="377"/>
                  <a:pt x="4457" y="0"/>
                  <a:pt x="3997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2"/>
          <p:cNvSpPr/>
          <p:nvPr/>
        </p:nvSpPr>
        <p:spPr>
          <a:xfrm>
            <a:off x="4166707" y="3450301"/>
            <a:ext cx="353398" cy="353314"/>
          </a:xfrm>
          <a:custGeom>
            <a:avLst/>
            <a:gdLst/>
            <a:ahLst/>
            <a:cxnLst/>
            <a:rect l="l" t="t" r="r" b="b"/>
            <a:pathLst>
              <a:path w="2931" h="2930" extrusionOk="0">
                <a:moveTo>
                  <a:pt x="1466" y="0"/>
                </a:moveTo>
                <a:cubicBezTo>
                  <a:pt x="1298" y="0"/>
                  <a:pt x="1152" y="147"/>
                  <a:pt x="1152" y="314"/>
                </a:cubicBezTo>
                <a:lnTo>
                  <a:pt x="1152" y="1172"/>
                </a:lnTo>
                <a:lnTo>
                  <a:pt x="315" y="1172"/>
                </a:lnTo>
                <a:cubicBezTo>
                  <a:pt x="147" y="1172"/>
                  <a:pt x="1" y="1298"/>
                  <a:pt x="1" y="1465"/>
                </a:cubicBezTo>
                <a:cubicBezTo>
                  <a:pt x="1" y="1632"/>
                  <a:pt x="147" y="1779"/>
                  <a:pt x="315" y="1779"/>
                </a:cubicBezTo>
                <a:lnTo>
                  <a:pt x="1152" y="1779"/>
                </a:lnTo>
                <a:lnTo>
                  <a:pt x="1152" y="2637"/>
                </a:lnTo>
                <a:cubicBezTo>
                  <a:pt x="1152" y="2804"/>
                  <a:pt x="1298" y="2930"/>
                  <a:pt x="1466" y="2930"/>
                </a:cubicBezTo>
                <a:cubicBezTo>
                  <a:pt x="1633" y="2930"/>
                  <a:pt x="1779" y="2804"/>
                  <a:pt x="1779" y="2637"/>
                </a:cubicBezTo>
                <a:lnTo>
                  <a:pt x="1779" y="1779"/>
                </a:lnTo>
                <a:lnTo>
                  <a:pt x="2616" y="1779"/>
                </a:lnTo>
                <a:cubicBezTo>
                  <a:pt x="2805" y="1779"/>
                  <a:pt x="2930" y="1632"/>
                  <a:pt x="2930" y="1465"/>
                </a:cubicBezTo>
                <a:cubicBezTo>
                  <a:pt x="2930" y="1298"/>
                  <a:pt x="2805" y="1172"/>
                  <a:pt x="2616" y="1172"/>
                </a:cubicBezTo>
                <a:lnTo>
                  <a:pt x="1779" y="1172"/>
                </a:lnTo>
                <a:lnTo>
                  <a:pt x="1779" y="314"/>
                </a:lnTo>
                <a:cubicBezTo>
                  <a:pt x="1779" y="147"/>
                  <a:pt x="1633" y="0"/>
                  <a:pt x="1466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rupo 61"/>
          <p:cNvGrpSpPr/>
          <p:nvPr/>
        </p:nvGrpSpPr>
        <p:grpSpPr>
          <a:xfrm>
            <a:off x="550911" y="1365146"/>
            <a:ext cx="3298496" cy="3269757"/>
            <a:chOff x="1419225" y="2640013"/>
            <a:chExt cx="1639888" cy="1625600"/>
          </a:xfrm>
          <a:solidFill>
            <a:schemeClr val="bg1"/>
          </a:solidFill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1427163" y="2733675"/>
              <a:ext cx="1601788" cy="1444625"/>
            </a:xfrm>
            <a:custGeom>
              <a:avLst/>
              <a:gdLst>
                <a:gd name="T0" fmla="*/ 335 w 424"/>
                <a:gd name="T1" fmla="*/ 78 h 383"/>
                <a:gd name="T2" fmla="*/ 416 w 424"/>
                <a:gd name="T3" fmla="*/ 165 h 383"/>
                <a:gd name="T4" fmla="*/ 310 w 424"/>
                <a:gd name="T5" fmla="*/ 268 h 383"/>
                <a:gd name="T6" fmla="*/ 150 w 424"/>
                <a:gd name="T7" fmla="*/ 382 h 383"/>
                <a:gd name="T8" fmla="*/ 15 w 424"/>
                <a:gd name="T9" fmla="*/ 200 h 383"/>
                <a:gd name="T10" fmla="*/ 41 w 424"/>
                <a:gd name="T11" fmla="*/ 154 h 383"/>
                <a:gd name="T12" fmla="*/ 40 w 424"/>
                <a:gd name="T13" fmla="*/ 153 h 383"/>
                <a:gd name="T14" fmla="*/ 62 w 424"/>
                <a:gd name="T15" fmla="*/ 104 h 383"/>
                <a:gd name="T16" fmla="*/ 175 w 424"/>
                <a:gd name="T17" fmla="*/ 39 h 383"/>
                <a:gd name="T18" fmla="*/ 167 w 424"/>
                <a:gd name="T19" fmla="*/ 270 h 383"/>
                <a:gd name="T20" fmla="*/ 213 w 424"/>
                <a:gd name="T21" fmla="*/ 263 h 383"/>
                <a:gd name="T22" fmla="*/ 40 w 424"/>
                <a:gd name="T23" fmla="*/ 133 h 383"/>
                <a:gd name="T24" fmla="*/ 39 w 424"/>
                <a:gd name="T25" fmla="*/ 139 h 383"/>
                <a:gd name="T26" fmla="*/ 258 w 424"/>
                <a:gd name="T27" fmla="*/ 263 h 383"/>
                <a:gd name="T28" fmla="*/ 243 w 424"/>
                <a:gd name="T29" fmla="*/ 69 h 383"/>
                <a:gd name="T30" fmla="*/ 154 w 424"/>
                <a:gd name="T31" fmla="*/ 113 h 383"/>
                <a:gd name="T32" fmla="*/ 338 w 424"/>
                <a:gd name="T33" fmla="*/ 157 h 383"/>
                <a:gd name="T34" fmla="*/ 196 w 424"/>
                <a:gd name="T35" fmla="*/ 21 h 383"/>
                <a:gd name="T36" fmla="*/ 160 w 424"/>
                <a:gd name="T37" fmla="*/ 336 h 383"/>
                <a:gd name="T38" fmla="*/ 148 w 424"/>
                <a:gd name="T39" fmla="*/ 270 h 383"/>
                <a:gd name="T40" fmla="*/ 66 w 424"/>
                <a:gd name="T41" fmla="*/ 243 h 383"/>
                <a:gd name="T42" fmla="*/ 253 w 424"/>
                <a:gd name="T43" fmla="*/ 277 h 383"/>
                <a:gd name="T44" fmla="*/ 400 w 424"/>
                <a:gd name="T45" fmla="*/ 143 h 383"/>
                <a:gd name="T46" fmla="*/ 306 w 424"/>
                <a:gd name="T47" fmla="*/ 63 h 383"/>
                <a:gd name="T48" fmla="*/ 271 w 424"/>
                <a:gd name="T49" fmla="*/ 85 h 383"/>
                <a:gd name="T50" fmla="*/ 355 w 424"/>
                <a:gd name="T51" fmla="*/ 106 h 383"/>
                <a:gd name="T52" fmla="*/ 342 w 424"/>
                <a:gd name="T53" fmla="*/ 189 h 383"/>
                <a:gd name="T54" fmla="*/ 125 w 424"/>
                <a:gd name="T55" fmla="*/ 112 h 383"/>
                <a:gd name="T56" fmla="*/ 73 w 424"/>
                <a:gd name="T57" fmla="*/ 108 h 383"/>
                <a:gd name="T58" fmla="*/ 215 w 424"/>
                <a:gd name="T59" fmla="*/ 257 h 383"/>
                <a:gd name="T60" fmla="*/ 198 w 424"/>
                <a:gd name="T61" fmla="*/ 241 h 383"/>
                <a:gd name="T62" fmla="*/ 276 w 424"/>
                <a:gd name="T63" fmla="*/ 254 h 383"/>
                <a:gd name="T64" fmla="*/ 18 w 424"/>
                <a:gd name="T65" fmla="*/ 209 h 383"/>
                <a:gd name="T66" fmla="*/ 32 w 424"/>
                <a:gd name="T67" fmla="*/ 231 h 383"/>
                <a:gd name="T68" fmla="*/ 150 w 424"/>
                <a:gd name="T69" fmla="*/ 367 h 383"/>
                <a:gd name="T70" fmla="*/ 99 w 424"/>
                <a:gd name="T71" fmla="*/ 306 h 383"/>
                <a:gd name="T72" fmla="*/ 153 w 424"/>
                <a:gd name="T73" fmla="*/ 354 h 383"/>
                <a:gd name="T74" fmla="*/ 130 w 424"/>
                <a:gd name="T75" fmla="*/ 323 h 383"/>
                <a:gd name="T76" fmla="*/ 53 w 424"/>
                <a:gd name="T77" fmla="*/ 241 h 383"/>
                <a:gd name="T78" fmla="*/ 157 w 424"/>
                <a:gd name="T79" fmla="*/ 366 h 383"/>
                <a:gd name="T80" fmla="*/ 245 w 424"/>
                <a:gd name="T81" fmla="*/ 293 h 383"/>
                <a:gd name="T82" fmla="*/ 211 w 424"/>
                <a:gd name="T83" fmla="*/ 312 h 383"/>
                <a:gd name="T84" fmla="*/ 286 w 424"/>
                <a:gd name="T85" fmla="*/ 269 h 383"/>
                <a:gd name="T86" fmla="*/ 158 w 424"/>
                <a:gd name="T87" fmla="*/ 349 h 383"/>
                <a:gd name="T88" fmla="*/ 159 w 424"/>
                <a:gd name="T89" fmla="*/ 356 h 383"/>
                <a:gd name="T90" fmla="*/ 371 w 424"/>
                <a:gd name="T91" fmla="*/ 200 h 383"/>
                <a:gd name="T92" fmla="*/ 365 w 424"/>
                <a:gd name="T93" fmla="*/ 208 h 383"/>
                <a:gd name="T94" fmla="*/ 341 w 424"/>
                <a:gd name="T95" fmla="*/ 231 h 383"/>
                <a:gd name="T96" fmla="*/ 400 w 424"/>
                <a:gd name="T97" fmla="*/ 185 h 383"/>
                <a:gd name="T98" fmla="*/ 369 w 424"/>
                <a:gd name="T99" fmla="*/ 194 h 383"/>
                <a:gd name="T100" fmla="*/ 409 w 424"/>
                <a:gd name="T101" fmla="*/ 168 h 383"/>
                <a:gd name="T102" fmla="*/ 358 w 424"/>
                <a:gd name="T103" fmla="*/ 199 h 383"/>
                <a:gd name="T104" fmla="*/ 352 w 424"/>
                <a:gd name="T105" fmla="*/ 209 h 383"/>
                <a:gd name="T106" fmla="*/ 366 w 424"/>
                <a:gd name="T107" fmla="*/ 188 h 383"/>
                <a:gd name="T108" fmla="*/ 321 w 424"/>
                <a:gd name="T109" fmla="*/ 217 h 383"/>
                <a:gd name="T110" fmla="*/ 403 w 424"/>
                <a:gd name="T111" fmla="*/ 166 h 383"/>
                <a:gd name="T112" fmla="*/ 117 w 424"/>
                <a:gd name="T113" fmla="*/ 226 h 383"/>
                <a:gd name="T114" fmla="*/ 181 w 424"/>
                <a:gd name="T115" fmla="*/ 297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24" h="383">
                  <a:moveTo>
                    <a:pt x="212" y="30"/>
                  </a:moveTo>
                  <a:cubicBezTo>
                    <a:pt x="216" y="26"/>
                    <a:pt x="220" y="21"/>
                    <a:pt x="225" y="17"/>
                  </a:cubicBezTo>
                  <a:cubicBezTo>
                    <a:pt x="232" y="11"/>
                    <a:pt x="240" y="6"/>
                    <a:pt x="247" y="1"/>
                  </a:cubicBezTo>
                  <a:cubicBezTo>
                    <a:pt x="249" y="0"/>
                    <a:pt x="250" y="1"/>
                    <a:pt x="251" y="2"/>
                  </a:cubicBezTo>
                  <a:cubicBezTo>
                    <a:pt x="256" y="6"/>
                    <a:pt x="260" y="11"/>
                    <a:pt x="265" y="16"/>
                  </a:cubicBezTo>
                  <a:cubicBezTo>
                    <a:pt x="276" y="25"/>
                    <a:pt x="287" y="34"/>
                    <a:pt x="297" y="44"/>
                  </a:cubicBezTo>
                  <a:cubicBezTo>
                    <a:pt x="310" y="55"/>
                    <a:pt x="322" y="67"/>
                    <a:pt x="335" y="78"/>
                  </a:cubicBezTo>
                  <a:cubicBezTo>
                    <a:pt x="354" y="96"/>
                    <a:pt x="373" y="113"/>
                    <a:pt x="392" y="131"/>
                  </a:cubicBezTo>
                  <a:cubicBezTo>
                    <a:pt x="396" y="135"/>
                    <a:pt x="399" y="139"/>
                    <a:pt x="403" y="143"/>
                  </a:cubicBezTo>
                  <a:cubicBezTo>
                    <a:pt x="405" y="145"/>
                    <a:pt x="405" y="145"/>
                    <a:pt x="402" y="147"/>
                  </a:cubicBezTo>
                  <a:cubicBezTo>
                    <a:pt x="402" y="147"/>
                    <a:pt x="401" y="147"/>
                    <a:pt x="400" y="148"/>
                  </a:cubicBezTo>
                  <a:cubicBezTo>
                    <a:pt x="401" y="148"/>
                    <a:pt x="402" y="149"/>
                    <a:pt x="403" y="149"/>
                  </a:cubicBezTo>
                  <a:cubicBezTo>
                    <a:pt x="407" y="153"/>
                    <a:pt x="411" y="157"/>
                    <a:pt x="415" y="161"/>
                  </a:cubicBezTo>
                  <a:cubicBezTo>
                    <a:pt x="417" y="162"/>
                    <a:pt x="417" y="163"/>
                    <a:pt x="416" y="165"/>
                  </a:cubicBezTo>
                  <a:cubicBezTo>
                    <a:pt x="415" y="167"/>
                    <a:pt x="413" y="169"/>
                    <a:pt x="413" y="172"/>
                  </a:cubicBezTo>
                  <a:cubicBezTo>
                    <a:pt x="414" y="174"/>
                    <a:pt x="416" y="175"/>
                    <a:pt x="418" y="177"/>
                  </a:cubicBezTo>
                  <a:cubicBezTo>
                    <a:pt x="419" y="180"/>
                    <a:pt x="421" y="182"/>
                    <a:pt x="423" y="184"/>
                  </a:cubicBezTo>
                  <a:cubicBezTo>
                    <a:pt x="424" y="186"/>
                    <a:pt x="424" y="187"/>
                    <a:pt x="422" y="188"/>
                  </a:cubicBezTo>
                  <a:cubicBezTo>
                    <a:pt x="409" y="198"/>
                    <a:pt x="397" y="207"/>
                    <a:pt x="384" y="216"/>
                  </a:cubicBezTo>
                  <a:cubicBezTo>
                    <a:pt x="365" y="230"/>
                    <a:pt x="345" y="243"/>
                    <a:pt x="325" y="257"/>
                  </a:cubicBezTo>
                  <a:cubicBezTo>
                    <a:pt x="320" y="261"/>
                    <a:pt x="315" y="264"/>
                    <a:pt x="310" y="268"/>
                  </a:cubicBezTo>
                  <a:cubicBezTo>
                    <a:pt x="309" y="268"/>
                    <a:pt x="309" y="269"/>
                    <a:pt x="309" y="270"/>
                  </a:cubicBezTo>
                  <a:cubicBezTo>
                    <a:pt x="305" y="278"/>
                    <a:pt x="297" y="284"/>
                    <a:pt x="288" y="284"/>
                  </a:cubicBezTo>
                  <a:cubicBezTo>
                    <a:pt x="287" y="284"/>
                    <a:pt x="286" y="285"/>
                    <a:pt x="285" y="285"/>
                  </a:cubicBezTo>
                  <a:cubicBezTo>
                    <a:pt x="266" y="299"/>
                    <a:pt x="246" y="313"/>
                    <a:pt x="226" y="328"/>
                  </a:cubicBezTo>
                  <a:cubicBezTo>
                    <a:pt x="208" y="341"/>
                    <a:pt x="189" y="355"/>
                    <a:pt x="170" y="368"/>
                  </a:cubicBezTo>
                  <a:cubicBezTo>
                    <a:pt x="164" y="373"/>
                    <a:pt x="159" y="377"/>
                    <a:pt x="153" y="382"/>
                  </a:cubicBezTo>
                  <a:cubicBezTo>
                    <a:pt x="152" y="383"/>
                    <a:pt x="151" y="383"/>
                    <a:pt x="150" y="382"/>
                  </a:cubicBezTo>
                  <a:cubicBezTo>
                    <a:pt x="123" y="349"/>
                    <a:pt x="96" y="319"/>
                    <a:pt x="68" y="288"/>
                  </a:cubicBezTo>
                  <a:cubicBezTo>
                    <a:pt x="50" y="269"/>
                    <a:pt x="32" y="249"/>
                    <a:pt x="14" y="229"/>
                  </a:cubicBezTo>
                  <a:cubicBezTo>
                    <a:pt x="11" y="225"/>
                    <a:pt x="7" y="222"/>
                    <a:pt x="4" y="218"/>
                  </a:cubicBezTo>
                  <a:cubicBezTo>
                    <a:pt x="2" y="217"/>
                    <a:pt x="2" y="215"/>
                    <a:pt x="1" y="213"/>
                  </a:cubicBezTo>
                  <a:cubicBezTo>
                    <a:pt x="0" y="212"/>
                    <a:pt x="0" y="210"/>
                    <a:pt x="2" y="209"/>
                  </a:cubicBezTo>
                  <a:cubicBezTo>
                    <a:pt x="6" y="207"/>
                    <a:pt x="10" y="204"/>
                    <a:pt x="14" y="202"/>
                  </a:cubicBezTo>
                  <a:cubicBezTo>
                    <a:pt x="14" y="201"/>
                    <a:pt x="15" y="201"/>
                    <a:pt x="15" y="200"/>
                  </a:cubicBezTo>
                  <a:cubicBezTo>
                    <a:pt x="17" y="199"/>
                    <a:pt x="16" y="198"/>
                    <a:pt x="15" y="197"/>
                  </a:cubicBezTo>
                  <a:cubicBezTo>
                    <a:pt x="12" y="193"/>
                    <a:pt x="12" y="193"/>
                    <a:pt x="15" y="189"/>
                  </a:cubicBezTo>
                  <a:cubicBezTo>
                    <a:pt x="15" y="189"/>
                    <a:pt x="16" y="188"/>
                    <a:pt x="15" y="188"/>
                  </a:cubicBezTo>
                  <a:cubicBezTo>
                    <a:pt x="15" y="186"/>
                    <a:pt x="16" y="185"/>
                    <a:pt x="17" y="184"/>
                  </a:cubicBezTo>
                  <a:cubicBezTo>
                    <a:pt x="27" y="176"/>
                    <a:pt x="36" y="168"/>
                    <a:pt x="47" y="163"/>
                  </a:cubicBezTo>
                  <a:cubicBezTo>
                    <a:pt x="48" y="163"/>
                    <a:pt x="48" y="162"/>
                    <a:pt x="48" y="162"/>
                  </a:cubicBezTo>
                  <a:cubicBezTo>
                    <a:pt x="46" y="159"/>
                    <a:pt x="43" y="156"/>
                    <a:pt x="41" y="154"/>
                  </a:cubicBezTo>
                  <a:cubicBezTo>
                    <a:pt x="40" y="154"/>
                    <a:pt x="39" y="155"/>
                    <a:pt x="38" y="155"/>
                  </a:cubicBezTo>
                  <a:cubicBezTo>
                    <a:pt x="27" y="152"/>
                    <a:pt x="16" y="150"/>
                    <a:pt x="5" y="148"/>
                  </a:cubicBezTo>
                  <a:cubicBezTo>
                    <a:pt x="4" y="148"/>
                    <a:pt x="3" y="147"/>
                    <a:pt x="2" y="147"/>
                  </a:cubicBezTo>
                  <a:cubicBezTo>
                    <a:pt x="2" y="147"/>
                    <a:pt x="2" y="147"/>
                    <a:pt x="2" y="146"/>
                  </a:cubicBezTo>
                  <a:cubicBezTo>
                    <a:pt x="3" y="146"/>
                    <a:pt x="4" y="146"/>
                    <a:pt x="4" y="146"/>
                  </a:cubicBezTo>
                  <a:cubicBezTo>
                    <a:pt x="12" y="148"/>
                    <a:pt x="19" y="149"/>
                    <a:pt x="26" y="151"/>
                  </a:cubicBezTo>
                  <a:cubicBezTo>
                    <a:pt x="30" y="152"/>
                    <a:pt x="35" y="152"/>
                    <a:pt x="40" y="153"/>
                  </a:cubicBezTo>
                  <a:cubicBezTo>
                    <a:pt x="35" y="148"/>
                    <a:pt x="31" y="143"/>
                    <a:pt x="27" y="137"/>
                  </a:cubicBezTo>
                  <a:cubicBezTo>
                    <a:pt x="31" y="134"/>
                    <a:pt x="34" y="131"/>
                    <a:pt x="39" y="130"/>
                  </a:cubicBezTo>
                  <a:cubicBezTo>
                    <a:pt x="48" y="128"/>
                    <a:pt x="56" y="125"/>
                    <a:pt x="65" y="123"/>
                  </a:cubicBezTo>
                  <a:cubicBezTo>
                    <a:pt x="68" y="123"/>
                    <a:pt x="71" y="122"/>
                    <a:pt x="75" y="122"/>
                  </a:cubicBezTo>
                  <a:cubicBezTo>
                    <a:pt x="75" y="122"/>
                    <a:pt x="76" y="121"/>
                    <a:pt x="77" y="121"/>
                  </a:cubicBezTo>
                  <a:cubicBezTo>
                    <a:pt x="76" y="120"/>
                    <a:pt x="75" y="118"/>
                    <a:pt x="74" y="117"/>
                  </a:cubicBezTo>
                  <a:cubicBezTo>
                    <a:pt x="70" y="113"/>
                    <a:pt x="66" y="108"/>
                    <a:pt x="62" y="104"/>
                  </a:cubicBezTo>
                  <a:cubicBezTo>
                    <a:pt x="61" y="102"/>
                    <a:pt x="61" y="101"/>
                    <a:pt x="64" y="101"/>
                  </a:cubicBezTo>
                  <a:cubicBezTo>
                    <a:pt x="68" y="100"/>
                    <a:pt x="73" y="99"/>
                    <a:pt x="78" y="99"/>
                  </a:cubicBezTo>
                  <a:cubicBezTo>
                    <a:pt x="90" y="100"/>
                    <a:pt x="102" y="101"/>
                    <a:pt x="114" y="105"/>
                  </a:cubicBezTo>
                  <a:cubicBezTo>
                    <a:pt x="125" y="108"/>
                    <a:pt x="135" y="111"/>
                    <a:pt x="146" y="114"/>
                  </a:cubicBezTo>
                  <a:cubicBezTo>
                    <a:pt x="147" y="111"/>
                    <a:pt x="147" y="108"/>
                    <a:pt x="148" y="105"/>
                  </a:cubicBezTo>
                  <a:cubicBezTo>
                    <a:pt x="152" y="88"/>
                    <a:pt x="158" y="71"/>
                    <a:pt x="166" y="55"/>
                  </a:cubicBezTo>
                  <a:cubicBezTo>
                    <a:pt x="168" y="49"/>
                    <a:pt x="172" y="44"/>
                    <a:pt x="175" y="39"/>
                  </a:cubicBezTo>
                  <a:cubicBezTo>
                    <a:pt x="179" y="31"/>
                    <a:pt x="185" y="23"/>
                    <a:pt x="190" y="16"/>
                  </a:cubicBezTo>
                  <a:cubicBezTo>
                    <a:pt x="192" y="14"/>
                    <a:pt x="194" y="14"/>
                    <a:pt x="196" y="16"/>
                  </a:cubicBezTo>
                  <a:cubicBezTo>
                    <a:pt x="201" y="20"/>
                    <a:pt x="206" y="24"/>
                    <a:pt x="211" y="29"/>
                  </a:cubicBezTo>
                  <a:cubicBezTo>
                    <a:pt x="212" y="29"/>
                    <a:pt x="212" y="30"/>
                    <a:pt x="212" y="30"/>
                  </a:cubicBezTo>
                  <a:close/>
                  <a:moveTo>
                    <a:pt x="159" y="264"/>
                  </a:moveTo>
                  <a:cubicBezTo>
                    <a:pt x="160" y="264"/>
                    <a:pt x="161" y="264"/>
                    <a:pt x="161" y="264"/>
                  </a:cubicBezTo>
                  <a:cubicBezTo>
                    <a:pt x="163" y="266"/>
                    <a:pt x="165" y="268"/>
                    <a:pt x="167" y="270"/>
                  </a:cubicBezTo>
                  <a:cubicBezTo>
                    <a:pt x="171" y="275"/>
                    <a:pt x="176" y="280"/>
                    <a:pt x="180" y="285"/>
                  </a:cubicBezTo>
                  <a:cubicBezTo>
                    <a:pt x="183" y="287"/>
                    <a:pt x="184" y="287"/>
                    <a:pt x="187" y="286"/>
                  </a:cubicBezTo>
                  <a:cubicBezTo>
                    <a:pt x="187" y="286"/>
                    <a:pt x="188" y="285"/>
                    <a:pt x="188" y="285"/>
                  </a:cubicBezTo>
                  <a:cubicBezTo>
                    <a:pt x="209" y="274"/>
                    <a:pt x="230" y="266"/>
                    <a:pt x="253" y="262"/>
                  </a:cubicBezTo>
                  <a:cubicBezTo>
                    <a:pt x="258" y="261"/>
                    <a:pt x="264" y="260"/>
                    <a:pt x="270" y="259"/>
                  </a:cubicBezTo>
                  <a:cubicBezTo>
                    <a:pt x="268" y="259"/>
                    <a:pt x="268" y="259"/>
                    <a:pt x="267" y="259"/>
                  </a:cubicBezTo>
                  <a:cubicBezTo>
                    <a:pt x="249" y="258"/>
                    <a:pt x="231" y="259"/>
                    <a:pt x="213" y="263"/>
                  </a:cubicBezTo>
                  <a:cubicBezTo>
                    <a:pt x="209" y="263"/>
                    <a:pt x="207" y="263"/>
                    <a:pt x="204" y="260"/>
                  </a:cubicBezTo>
                  <a:cubicBezTo>
                    <a:pt x="196" y="252"/>
                    <a:pt x="188" y="243"/>
                    <a:pt x="180" y="235"/>
                  </a:cubicBezTo>
                  <a:cubicBezTo>
                    <a:pt x="158" y="212"/>
                    <a:pt x="137" y="189"/>
                    <a:pt x="116" y="165"/>
                  </a:cubicBezTo>
                  <a:cubicBezTo>
                    <a:pt x="105" y="153"/>
                    <a:pt x="94" y="141"/>
                    <a:pt x="84" y="129"/>
                  </a:cubicBezTo>
                  <a:cubicBezTo>
                    <a:pt x="81" y="125"/>
                    <a:pt x="78" y="124"/>
                    <a:pt x="73" y="125"/>
                  </a:cubicBezTo>
                  <a:cubicBezTo>
                    <a:pt x="66" y="127"/>
                    <a:pt x="59" y="128"/>
                    <a:pt x="52" y="130"/>
                  </a:cubicBezTo>
                  <a:cubicBezTo>
                    <a:pt x="48" y="131"/>
                    <a:pt x="44" y="132"/>
                    <a:pt x="40" y="133"/>
                  </a:cubicBezTo>
                  <a:cubicBezTo>
                    <a:pt x="55" y="149"/>
                    <a:pt x="70" y="165"/>
                    <a:pt x="84" y="181"/>
                  </a:cubicBezTo>
                  <a:cubicBezTo>
                    <a:pt x="84" y="181"/>
                    <a:pt x="84" y="181"/>
                    <a:pt x="84" y="181"/>
                  </a:cubicBezTo>
                  <a:cubicBezTo>
                    <a:pt x="83" y="181"/>
                    <a:pt x="83" y="180"/>
                    <a:pt x="82" y="179"/>
                  </a:cubicBezTo>
                  <a:cubicBezTo>
                    <a:pt x="68" y="165"/>
                    <a:pt x="54" y="151"/>
                    <a:pt x="41" y="137"/>
                  </a:cubicBezTo>
                  <a:cubicBezTo>
                    <a:pt x="40" y="136"/>
                    <a:pt x="39" y="135"/>
                    <a:pt x="38" y="134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38" y="136"/>
                    <a:pt x="38" y="138"/>
                    <a:pt x="39" y="139"/>
                  </a:cubicBezTo>
                  <a:cubicBezTo>
                    <a:pt x="43" y="144"/>
                    <a:pt x="46" y="148"/>
                    <a:pt x="50" y="152"/>
                  </a:cubicBezTo>
                  <a:cubicBezTo>
                    <a:pt x="72" y="176"/>
                    <a:pt x="95" y="200"/>
                    <a:pt x="118" y="225"/>
                  </a:cubicBezTo>
                  <a:cubicBezTo>
                    <a:pt x="138" y="246"/>
                    <a:pt x="158" y="268"/>
                    <a:pt x="179" y="289"/>
                  </a:cubicBezTo>
                  <a:cubicBezTo>
                    <a:pt x="182" y="293"/>
                    <a:pt x="183" y="293"/>
                    <a:pt x="187" y="291"/>
                  </a:cubicBezTo>
                  <a:cubicBezTo>
                    <a:pt x="210" y="278"/>
                    <a:pt x="233" y="269"/>
                    <a:pt x="259" y="264"/>
                  </a:cubicBezTo>
                  <a:cubicBezTo>
                    <a:pt x="263" y="263"/>
                    <a:pt x="268" y="262"/>
                    <a:pt x="273" y="261"/>
                  </a:cubicBezTo>
                  <a:cubicBezTo>
                    <a:pt x="268" y="262"/>
                    <a:pt x="263" y="262"/>
                    <a:pt x="258" y="263"/>
                  </a:cubicBezTo>
                  <a:cubicBezTo>
                    <a:pt x="245" y="265"/>
                    <a:pt x="232" y="268"/>
                    <a:pt x="219" y="273"/>
                  </a:cubicBezTo>
                  <a:cubicBezTo>
                    <a:pt x="208" y="278"/>
                    <a:pt x="197" y="283"/>
                    <a:pt x="186" y="288"/>
                  </a:cubicBezTo>
                  <a:cubicBezTo>
                    <a:pt x="182" y="289"/>
                    <a:pt x="181" y="289"/>
                    <a:pt x="179" y="286"/>
                  </a:cubicBezTo>
                  <a:cubicBezTo>
                    <a:pt x="177" y="284"/>
                    <a:pt x="176" y="282"/>
                    <a:pt x="174" y="280"/>
                  </a:cubicBezTo>
                  <a:cubicBezTo>
                    <a:pt x="169" y="275"/>
                    <a:pt x="164" y="269"/>
                    <a:pt x="159" y="264"/>
                  </a:cubicBezTo>
                  <a:close/>
                  <a:moveTo>
                    <a:pt x="243" y="69"/>
                  </a:moveTo>
                  <a:cubicBezTo>
                    <a:pt x="243" y="69"/>
                    <a:pt x="243" y="69"/>
                    <a:pt x="243" y="69"/>
                  </a:cubicBezTo>
                  <a:cubicBezTo>
                    <a:pt x="243" y="69"/>
                    <a:pt x="243" y="69"/>
                    <a:pt x="243" y="69"/>
                  </a:cubicBezTo>
                  <a:cubicBezTo>
                    <a:pt x="235" y="62"/>
                    <a:pt x="227" y="55"/>
                    <a:pt x="220" y="48"/>
                  </a:cubicBezTo>
                  <a:cubicBezTo>
                    <a:pt x="212" y="40"/>
                    <a:pt x="204" y="33"/>
                    <a:pt x="196" y="25"/>
                  </a:cubicBezTo>
                  <a:cubicBezTo>
                    <a:pt x="192" y="21"/>
                    <a:pt x="190" y="22"/>
                    <a:pt x="187" y="26"/>
                  </a:cubicBezTo>
                  <a:cubicBezTo>
                    <a:pt x="185" y="30"/>
                    <a:pt x="183" y="33"/>
                    <a:pt x="181" y="36"/>
                  </a:cubicBezTo>
                  <a:cubicBezTo>
                    <a:pt x="170" y="55"/>
                    <a:pt x="161" y="75"/>
                    <a:pt x="155" y="96"/>
                  </a:cubicBezTo>
                  <a:cubicBezTo>
                    <a:pt x="154" y="101"/>
                    <a:pt x="153" y="107"/>
                    <a:pt x="154" y="113"/>
                  </a:cubicBezTo>
                  <a:cubicBezTo>
                    <a:pt x="156" y="120"/>
                    <a:pt x="160" y="126"/>
                    <a:pt x="165" y="131"/>
                  </a:cubicBezTo>
                  <a:cubicBezTo>
                    <a:pt x="178" y="145"/>
                    <a:pt x="192" y="159"/>
                    <a:pt x="205" y="173"/>
                  </a:cubicBezTo>
                  <a:cubicBezTo>
                    <a:pt x="232" y="200"/>
                    <a:pt x="259" y="227"/>
                    <a:pt x="286" y="255"/>
                  </a:cubicBezTo>
                  <a:cubicBezTo>
                    <a:pt x="286" y="255"/>
                    <a:pt x="287" y="255"/>
                    <a:pt x="287" y="256"/>
                  </a:cubicBezTo>
                  <a:cubicBezTo>
                    <a:pt x="296" y="219"/>
                    <a:pt x="312" y="186"/>
                    <a:pt x="336" y="157"/>
                  </a:cubicBezTo>
                  <a:cubicBezTo>
                    <a:pt x="322" y="145"/>
                    <a:pt x="309" y="133"/>
                    <a:pt x="298" y="119"/>
                  </a:cubicBezTo>
                  <a:cubicBezTo>
                    <a:pt x="311" y="132"/>
                    <a:pt x="324" y="144"/>
                    <a:pt x="338" y="157"/>
                  </a:cubicBezTo>
                  <a:cubicBezTo>
                    <a:pt x="314" y="185"/>
                    <a:pt x="299" y="216"/>
                    <a:pt x="291" y="252"/>
                  </a:cubicBezTo>
                  <a:cubicBezTo>
                    <a:pt x="301" y="217"/>
                    <a:pt x="318" y="185"/>
                    <a:pt x="340" y="156"/>
                  </a:cubicBezTo>
                  <a:cubicBezTo>
                    <a:pt x="339" y="156"/>
                    <a:pt x="339" y="156"/>
                    <a:pt x="338" y="155"/>
                  </a:cubicBezTo>
                  <a:cubicBezTo>
                    <a:pt x="312" y="129"/>
                    <a:pt x="285" y="104"/>
                    <a:pt x="259" y="78"/>
                  </a:cubicBezTo>
                  <a:cubicBezTo>
                    <a:pt x="244" y="63"/>
                    <a:pt x="228" y="49"/>
                    <a:pt x="213" y="35"/>
                  </a:cubicBezTo>
                  <a:cubicBezTo>
                    <a:pt x="208" y="30"/>
                    <a:pt x="202" y="26"/>
                    <a:pt x="196" y="21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212" y="37"/>
                    <a:pt x="227" y="53"/>
                    <a:pt x="243" y="69"/>
                  </a:cubicBezTo>
                  <a:close/>
                  <a:moveTo>
                    <a:pt x="103" y="284"/>
                  </a:moveTo>
                  <a:cubicBezTo>
                    <a:pt x="103" y="284"/>
                    <a:pt x="103" y="283"/>
                    <a:pt x="103" y="283"/>
                  </a:cubicBezTo>
                  <a:cubicBezTo>
                    <a:pt x="103" y="284"/>
                    <a:pt x="104" y="284"/>
                    <a:pt x="104" y="285"/>
                  </a:cubicBezTo>
                  <a:cubicBezTo>
                    <a:pt x="110" y="291"/>
                    <a:pt x="115" y="296"/>
                    <a:pt x="120" y="302"/>
                  </a:cubicBezTo>
                  <a:cubicBezTo>
                    <a:pt x="130" y="313"/>
                    <a:pt x="140" y="325"/>
                    <a:pt x="151" y="336"/>
                  </a:cubicBezTo>
                  <a:cubicBezTo>
                    <a:pt x="155" y="340"/>
                    <a:pt x="155" y="340"/>
                    <a:pt x="160" y="336"/>
                  </a:cubicBezTo>
                  <a:cubicBezTo>
                    <a:pt x="187" y="310"/>
                    <a:pt x="219" y="289"/>
                    <a:pt x="253" y="273"/>
                  </a:cubicBezTo>
                  <a:cubicBezTo>
                    <a:pt x="255" y="272"/>
                    <a:pt x="256" y="271"/>
                    <a:pt x="258" y="270"/>
                  </a:cubicBezTo>
                  <a:cubicBezTo>
                    <a:pt x="258" y="270"/>
                    <a:pt x="257" y="270"/>
                    <a:pt x="257" y="270"/>
                  </a:cubicBezTo>
                  <a:cubicBezTo>
                    <a:pt x="248" y="273"/>
                    <a:pt x="239" y="275"/>
                    <a:pt x="230" y="279"/>
                  </a:cubicBezTo>
                  <a:cubicBezTo>
                    <a:pt x="215" y="285"/>
                    <a:pt x="201" y="292"/>
                    <a:pt x="186" y="299"/>
                  </a:cubicBezTo>
                  <a:cubicBezTo>
                    <a:pt x="180" y="302"/>
                    <a:pt x="177" y="301"/>
                    <a:pt x="172" y="296"/>
                  </a:cubicBezTo>
                  <a:cubicBezTo>
                    <a:pt x="164" y="288"/>
                    <a:pt x="156" y="279"/>
                    <a:pt x="148" y="270"/>
                  </a:cubicBezTo>
                  <a:cubicBezTo>
                    <a:pt x="121" y="240"/>
                    <a:pt x="93" y="211"/>
                    <a:pt x="66" y="181"/>
                  </a:cubicBezTo>
                  <a:cubicBezTo>
                    <a:pt x="62" y="177"/>
                    <a:pt x="59" y="173"/>
                    <a:pt x="56" y="170"/>
                  </a:cubicBezTo>
                  <a:cubicBezTo>
                    <a:pt x="52" y="166"/>
                    <a:pt x="49" y="166"/>
                    <a:pt x="45" y="168"/>
                  </a:cubicBezTo>
                  <a:cubicBezTo>
                    <a:pt x="44" y="168"/>
                    <a:pt x="44" y="169"/>
                    <a:pt x="43" y="169"/>
                  </a:cubicBezTo>
                  <a:cubicBezTo>
                    <a:pt x="38" y="173"/>
                    <a:pt x="33" y="176"/>
                    <a:pt x="27" y="180"/>
                  </a:cubicBezTo>
                  <a:cubicBezTo>
                    <a:pt x="24" y="182"/>
                    <a:pt x="22" y="184"/>
                    <a:pt x="19" y="187"/>
                  </a:cubicBezTo>
                  <a:cubicBezTo>
                    <a:pt x="34" y="206"/>
                    <a:pt x="50" y="224"/>
                    <a:pt x="66" y="243"/>
                  </a:cubicBezTo>
                  <a:cubicBezTo>
                    <a:pt x="65" y="242"/>
                    <a:pt x="65" y="242"/>
                    <a:pt x="64" y="242"/>
                  </a:cubicBezTo>
                  <a:cubicBezTo>
                    <a:pt x="53" y="229"/>
                    <a:pt x="41" y="216"/>
                    <a:pt x="30" y="204"/>
                  </a:cubicBezTo>
                  <a:cubicBezTo>
                    <a:pt x="27" y="201"/>
                    <a:pt x="24" y="198"/>
                    <a:pt x="21" y="195"/>
                  </a:cubicBezTo>
                  <a:cubicBezTo>
                    <a:pt x="20" y="194"/>
                    <a:pt x="19" y="193"/>
                    <a:pt x="17" y="193"/>
                  </a:cubicBezTo>
                  <a:cubicBezTo>
                    <a:pt x="23" y="201"/>
                    <a:pt x="151" y="344"/>
                    <a:pt x="156" y="347"/>
                  </a:cubicBezTo>
                  <a:cubicBezTo>
                    <a:pt x="171" y="333"/>
                    <a:pt x="186" y="320"/>
                    <a:pt x="203" y="309"/>
                  </a:cubicBezTo>
                  <a:cubicBezTo>
                    <a:pt x="219" y="297"/>
                    <a:pt x="236" y="286"/>
                    <a:pt x="253" y="277"/>
                  </a:cubicBezTo>
                  <a:cubicBezTo>
                    <a:pt x="253" y="276"/>
                    <a:pt x="253" y="277"/>
                    <a:pt x="252" y="277"/>
                  </a:cubicBezTo>
                  <a:cubicBezTo>
                    <a:pt x="226" y="288"/>
                    <a:pt x="202" y="303"/>
                    <a:pt x="180" y="321"/>
                  </a:cubicBezTo>
                  <a:cubicBezTo>
                    <a:pt x="173" y="326"/>
                    <a:pt x="167" y="332"/>
                    <a:pt x="160" y="338"/>
                  </a:cubicBezTo>
                  <a:cubicBezTo>
                    <a:pt x="156" y="342"/>
                    <a:pt x="154" y="342"/>
                    <a:pt x="150" y="338"/>
                  </a:cubicBezTo>
                  <a:cubicBezTo>
                    <a:pt x="136" y="322"/>
                    <a:pt x="122" y="306"/>
                    <a:pt x="108" y="290"/>
                  </a:cubicBezTo>
                  <a:cubicBezTo>
                    <a:pt x="106" y="288"/>
                    <a:pt x="104" y="286"/>
                    <a:pt x="103" y="284"/>
                  </a:cubicBezTo>
                  <a:close/>
                  <a:moveTo>
                    <a:pt x="400" y="143"/>
                  </a:moveTo>
                  <a:cubicBezTo>
                    <a:pt x="399" y="143"/>
                    <a:pt x="399" y="143"/>
                    <a:pt x="399" y="142"/>
                  </a:cubicBezTo>
                  <a:cubicBezTo>
                    <a:pt x="371" y="117"/>
                    <a:pt x="344" y="91"/>
                    <a:pt x="316" y="65"/>
                  </a:cubicBezTo>
                  <a:cubicBezTo>
                    <a:pt x="295" y="46"/>
                    <a:pt x="274" y="28"/>
                    <a:pt x="253" y="10"/>
                  </a:cubicBezTo>
                  <a:cubicBezTo>
                    <a:pt x="252" y="9"/>
                    <a:pt x="251" y="8"/>
                    <a:pt x="249" y="7"/>
                  </a:cubicBezTo>
                  <a:cubicBezTo>
                    <a:pt x="248" y="7"/>
                    <a:pt x="247" y="7"/>
                    <a:pt x="246" y="7"/>
                  </a:cubicBezTo>
                  <a:cubicBezTo>
                    <a:pt x="246" y="7"/>
                    <a:pt x="246" y="8"/>
                    <a:pt x="246" y="8"/>
                  </a:cubicBezTo>
                  <a:cubicBezTo>
                    <a:pt x="266" y="26"/>
                    <a:pt x="286" y="44"/>
                    <a:pt x="306" y="63"/>
                  </a:cubicBezTo>
                  <a:cubicBezTo>
                    <a:pt x="306" y="63"/>
                    <a:pt x="305" y="63"/>
                    <a:pt x="305" y="62"/>
                  </a:cubicBezTo>
                  <a:cubicBezTo>
                    <a:pt x="285" y="45"/>
                    <a:pt x="266" y="28"/>
                    <a:pt x="246" y="11"/>
                  </a:cubicBezTo>
                  <a:cubicBezTo>
                    <a:pt x="243" y="8"/>
                    <a:pt x="243" y="8"/>
                    <a:pt x="239" y="11"/>
                  </a:cubicBezTo>
                  <a:cubicBezTo>
                    <a:pt x="233" y="16"/>
                    <a:pt x="226" y="22"/>
                    <a:pt x="219" y="28"/>
                  </a:cubicBezTo>
                  <a:cubicBezTo>
                    <a:pt x="215" y="31"/>
                    <a:pt x="216" y="34"/>
                    <a:pt x="220" y="37"/>
                  </a:cubicBezTo>
                  <a:cubicBezTo>
                    <a:pt x="221" y="38"/>
                    <a:pt x="222" y="39"/>
                    <a:pt x="224" y="41"/>
                  </a:cubicBezTo>
                  <a:cubicBezTo>
                    <a:pt x="240" y="55"/>
                    <a:pt x="256" y="70"/>
                    <a:pt x="271" y="85"/>
                  </a:cubicBezTo>
                  <a:cubicBezTo>
                    <a:pt x="295" y="108"/>
                    <a:pt x="318" y="130"/>
                    <a:pt x="341" y="153"/>
                  </a:cubicBezTo>
                  <a:cubicBezTo>
                    <a:pt x="344" y="156"/>
                    <a:pt x="344" y="156"/>
                    <a:pt x="342" y="159"/>
                  </a:cubicBezTo>
                  <a:cubicBezTo>
                    <a:pt x="324" y="182"/>
                    <a:pt x="310" y="206"/>
                    <a:pt x="301" y="233"/>
                  </a:cubicBezTo>
                  <a:cubicBezTo>
                    <a:pt x="301" y="234"/>
                    <a:pt x="301" y="234"/>
                    <a:pt x="300" y="234"/>
                  </a:cubicBezTo>
                  <a:cubicBezTo>
                    <a:pt x="324" y="198"/>
                    <a:pt x="354" y="167"/>
                    <a:pt x="391" y="143"/>
                  </a:cubicBezTo>
                  <a:cubicBezTo>
                    <a:pt x="379" y="131"/>
                    <a:pt x="366" y="119"/>
                    <a:pt x="354" y="107"/>
                  </a:cubicBezTo>
                  <a:cubicBezTo>
                    <a:pt x="354" y="107"/>
                    <a:pt x="355" y="107"/>
                    <a:pt x="355" y="106"/>
                  </a:cubicBezTo>
                  <a:cubicBezTo>
                    <a:pt x="368" y="119"/>
                    <a:pt x="381" y="131"/>
                    <a:pt x="394" y="143"/>
                  </a:cubicBezTo>
                  <a:cubicBezTo>
                    <a:pt x="393" y="144"/>
                    <a:pt x="392" y="144"/>
                    <a:pt x="392" y="144"/>
                  </a:cubicBezTo>
                  <a:cubicBezTo>
                    <a:pt x="374" y="156"/>
                    <a:pt x="358" y="169"/>
                    <a:pt x="342" y="185"/>
                  </a:cubicBezTo>
                  <a:cubicBezTo>
                    <a:pt x="326" y="201"/>
                    <a:pt x="312" y="218"/>
                    <a:pt x="300" y="238"/>
                  </a:cubicBezTo>
                  <a:cubicBezTo>
                    <a:pt x="299" y="241"/>
                    <a:pt x="298" y="244"/>
                    <a:pt x="296" y="248"/>
                  </a:cubicBezTo>
                  <a:cubicBezTo>
                    <a:pt x="297" y="248"/>
                    <a:pt x="297" y="248"/>
                    <a:pt x="297" y="248"/>
                  </a:cubicBezTo>
                  <a:cubicBezTo>
                    <a:pt x="310" y="226"/>
                    <a:pt x="324" y="207"/>
                    <a:pt x="342" y="189"/>
                  </a:cubicBezTo>
                  <a:cubicBezTo>
                    <a:pt x="359" y="172"/>
                    <a:pt x="378" y="156"/>
                    <a:pt x="400" y="143"/>
                  </a:cubicBezTo>
                  <a:close/>
                  <a:moveTo>
                    <a:pt x="276" y="254"/>
                  </a:moveTo>
                  <a:cubicBezTo>
                    <a:pt x="276" y="254"/>
                    <a:pt x="277" y="254"/>
                    <a:pt x="277" y="253"/>
                  </a:cubicBezTo>
                  <a:cubicBezTo>
                    <a:pt x="273" y="250"/>
                    <a:pt x="269" y="246"/>
                    <a:pt x="265" y="242"/>
                  </a:cubicBezTo>
                  <a:cubicBezTo>
                    <a:pt x="233" y="209"/>
                    <a:pt x="200" y="176"/>
                    <a:pt x="168" y="143"/>
                  </a:cubicBezTo>
                  <a:cubicBezTo>
                    <a:pt x="163" y="137"/>
                    <a:pt x="157" y="132"/>
                    <a:pt x="152" y="127"/>
                  </a:cubicBezTo>
                  <a:cubicBezTo>
                    <a:pt x="144" y="120"/>
                    <a:pt x="135" y="114"/>
                    <a:pt x="125" y="112"/>
                  </a:cubicBezTo>
                  <a:cubicBezTo>
                    <a:pt x="109" y="107"/>
                    <a:pt x="94" y="104"/>
                    <a:pt x="78" y="104"/>
                  </a:cubicBezTo>
                  <a:cubicBezTo>
                    <a:pt x="76" y="104"/>
                    <a:pt x="74" y="104"/>
                    <a:pt x="72" y="104"/>
                  </a:cubicBezTo>
                  <a:cubicBezTo>
                    <a:pt x="79" y="112"/>
                    <a:pt x="87" y="119"/>
                    <a:pt x="94" y="127"/>
                  </a:cubicBezTo>
                  <a:cubicBezTo>
                    <a:pt x="101" y="135"/>
                    <a:pt x="108" y="143"/>
                    <a:pt x="115" y="151"/>
                  </a:cubicBezTo>
                  <a:cubicBezTo>
                    <a:pt x="115" y="151"/>
                    <a:pt x="114" y="151"/>
                    <a:pt x="114" y="151"/>
                  </a:cubicBezTo>
                  <a:cubicBezTo>
                    <a:pt x="102" y="138"/>
                    <a:pt x="90" y="125"/>
                    <a:pt x="78" y="112"/>
                  </a:cubicBezTo>
                  <a:cubicBezTo>
                    <a:pt x="76" y="111"/>
                    <a:pt x="75" y="110"/>
                    <a:pt x="73" y="108"/>
                  </a:cubicBezTo>
                  <a:cubicBezTo>
                    <a:pt x="73" y="108"/>
                    <a:pt x="72" y="108"/>
                    <a:pt x="72" y="108"/>
                  </a:cubicBezTo>
                  <a:cubicBezTo>
                    <a:pt x="72" y="109"/>
                    <a:pt x="72" y="109"/>
                    <a:pt x="72" y="109"/>
                  </a:cubicBezTo>
                  <a:cubicBezTo>
                    <a:pt x="72" y="110"/>
                    <a:pt x="73" y="111"/>
                    <a:pt x="73" y="112"/>
                  </a:cubicBezTo>
                  <a:cubicBezTo>
                    <a:pt x="79" y="118"/>
                    <a:pt x="84" y="124"/>
                    <a:pt x="90" y="130"/>
                  </a:cubicBezTo>
                  <a:cubicBezTo>
                    <a:pt x="122" y="165"/>
                    <a:pt x="154" y="200"/>
                    <a:pt x="186" y="235"/>
                  </a:cubicBezTo>
                  <a:cubicBezTo>
                    <a:pt x="192" y="241"/>
                    <a:pt x="198" y="247"/>
                    <a:pt x="203" y="254"/>
                  </a:cubicBezTo>
                  <a:cubicBezTo>
                    <a:pt x="207" y="257"/>
                    <a:pt x="210" y="258"/>
                    <a:pt x="215" y="257"/>
                  </a:cubicBezTo>
                  <a:cubicBezTo>
                    <a:pt x="223" y="256"/>
                    <a:pt x="231" y="255"/>
                    <a:pt x="238" y="255"/>
                  </a:cubicBezTo>
                  <a:cubicBezTo>
                    <a:pt x="247" y="255"/>
                    <a:pt x="256" y="255"/>
                    <a:pt x="265" y="255"/>
                  </a:cubicBezTo>
                  <a:cubicBezTo>
                    <a:pt x="265" y="255"/>
                    <a:pt x="264" y="254"/>
                    <a:pt x="264" y="254"/>
                  </a:cubicBezTo>
                  <a:cubicBezTo>
                    <a:pt x="252" y="253"/>
                    <a:pt x="240" y="252"/>
                    <a:pt x="228" y="253"/>
                  </a:cubicBezTo>
                  <a:cubicBezTo>
                    <a:pt x="223" y="253"/>
                    <a:pt x="218" y="254"/>
                    <a:pt x="214" y="254"/>
                  </a:cubicBezTo>
                  <a:cubicBezTo>
                    <a:pt x="212" y="254"/>
                    <a:pt x="210" y="254"/>
                    <a:pt x="209" y="253"/>
                  </a:cubicBezTo>
                  <a:cubicBezTo>
                    <a:pt x="205" y="249"/>
                    <a:pt x="201" y="245"/>
                    <a:pt x="198" y="241"/>
                  </a:cubicBezTo>
                  <a:cubicBezTo>
                    <a:pt x="197" y="241"/>
                    <a:pt x="197" y="240"/>
                    <a:pt x="197" y="240"/>
                  </a:cubicBezTo>
                  <a:cubicBezTo>
                    <a:pt x="198" y="240"/>
                    <a:pt x="198" y="241"/>
                    <a:pt x="199" y="241"/>
                  </a:cubicBezTo>
                  <a:cubicBezTo>
                    <a:pt x="202" y="244"/>
                    <a:pt x="206" y="247"/>
                    <a:pt x="209" y="250"/>
                  </a:cubicBezTo>
                  <a:cubicBezTo>
                    <a:pt x="211" y="252"/>
                    <a:pt x="213" y="253"/>
                    <a:pt x="215" y="253"/>
                  </a:cubicBezTo>
                  <a:cubicBezTo>
                    <a:pt x="217" y="252"/>
                    <a:pt x="219" y="252"/>
                    <a:pt x="221" y="252"/>
                  </a:cubicBezTo>
                  <a:cubicBezTo>
                    <a:pt x="236" y="251"/>
                    <a:pt x="251" y="251"/>
                    <a:pt x="266" y="253"/>
                  </a:cubicBezTo>
                  <a:cubicBezTo>
                    <a:pt x="269" y="253"/>
                    <a:pt x="273" y="254"/>
                    <a:pt x="276" y="254"/>
                  </a:cubicBezTo>
                  <a:close/>
                  <a:moveTo>
                    <a:pt x="57" y="248"/>
                  </a:moveTo>
                  <a:cubicBezTo>
                    <a:pt x="55" y="246"/>
                    <a:pt x="54" y="245"/>
                    <a:pt x="53" y="244"/>
                  </a:cubicBezTo>
                  <a:cubicBezTo>
                    <a:pt x="49" y="239"/>
                    <a:pt x="45" y="235"/>
                    <a:pt x="41" y="231"/>
                  </a:cubicBezTo>
                  <a:cubicBezTo>
                    <a:pt x="34" y="224"/>
                    <a:pt x="28" y="216"/>
                    <a:pt x="21" y="209"/>
                  </a:cubicBezTo>
                  <a:cubicBezTo>
                    <a:pt x="20" y="208"/>
                    <a:pt x="19" y="207"/>
                    <a:pt x="18" y="207"/>
                  </a:cubicBezTo>
                  <a:cubicBezTo>
                    <a:pt x="18" y="207"/>
                    <a:pt x="18" y="207"/>
                    <a:pt x="17" y="207"/>
                  </a:cubicBezTo>
                  <a:cubicBezTo>
                    <a:pt x="17" y="208"/>
                    <a:pt x="17" y="208"/>
                    <a:pt x="18" y="209"/>
                  </a:cubicBezTo>
                  <a:cubicBezTo>
                    <a:pt x="19" y="211"/>
                    <a:pt x="20" y="213"/>
                    <a:pt x="21" y="214"/>
                  </a:cubicBezTo>
                  <a:cubicBezTo>
                    <a:pt x="29" y="224"/>
                    <a:pt x="38" y="233"/>
                    <a:pt x="46" y="243"/>
                  </a:cubicBezTo>
                  <a:cubicBezTo>
                    <a:pt x="52" y="250"/>
                    <a:pt x="58" y="257"/>
                    <a:pt x="64" y="264"/>
                  </a:cubicBezTo>
                  <a:cubicBezTo>
                    <a:pt x="65" y="264"/>
                    <a:pt x="65" y="265"/>
                    <a:pt x="66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59" y="261"/>
                    <a:pt x="54" y="254"/>
                    <a:pt x="49" y="248"/>
                  </a:cubicBezTo>
                  <a:cubicBezTo>
                    <a:pt x="43" y="242"/>
                    <a:pt x="38" y="237"/>
                    <a:pt x="32" y="231"/>
                  </a:cubicBezTo>
                  <a:cubicBezTo>
                    <a:pt x="27" y="225"/>
                    <a:pt x="21" y="219"/>
                    <a:pt x="16" y="213"/>
                  </a:cubicBezTo>
                  <a:cubicBezTo>
                    <a:pt x="15" y="214"/>
                    <a:pt x="15" y="214"/>
                    <a:pt x="15" y="214"/>
                  </a:cubicBezTo>
                  <a:cubicBezTo>
                    <a:pt x="16" y="215"/>
                    <a:pt x="16" y="217"/>
                    <a:pt x="17" y="218"/>
                  </a:cubicBezTo>
                  <a:cubicBezTo>
                    <a:pt x="26" y="228"/>
                    <a:pt x="34" y="239"/>
                    <a:pt x="43" y="249"/>
                  </a:cubicBezTo>
                  <a:cubicBezTo>
                    <a:pt x="58" y="266"/>
                    <a:pt x="74" y="283"/>
                    <a:pt x="89" y="300"/>
                  </a:cubicBezTo>
                  <a:cubicBezTo>
                    <a:pt x="107" y="320"/>
                    <a:pt x="126" y="341"/>
                    <a:pt x="144" y="361"/>
                  </a:cubicBezTo>
                  <a:cubicBezTo>
                    <a:pt x="146" y="363"/>
                    <a:pt x="148" y="365"/>
                    <a:pt x="150" y="367"/>
                  </a:cubicBezTo>
                  <a:cubicBezTo>
                    <a:pt x="151" y="367"/>
                    <a:pt x="152" y="368"/>
                    <a:pt x="152" y="368"/>
                  </a:cubicBezTo>
                  <a:cubicBezTo>
                    <a:pt x="153" y="368"/>
                    <a:pt x="153" y="368"/>
                    <a:pt x="153" y="367"/>
                  </a:cubicBezTo>
                  <a:cubicBezTo>
                    <a:pt x="152" y="366"/>
                    <a:pt x="151" y="364"/>
                    <a:pt x="150" y="363"/>
                  </a:cubicBezTo>
                  <a:cubicBezTo>
                    <a:pt x="145" y="358"/>
                    <a:pt x="141" y="353"/>
                    <a:pt x="137" y="349"/>
                  </a:cubicBezTo>
                  <a:cubicBezTo>
                    <a:pt x="124" y="335"/>
                    <a:pt x="112" y="322"/>
                    <a:pt x="100" y="309"/>
                  </a:cubicBezTo>
                  <a:cubicBezTo>
                    <a:pt x="100" y="308"/>
                    <a:pt x="99" y="307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100" y="306"/>
                    <a:pt x="100" y="306"/>
                    <a:pt x="101" y="307"/>
                  </a:cubicBezTo>
                  <a:cubicBezTo>
                    <a:pt x="103" y="309"/>
                    <a:pt x="105" y="311"/>
                    <a:pt x="106" y="313"/>
                  </a:cubicBezTo>
                  <a:cubicBezTo>
                    <a:pt x="114" y="321"/>
                    <a:pt x="122" y="329"/>
                    <a:pt x="130" y="338"/>
                  </a:cubicBezTo>
                  <a:cubicBezTo>
                    <a:pt x="137" y="345"/>
                    <a:pt x="144" y="353"/>
                    <a:pt x="151" y="361"/>
                  </a:cubicBezTo>
                  <a:cubicBezTo>
                    <a:pt x="152" y="362"/>
                    <a:pt x="154" y="362"/>
                    <a:pt x="154" y="361"/>
                  </a:cubicBezTo>
                  <a:cubicBezTo>
                    <a:pt x="155" y="360"/>
                    <a:pt x="156" y="359"/>
                    <a:pt x="155" y="358"/>
                  </a:cubicBezTo>
                  <a:cubicBezTo>
                    <a:pt x="155" y="357"/>
                    <a:pt x="154" y="355"/>
                    <a:pt x="153" y="354"/>
                  </a:cubicBezTo>
                  <a:cubicBezTo>
                    <a:pt x="147" y="348"/>
                    <a:pt x="141" y="341"/>
                    <a:pt x="135" y="335"/>
                  </a:cubicBezTo>
                  <a:cubicBezTo>
                    <a:pt x="126" y="325"/>
                    <a:pt x="117" y="315"/>
                    <a:pt x="108" y="305"/>
                  </a:cubicBezTo>
                  <a:cubicBezTo>
                    <a:pt x="108" y="304"/>
                    <a:pt x="107" y="304"/>
                    <a:pt x="107" y="304"/>
                  </a:cubicBezTo>
                  <a:cubicBezTo>
                    <a:pt x="107" y="303"/>
                    <a:pt x="108" y="303"/>
                    <a:pt x="108" y="303"/>
                  </a:cubicBezTo>
                  <a:cubicBezTo>
                    <a:pt x="123" y="319"/>
                    <a:pt x="138" y="336"/>
                    <a:pt x="155" y="352"/>
                  </a:cubicBezTo>
                  <a:cubicBezTo>
                    <a:pt x="154" y="351"/>
                    <a:pt x="153" y="349"/>
                    <a:pt x="152" y="348"/>
                  </a:cubicBezTo>
                  <a:cubicBezTo>
                    <a:pt x="145" y="340"/>
                    <a:pt x="137" y="332"/>
                    <a:pt x="130" y="323"/>
                  </a:cubicBezTo>
                  <a:cubicBezTo>
                    <a:pt x="116" y="307"/>
                    <a:pt x="101" y="292"/>
                    <a:pt x="87" y="276"/>
                  </a:cubicBezTo>
                  <a:cubicBezTo>
                    <a:pt x="76" y="264"/>
                    <a:pt x="65" y="251"/>
                    <a:pt x="54" y="239"/>
                  </a:cubicBezTo>
                  <a:cubicBezTo>
                    <a:pt x="43" y="227"/>
                    <a:pt x="32" y="215"/>
                    <a:pt x="21" y="204"/>
                  </a:cubicBezTo>
                  <a:cubicBezTo>
                    <a:pt x="20" y="203"/>
                    <a:pt x="20" y="203"/>
                    <a:pt x="19" y="202"/>
                  </a:cubicBezTo>
                  <a:cubicBezTo>
                    <a:pt x="19" y="202"/>
                    <a:pt x="19" y="202"/>
                    <a:pt x="18" y="203"/>
                  </a:cubicBezTo>
                  <a:cubicBezTo>
                    <a:pt x="20" y="204"/>
                    <a:pt x="21" y="206"/>
                    <a:pt x="22" y="207"/>
                  </a:cubicBezTo>
                  <a:cubicBezTo>
                    <a:pt x="32" y="218"/>
                    <a:pt x="43" y="229"/>
                    <a:pt x="53" y="241"/>
                  </a:cubicBezTo>
                  <a:cubicBezTo>
                    <a:pt x="55" y="242"/>
                    <a:pt x="57" y="244"/>
                    <a:pt x="57" y="248"/>
                  </a:cubicBezTo>
                  <a:close/>
                  <a:moveTo>
                    <a:pt x="163" y="355"/>
                  </a:moveTo>
                  <a:cubicBezTo>
                    <a:pt x="164" y="355"/>
                    <a:pt x="164" y="356"/>
                    <a:pt x="164" y="356"/>
                  </a:cubicBezTo>
                  <a:cubicBezTo>
                    <a:pt x="164" y="356"/>
                    <a:pt x="163" y="357"/>
                    <a:pt x="163" y="358"/>
                  </a:cubicBezTo>
                  <a:cubicBezTo>
                    <a:pt x="161" y="359"/>
                    <a:pt x="160" y="360"/>
                    <a:pt x="158" y="362"/>
                  </a:cubicBezTo>
                  <a:cubicBezTo>
                    <a:pt x="158" y="363"/>
                    <a:pt x="157" y="364"/>
                    <a:pt x="156" y="365"/>
                  </a:cubicBezTo>
                  <a:cubicBezTo>
                    <a:pt x="157" y="365"/>
                    <a:pt x="157" y="365"/>
                    <a:pt x="157" y="366"/>
                  </a:cubicBezTo>
                  <a:cubicBezTo>
                    <a:pt x="158" y="365"/>
                    <a:pt x="159" y="365"/>
                    <a:pt x="159" y="364"/>
                  </a:cubicBezTo>
                  <a:cubicBezTo>
                    <a:pt x="167" y="359"/>
                    <a:pt x="175" y="353"/>
                    <a:pt x="182" y="348"/>
                  </a:cubicBezTo>
                  <a:cubicBezTo>
                    <a:pt x="194" y="339"/>
                    <a:pt x="205" y="330"/>
                    <a:pt x="217" y="322"/>
                  </a:cubicBezTo>
                  <a:cubicBezTo>
                    <a:pt x="232" y="311"/>
                    <a:pt x="247" y="301"/>
                    <a:pt x="262" y="290"/>
                  </a:cubicBezTo>
                  <a:cubicBezTo>
                    <a:pt x="266" y="287"/>
                    <a:pt x="269" y="284"/>
                    <a:pt x="273" y="281"/>
                  </a:cubicBezTo>
                  <a:cubicBezTo>
                    <a:pt x="262" y="284"/>
                    <a:pt x="253" y="290"/>
                    <a:pt x="244" y="296"/>
                  </a:cubicBezTo>
                  <a:cubicBezTo>
                    <a:pt x="244" y="295"/>
                    <a:pt x="244" y="294"/>
                    <a:pt x="245" y="293"/>
                  </a:cubicBezTo>
                  <a:cubicBezTo>
                    <a:pt x="246" y="292"/>
                    <a:pt x="247" y="292"/>
                    <a:pt x="248" y="291"/>
                  </a:cubicBezTo>
                  <a:cubicBezTo>
                    <a:pt x="258" y="284"/>
                    <a:pt x="268" y="279"/>
                    <a:pt x="279" y="275"/>
                  </a:cubicBezTo>
                  <a:cubicBezTo>
                    <a:pt x="281" y="275"/>
                    <a:pt x="282" y="274"/>
                    <a:pt x="283" y="273"/>
                  </a:cubicBezTo>
                  <a:cubicBezTo>
                    <a:pt x="283" y="273"/>
                    <a:pt x="283" y="272"/>
                    <a:pt x="283" y="272"/>
                  </a:cubicBezTo>
                  <a:cubicBezTo>
                    <a:pt x="282" y="273"/>
                    <a:pt x="280" y="273"/>
                    <a:pt x="279" y="273"/>
                  </a:cubicBezTo>
                  <a:cubicBezTo>
                    <a:pt x="265" y="279"/>
                    <a:pt x="252" y="284"/>
                    <a:pt x="239" y="293"/>
                  </a:cubicBezTo>
                  <a:cubicBezTo>
                    <a:pt x="230" y="299"/>
                    <a:pt x="220" y="305"/>
                    <a:pt x="211" y="312"/>
                  </a:cubicBezTo>
                  <a:cubicBezTo>
                    <a:pt x="198" y="321"/>
                    <a:pt x="186" y="332"/>
                    <a:pt x="174" y="342"/>
                  </a:cubicBezTo>
                  <a:cubicBezTo>
                    <a:pt x="173" y="342"/>
                    <a:pt x="172" y="343"/>
                    <a:pt x="172" y="343"/>
                  </a:cubicBezTo>
                  <a:cubicBezTo>
                    <a:pt x="172" y="343"/>
                    <a:pt x="172" y="343"/>
                    <a:pt x="171" y="342"/>
                  </a:cubicBezTo>
                  <a:cubicBezTo>
                    <a:pt x="172" y="342"/>
                    <a:pt x="172" y="341"/>
                    <a:pt x="173" y="341"/>
                  </a:cubicBezTo>
                  <a:cubicBezTo>
                    <a:pt x="186" y="330"/>
                    <a:pt x="200" y="319"/>
                    <a:pt x="213" y="308"/>
                  </a:cubicBezTo>
                  <a:cubicBezTo>
                    <a:pt x="226" y="298"/>
                    <a:pt x="240" y="289"/>
                    <a:pt x="255" y="282"/>
                  </a:cubicBezTo>
                  <a:cubicBezTo>
                    <a:pt x="265" y="277"/>
                    <a:pt x="275" y="272"/>
                    <a:pt x="286" y="269"/>
                  </a:cubicBezTo>
                  <a:cubicBezTo>
                    <a:pt x="287" y="269"/>
                    <a:pt x="288" y="269"/>
                    <a:pt x="289" y="269"/>
                  </a:cubicBezTo>
                  <a:cubicBezTo>
                    <a:pt x="288" y="268"/>
                    <a:pt x="288" y="268"/>
                    <a:pt x="288" y="268"/>
                  </a:cubicBezTo>
                  <a:cubicBezTo>
                    <a:pt x="286" y="268"/>
                    <a:pt x="285" y="269"/>
                    <a:pt x="283" y="269"/>
                  </a:cubicBezTo>
                  <a:cubicBezTo>
                    <a:pt x="264" y="275"/>
                    <a:pt x="247" y="284"/>
                    <a:pt x="231" y="293"/>
                  </a:cubicBezTo>
                  <a:cubicBezTo>
                    <a:pt x="218" y="301"/>
                    <a:pt x="206" y="310"/>
                    <a:pt x="194" y="319"/>
                  </a:cubicBezTo>
                  <a:cubicBezTo>
                    <a:pt x="182" y="328"/>
                    <a:pt x="172" y="338"/>
                    <a:pt x="161" y="347"/>
                  </a:cubicBezTo>
                  <a:cubicBezTo>
                    <a:pt x="160" y="347"/>
                    <a:pt x="159" y="348"/>
                    <a:pt x="158" y="349"/>
                  </a:cubicBezTo>
                  <a:cubicBezTo>
                    <a:pt x="158" y="349"/>
                    <a:pt x="158" y="350"/>
                    <a:pt x="158" y="351"/>
                  </a:cubicBezTo>
                  <a:cubicBezTo>
                    <a:pt x="158" y="351"/>
                    <a:pt x="159" y="351"/>
                    <a:pt x="159" y="351"/>
                  </a:cubicBezTo>
                  <a:cubicBezTo>
                    <a:pt x="161" y="350"/>
                    <a:pt x="162" y="349"/>
                    <a:pt x="164" y="348"/>
                  </a:cubicBezTo>
                  <a:cubicBezTo>
                    <a:pt x="165" y="348"/>
                    <a:pt x="165" y="347"/>
                    <a:pt x="166" y="347"/>
                  </a:cubicBezTo>
                  <a:cubicBezTo>
                    <a:pt x="166" y="347"/>
                    <a:pt x="166" y="347"/>
                    <a:pt x="167" y="347"/>
                  </a:cubicBezTo>
                  <a:cubicBezTo>
                    <a:pt x="166" y="348"/>
                    <a:pt x="165" y="349"/>
                    <a:pt x="165" y="350"/>
                  </a:cubicBezTo>
                  <a:cubicBezTo>
                    <a:pt x="163" y="352"/>
                    <a:pt x="161" y="354"/>
                    <a:pt x="159" y="356"/>
                  </a:cubicBezTo>
                  <a:cubicBezTo>
                    <a:pt x="158" y="356"/>
                    <a:pt x="158" y="357"/>
                    <a:pt x="158" y="358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60" y="357"/>
                    <a:pt x="162" y="356"/>
                    <a:pt x="163" y="355"/>
                  </a:cubicBezTo>
                  <a:close/>
                  <a:moveTo>
                    <a:pt x="390" y="188"/>
                  </a:moveTo>
                  <a:cubicBezTo>
                    <a:pt x="390" y="188"/>
                    <a:pt x="391" y="189"/>
                    <a:pt x="391" y="189"/>
                  </a:cubicBezTo>
                  <a:cubicBezTo>
                    <a:pt x="390" y="189"/>
                    <a:pt x="390" y="189"/>
                    <a:pt x="390" y="189"/>
                  </a:cubicBezTo>
                  <a:cubicBezTo>
                    <a:pt x="384" y="193"/>
                    <a:pt x="377" y="196"/>
                    <a:pt x="371" y="200"/>
                  </a:cubicBezTo>
                  <a:cubicBezTo>
                    <a:pt x="358" y="207"/>
                    <a:pt x="345" y="217"/>
                    <a:pt x="333" y="226"/>
                  </a:cubicBezTo>
                  <a:cubicBezTo>
                    <a:pt x="324" y="233"/>
                    <a:pt x="317" y="243"/>
                    <a:pt x="309" y="251"/>
                  </a:cubicBezTo>
                  <a:cubicBezTo>
                    <a:pt x="309" y="251"/>
                    <a:pt x="310" y="252"/>
                    <a:pt x="310" y="252"/>
                  </a:cubicBezTo>
                  <a:cubicBezTo>
                    <a:pt x="314" y="248"/>
                    <a:pt x="318" y="244"/>
                    <a:pt x="322" y="240"/>
                  </a:cubicBezTo>
                  <a:cubicBezTo>
                    <a:pt x="327" y="236"/>
                    <a:pt x="331" y="231"/>
                    <a:pt x="336" y="228"/>
                  </a:cubicBezTo>
                  <a:cubicBezTo>
                    <a:pt x="340" y="224"/>
                    <a:pt x="345" y="221"/>
                    <a:pt x="350" y="217"/>
                  </a:cubicBezTo>
                  <a:cubicBezTo>
                    <a:pt x="355" y="214"/>
                    <a:pt x="360" y="211"/>
                    <a:pt x="365" y="208"/>
                  </a:cubicBezTo>
                  <a:cubicBezTo>
                    <a:pt x="370" y="205"/>
                    <a:pt x="376" y="202"/>
                    <a:pt x="381" y="199"/>
                  </a:cubicBezTo>
                  <a:cubicBezTo>
                    <a:pt x="386" y="197"/>
                    <a:pt x="391" y="194"/>
                    <a:pt x="397" y="192"/>
                  </a:cubicBezTo>
                  <a:cubicBezTo>
                    <a:pt x="397" y="193"/>
                    <a:pt x="396" y="193"/>
                    <a:pt x="396" y="193"/>
                  </a:cubicBezTo>
                  <a:cubicBezTo>
                    <a:pt x="391" y="196"/>
                    <a:pt x="386" y="198"/>
                    <a:pt x="382" y="201"/>
                  </a:cubicBezTo>
                  <a:cubicBezTo>
                    <a:pt x="363" y="210"/>
                    <a:pt x="346" y="221"/>
                    <a:pt x="331" y="235"/>
                  </a:cubicBezTo>
                  <a:cubicBezTo>
                    <a:pt x="330" y="237"/>
                    <a:pt x="328" y="238"/>
                    <a:pt x="327" y="240"/>
                  </a:cubicBezTo>
                  <a:cubicBezTo>
                    <a:pt x="332" y="237"/>
                    <a:pt x="336" y="234"/>
                    <a:pt x="341" y="231"/>
                  </a:cubicBezTo>
                  <a:cubicBezTo>
                    <a:pt x="352" y="224"/>
                    <a:pt x="362" y="218"/>
                    <a:pt x="373" y="211"/>
                  </a:cubicBezTo>
                  <a:cubicBezTo>
                    <a:pt x="384" y="204"/>
                    <a:pt x="395" y="196"/>
                    <a:pt x="407" y="188"/>
                  </a:cubicBezTo>
                  <a:cubicBezTo>
                    <a:pt x="408" y="188"/>
                    <a:pt x="408" y="187"/>
                    <a:pt x="409" y="186"/>
                  </a:cubicBezTo>
                  <a:cubicBezTo>
                    <a:pt x="409" y="186"/>
                    <a:pt x="410" y="184"/>
                    <a:pt x="409" y="184"/>
                  </a:cubicBezTo>
                  <a:cubicBezTo>
                    <a:pt x="409" y="183"/>
                    <a:pt x="408" y="183"/>
                    <a:pt x="407" y="183"/>
                  </a:cubicBezTo>
                  <a:cubicBezTo>
                    <a:pt x="406" y="183"/>
                    <a:pt x="405" y="183"/>
                    <a:pt x="405" y="184"/>
                  </a:cubicBezTo>
                  <a:cubicBezTo>
                    <a:pt x="403" y="184"/>
                    <a:pt x="402" y="184"/>
                    <a:pt x="400" y="185"/>
                  </a:cubicBezTo>
                  <a:cubicBezTo>
                    <a:pt x="400" y="184"/>
                    <a:pt x="400" y="184"/>
                    <a:pt x="400" y="184"/>
                  </a:cubicBezTo>
                  <a:cubicBezTo>
                    <a:pt x="402" y="183"/>
                    <a:pt x="403" y="182"/>
                    <a:pt x="405" y="181"/>
                  </a:cubicBezTo>
                  <a:cubicBezTo>
                    <a:pt x="406" y="181"/>
                    <a:pt x="408" y="180"/>
                    <a:pt x="409" y="179"/>
                  </a:cubicBezTo>
                  <a:cubicBezTo>
                    <a:pt x="410" y="178"/>
                    <a:pt x="411" y="177"/>
                    <a:pt x="410" y="175"/>
                  </a:cubicBezTo>
                  <a:cubicBezTo>
                    <a:pt x="409" y="174"/>
                    <a:pt x="408" y="174"/>
                    <a:pt x="407" y="175"/>
                  </a:cubicBezTo>
                  <a:cubicBezTo>
                    <a:pt x="402" y="177"/>
                    <a:pt x="397" y="179"/>
                    <a:pt x="392" y="181"/>
                  </a:cubicBezTo>
                  <a:cubicBezTo>
                    <a:pt x="384" y="185"/>
                    <a:pt x="376" y="188"/>
                    <a:pt x="369" y="194"/>
                  </a:cubicBezTo>
                  <a:cubicBezTo>
                    <a:pt x="369" y="194"/>
                    <a:pt x="368" y="194"/>
                    <a:pt x="367" y="194"/>
                  </a:cubicBezTo>
                  <a:cubicBezTo>
                    <a:pt x="368" y="193"/>
                    <a:pt x="368" y="192"/>
                    <a:pt x="369" y="192"/>
                  </a:cubicBezTo>
                  <a:cubicBezTo>
                    <a:pt x="371" y="190"/>
                    <a:pt x="374" y="189"/>
                    <a:pt x="376" y="187"/>
                  </a:cubicBezTo>
                  <a:cubicBezTo>
                    <a:pt x="386" y="182"/>
                    <a:pt x="396" y="178"/>
                    <a:pt x="406" y="173"/>
                  </a:cubicBezTo>
                  <a:cubicBezTo>
                    <a:pt x="408" y="172"/>
                    <a:pt x="409" y="171"/>
                    <a:pt x="410" y="170"/>
                  </a:cubicBezTo>
                  <a:cubicBezTo>
                    <a:pt x="411" y="170"/>
                    <a:pt x="410" y="169"/>
                    <a:pt x="411" y="168"/>
                  </a:cubicBezTo>
                  <a:cubicBezTo>
                    <a:pt x="410" y="168"/>
                    <a:pt x="409" y="168"/>
                    <a:pt x="409" y="168"/>
                  </a:cubicBezTo>
                  <a:cubicBezTo>
                    <a:pt x="407" y="169"/>
                    <a:pt x="405" y="170"/>
                    <a:pt x="403" y="171"/>
                  </a:cubicBezTo>
                  <a:cubicBezTo>
                    <a:pt x="383" y="181"/>
                    <a:pt x="364" y="192"/>
                    <a:pt x="346" y="205"/>
                  </a:cubicBezTo>
                  <a:cubicBezTo>
                    <a:pt x="328" y="217"/>
                    <a:pt x="313" y="232"/>
                    <a:pt x="302" y="251"/>
                  </a:cubicBezTo>
                  <a:cubicBezTo>
                    <a:pt x="300" y="253"/>
                    <a:pt x="299" y="256"/>
                    <a:pt x="298" y="258"/>
                  </a:cubicBezTo>
                  <a:cubicBezTo>
                    <a:pt x="298" y="258"/>
                    <a:pt x="298" y="258"/>
                    <a:pt x="299" y="259"/>
                  </a:cubicBezTo>
                  <a:cubicBezTo>
                    <a:pt x="306" y="246"/>
                    <a:pt x="315" y="235"/>
                    <a:pt x="325" y="225"/>
                  </a:cubicBezTo>
                  <a:cubicBezTo>
                    <a:pt x="335" y="216"/>
                    <a:pt x="346" y="207"/>
                    <a:pt x="358" y="199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51" y="206"/>
                    <a:pt x="344" y="211"/>
                    <a:pt x="338" y="216"/>
                  </a:cubicBezTo>
                  <a:cubicBezTo>
                    <a:pt x="325" y="226"/>
                    <a:pt x="315" y="237"/>
                    <a:pt x="306" y="249"/>
                  </a:cubicBezTo>
                  <a:cubicBezTo>
                    <a:pt x="306" y="250"/>
                    <a:pt x="306" y="251"/>
                    <a:pt x="305" y="252"/>
                  </a:cubicBezTo>
                  <a:cubicBezTo>
                    <a:pt x="306" y="252"/>
                    <a:pt x="306" y="252"/>
                    <a:pt x="306" y="251"/>
                  </a:cubicBezTo>
                  <a:cubicBezTo>
                    <a:pt x="313" y="244"/>
                    <a:pt x="320" y="236"/>
                    <a:pt x="327" y="229"/>
                  </a:cubicBezTo>
                  <a:cubicBezTo>
                    <a:pt x="334" y="221"/>
                    <a:pt x="343" y="215"/>
                    <a:pt x="352" y="209"/>
                  </a:cubicBezTo>
                  <a:cubicBezTo>
                    <a:pt x="362" y="203"/>
                    <a:pt x="373" y="197"/>
                    <a:pt x="384" y="191"/>
                  </a:cubicBezTo>
                  <a:cubicBezTo>
                    <a:pt x="386" y="190"/>
                    <a:pt x="388" y="189"/>
                    <a:pt x="390" y="188"/>
                  </a:cubicBezTo>
                  <a:close/>
                  <a:moveTo>
                    <a:pt x="299" y="249"/>
                  </a:moveTo>
                  <a:cubicBezTo>
                    <a:pt x="300" y="249"/>
                    <a:pt x="300" y="249"/>
                    <a:pt x="300" y="249"/>
                  </a:cubicBezTo>
                  <a:cubicBezTo>
                    <a:pt x="301" y="248"/>
                    <a:pt x="301" y="247"/>
                    <a:pt x="302" y="247"/>
                  </a:cubicBezTo>
                  <a:cubicBezTo>
                    <a:pt x="306" y="239"/>
                    <a:pt x="312" y="232"/>
                    <a:pt x="319" y="225"/>
                  </a:cubicBezTo>
                  <a:cubicBezTo>
                    <a:pt x="332" y="210"/>
                    <a:pt x="349" y="198"/>
                    <a:pt x="366" y="188"/>
                  </a:cubicBezTo>
                  <a:cubicBezTo>
                    <a:pt x="380" y="180"/>
                    <a:pt x="395" y="173"/>
                    <a:pt x="409" y="165"/>
                  </a:cubicBezTo>
                  <a:cubicBezTo>
                    <a:pt x="410" y="165"/>
                    <a:pt x="412" y="164"/>
                    <a:pt x="413" y="163"/>
                  </a:cubicBezTo>
                  <a:cubicBezTo>
                    <a:pt x="412" y="162"/>
                    <a:pt x="411" y="161"/>
                    <a:pt x="410" y="161"/>
                  </a:cubicBezTo>
                  <a:cubicBezTo>
                    <a:pt x="407" y="157"/>
                    <a:pt x="404" y="154"/>
                    <a:pt x="400" y="151"/>
                  </a:cubicBezTo>
                  <a:cubicBezTo>
                    <a:pt x="398" y="149"/>
                    <a:pt x="397" y="149"/>
                    <a:pt x="395" y="151"/>
                  </a:cubicBezTo>
                  <a:cubicBezTo>
                    <a:pt x="391" y="153"/>
                    <a:pt x="386" y="156"/>
                    <a:pt x="382" y="159"/>
                  </a:cubicBezTo>
                  <a:cubicBezTo>
                    <a:pt x="359" y="175"/>
                    <a:pt x="338" y="194"/>
                    <a:pt x="321" y="217"/>
                  </a:cubicBezTo>
                  <a:cubicBezTo>
                    <a:pt x="320" y="218"/>
                    <a:pt x="320" y="218"/>
                    <a:pt x="319" y="219"/>
                  </a:cubicBezTo>
                  <a:cubicBezTo>
                    <a:pt x="332" y="208"/>
                    <a:pt x="345" y="197"/>
                    <a:pt x="359" y="188"/>
                  </a:cubicBezTo>
                  <a:cubicBezTo>
                    <a:pt x="373" y="179"/>
                    <a:pt x="388" y="171"/>
                    <a:pt x="404" y="164"/>
                  </a:cubicBezTo>
                  <a:cubicBezTo>
                    <a:pt x="401" y="161"/>
                    <a:pt x="398" y="157"/>
                    <a:pt x="395" y="154"/>
                  </a:cubicBezTo>
                  <a:cubicBezTo>
                    <a:pt x="396" y="154"/>
                    <a:pt x="396" y="153"/>
                    <a:pt x="396" y="153"/>
                  </a:cubicBezTo>
                  <a:cubicBezTo>
                    <a:pt x="399" y="157"/>
                    <a:pt x="403" y="160"/>
                    <a:pt x="406" y="164"/>
                  </a:cubicBezTo>
                  <a:cubicBezTo>
                    <a:pt x="405" y="165"/>
                    <a:pt x="404" y="165"/>
                    <a:pt x="403" y="166"/>
                  </a:cubicBezTo>
                  <a:cubicBezTo>
                    <a:pt x="387" y="174"/>
                    <a:pt x="370" y="183"/>
                    <a:pt x="355" y="193"/>
                  </a:cubicBezTo>
                  <a:cubicBezTo>
                    <a:pt x="338" y="204"/>
                    <a:pt x="322" y="217"/>
                    <a:pt x="310" y="233"/>
                  </a:cubicBezTo>
                  <a:cubicBezTo>
                    <a:pt x="306" y="238"/>
                    <a:pt x="303" y="243"/>
                    <a:pt x="299" y="249"/>
                  </a:cubicBezTo>
                  <a:close/>
                  <a:moveTo>
                    <a:pt x="179" y="297"/>
                  </a:moveTo>
                  <a:cubicBezTo>
                    <a:pt x="181" y="295"/>
                    <a:pt x="181" y="294"/>
                    <a:pt x="179" y="293"/>
                  </a:cubicBezTo>
                  <a:cubicBezTo>
                    <a:pt x="175" y="288"/>
                    <a:pt x="171" y="284"/>
                    <a:pt x="167" y="279"/>
                  </a:cubicBezTo>
                  <a:cubicBezTo>
                    <a:pt x="151" y="262"/>
                    <a:pt x="134" y="244"/>
                    <a:pt x="117" y="226"/>
                  </a:cubicBezTo>
                  <a:cubicBezTo>
                    <a:pt x="103" y="211"/>
                    <a:pt x="90" y="196"/>
                    <a:pt x="76" y="181"/>
                  </a:cubicBezTo>
                  <a:cubicBezTo>
                    <a:pt x="62" y="167"/>
                    <a:pt x="49" y="152"/>
                    <a:pt x="36" y="137"/>
                  </a:cubicBezTo>
                  <a:cubicBezTo>
                    <a:pt x="35" y="137"/>
                    <a:pt x="35" y="136"/>
                    <a:pt x="34" y="136"/>
                  </a:cubicBezTo>
                  <a:cubicBezTo>
                    <a:pt x="33" y="137"/>
                    <a:pt x="33" y="137"/>
                    <a:pt x="32" y="138"/>
                  </a:cubicBezTo>
                  <a:cubicBezTo>
                    <a:pt x="32" y="138"/>
                    <a:pt x="31" y="139"/>
                    <a:pt x="31" y="139"/>
                  </a:cubicBezTo>
                  <a:cubicBezTo>
                    <a:pt x="81" y="191"/>
                    <a:pt x="130" y="244"/>
                    <a:pt x="179" y="297"/>
                  </a:cubicBezTo>
                  <a:close/>
                  <a:moveTo>
                    <a:pt x="181" y="297"/>
                  </a:moveTo>
                  <a:cubicBezTo>
                    <a:pt x="208" y="285"/>
                    <a:pt x="233" y="271"/>
                    <a:pt x="261" y="265"/>
                  </a:cubicBezTo>
                  <a:cubicBezTo>
                    <a:pt x="261" y="265"/>
                    <a:pt x="260" y="265"/>
                    <a:pt x="260" y="265"/>
                  </a:cubicBezTo>
                  <a:cubicBezTo>
                    <a:pt x="254" y="267"/>
                    <a:pt x="248" y="268"/>
                    <a:pt x="242" y="269"/>
                  </a:cubicBezTo>
                  <a:cubicBezTo>
                    <a:pt x="233" y="273"/>
                    <a:pt x="224" y="276"/>
                    <a:pt x="215" y="280"/>
                  </a:cubicBezTo>
                  <a:cubicBezTo>
                    <a:pt x="204" y="283"/>
                    <a:pt x="194" y="288"/>
                    <a:pt x="184" y="294"/>
                  </a:cubicBezTo>
                  <a:cubicBezTo>
                    <a:pt x="182" y="294"/>
                    <a:pt x="181" y="295"/>
                    <a:pt x="181" y="29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2270125" y="4073525"/>
              <a:ext cx="207963" cy="192088"/>
            </a:xfrm>
            <a:custGeom>
              <a:avLst/>
              <a:gdLst>
                <a:gd name="T0" fmla="*/ 5 w 55"/>
                <a:gd name="T1" fmla="*/ 51 h 51"/>
                <a:gd name="T2" fmla="*/ 8 w 55"/>
                <a:gd name="T3" fmla="*/ 39 h 51"/>
                <a:gd name="T4" fmla="*/ 5 w 55"/>
                <a:gd name="T5" fmla="*/ 11 h 51"/>
                <a:gd name="T6" fmla="*/ 0 w 55"/>
                <a:gd name="T7" fmla="*/ 6 h 51"/>
                <a:gd name="T8" fmla="*/ 4 w 55"/>
                <a:gd name="T9" fmla="*/ 2 h 51"/>
                <a:gd name="T10" fmla="*/ 27 w 55"/>
                <a:gd name="T11" fmla="*/ 1 h 51"/>
                <a:gd name="T12" fmla="*/ 42 w 55"/>
                <a:gd name="T13" fmla="*/ 6 h 51"/>
                <a:gd name="T14" fmla="*/ 40 w 55"/>
                <a:gd name="T15" fmla="*/ 45 h 51"/>
                <a:gd name="T16" fmla="*/ 18 w 55"/>
                <a:gd name="T17" fmla="*/ 51 h 51"/>
                <a:gd name="T18" fmla="*/ 5 w 55"/>
                <a:gd name="T19" fmla="*/ 51 h 51"/>
                <a:gd name="T20" fmla="*/ 13 w 55"/>
                <a:gd name="T21" fmla="*/ 11 h 51"/>
                <a:gd name="T22" fmla="*/ 17 w 55"/>
                <a:gd name="T23" fmla="*/ 45 h 51"/>
                <a:gd name="T24" fmla="*/ 17 w 55"/>
                <a:gd name="T25" fmla="*/ 45 h 51"/>
                <a:gd name="T26" fmla="*/ 18 w 55"/>
                <a:gd name="T27" fmla="*/ 46 h 51"/>
                <a:gd name="T28" fmla="*/ 31 w 55"/>
                <a:gd name="T29" fmla="*/ 43 h 51"/>
                <a:gd name="T30" fmla="*/ 38 w 55"/>
                <a:gd name="T31" fmla="*/ 14 h 51"/>
                <a:gd name="T32" fmla="*/ 20 w 55"/>
                <a:gd name="T33" fmla="*/ 5 h 51"/>
                <a:gd name="T34" fmla="*/ 13 w 55"/>
                <a:gd name="T35" fmla="*/ 1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" h="51">
                  <a:moveTo>
                    <a:pt x="5" y="51"/>
                  </a:moveTo>
                  <a:cubicBezTo>
                    <a:pt x="9" y="48"/>
                    <a:pt x="9" y="43"/>
                    <a:pt x="8" y="39"/>
                  </a:cubicBezTo>
                  <a:cubicBezTo>
                    <a:pt x="7" y="30"/>
                    <a:pt x="6" y="20"/>
                    <a:pt x="5" y="11"/>
                  </a:cubicBezTo>
                  <a:cubicBezTo>
                    <a:pt x="4" y="8"/>
                    <a:pt x="3" y="6"/>
                    <a:pt x="0" y="6"/>
                  </a:cubicBezTo>
                  <a:cubicBezTo>
                    <a:pt x="0" y="3"/>
                    <a:pt x="2" y="2"/>
                    <a:pt x="4" y="2"/>
                  </a:cubicBezTo>
                  <a:cubicBezTo>
                    <a:pt x="11" y="1"/>
                    <a:pt x="19" y="0"/>
                    <a:pt x="27" y="1"/>
                  </a:cubicBezTo>
                  <a:cubicBezTo>
                    <a:pt x="32" y="1"/>
                    <a:pt x="37" y="3"/>
                    <a:pt x="42" y="6"/>
                  </a:cubicBezTo>
                  <a:cubicBezTo>
                    <a:pt x="55" y="16"/>
                    <a:pt x="54" y="36"/>
                    <a:pt x="40" y="45"/>
                  </a:cubicBezTo>
                  <a:cubicBezTo>
                    <a:pt x="33" y="49"/>
                    <a:pt x="26" y="51"/>
                    <a:pt x="18" y="51"/>
                  </a:cubicBezTo>
                  <a:cubicBezTo>
                    <a:pt x="14" y="51"/>
                    <a:pt x="10" y="51"/>
                    <a:pt x="5" y="51"/>
                  </a:cubicBezTo>
                  <a:close/>
                  <a:moveTo>
                    <a:pt x="13" y="11"/>
                  </a:moveTo>
                  <a:cubicBezTo>
                    <a:pt x="14" y="22"/>
                    <a:pt x="15" y="33"/>
                    <a:pt x="17" y="45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7" y="45"/>
                    <a:pt x="18" y="46"/>
                    <a:pt x="18" y="46"/>
                  </a:cubicBezTo>
                  <a:cubicBezTo>
                    <a:pt x="23" y="45"/>
                    <a:pt x="27" y="45"/>
                    <a:pt x="31" y="43"/>
                  </a:cubicBezTo>
                  <a:cubicBezTo>
                    <a:pt x="42" y="38"/>
                    <a:pt x="46" y="24"/>
                    <a:pt x="38" y="14"/>
                  </a:cubicBezTo>
                  <a:cubicBezTo>
                    <a:pt x="34" y="8"/>
                    <a:pt x="27" y="5"/>
                    <a:pt x="20" y="5"/>
                  </a:cubicBezTo>
                  <a:cubicBezTo>
                    <a:pt x="14" y="5"/>
                    <a:pt x="13" y="6"/>
                    <a:pt x="13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" name="Freeform 7"/>
            <p:cNvSpPr>
              <a:spLocks noEditPoints="1"/>
            </p:cNvSpPr>
            <p:nvPr/>
          </p:nvSpPr>
          <p:spPr bwMode="auto">
            <a:xfrm>
              <a:off x="2563813" y="3892550"/>
              <a:ext cx="249238" cy="244475"/>
            </a:xfrm>
            <a:custGeom>
              <a:avLst/>
              <a:gdLst>
                <a:gd name="T0" fmla="*/ 33 w 66"/>
                <a:gd name="T1" fmla="*/ 65 h 65"/>
                <a:gd name="T2" fmla="*/ 25 w 66"/>
                <a:gd name="T3" fmla="*/ 49 h 65"/>
                <a:gd name="T4" fmla="*/ 17 w 66"/>
                <a:gd name="T5" fmla="*/ 42 h 65"/>
                <a:gd name="T6" fmla="*/ 3 w 66"/>
                <a:gd name="T7" fmla="*/ 40 h 65"/>
                <a:gd name="T8" fmla="*/ 0 w 66"/>
                <a:gd name="T9" fmla="*/ 38 h 65"/>
                <a:gd name="T10" fmla="*/ 2 w 66"/>
                <a:gd name="T11" fmla="*/ 35 h 65"/>
                <a:gd name="T12" fmla="*/ 12 w 66"/>
                <a:gd name="T13" fmla="*/ 27 h 65"/>
                <a:gd name="T14" fmla="*/ 14 w 66"/>
                <a:gd name="T15" fmla="*/ 19 h 65"/>
                <a:gd name="T16" fmla="*/ 13 w 66"/>
                <a:gd name="T17" fmla="*/ 8 h 65"/>
                <a:gd name="T18" fmla="*/ 14 w 66"/>
                <a:gd name="T19" fmla="*/ 2 h 65"/>
                <a:gd name="T20" fmla="*/ 20 w 66"/>
                <a:gd name="T21" fmla="*/ 3 h 65"/>
                <a:gd name="T22" fmla="*/ 28 w 66"/>
                <a:gd name="T23" fmla="*/ 8 h 65"/>
                <a:gd name="T24" fmla="*/ 38 w 66"/>
                <a:gd name="T25" fmla="*/ 9 h 65"/>
                <a:gd name="T26" fmla="*/ 48 w 66"/>
                <a:gd name="T27" fmla="*/ 3 h 65"/>
                <a:gd name="T28" fmla="*/ 51 w 66"/>
                <a:gd name="T29" fmla="*/ 1 h 65"/>
                <a:gd name="T30" fmla="*/ 53 w 66"/>
                <a:gd name="T31" fmla="*/ 1 h 65"/>
                <a:gd name="T32" fmla="*/ 53 w 66"/>
                <a:gd name="T33" fmla="*/ 2 h 65"/>
                <a:gd name="T34" fmla="*/ 51 w 66"/>
                <a:gd name="T35" fmla="*/ 17 h 65"/>
                <a:gd name="T36" fmla="*/ 54 w 66"/>
                <a:gd name="T37" fmla="*/ 25 h 65"/>
                <a:gd name="T38" fmla="*/ 65 w 66"/>
                <a:gd name="T39" fmla="*/ 36 h 65"/>
                <a:gd name="T40" fmla="*/ 66 w 66"/>
                <a:gd name="T41" fmla="*/ 39 h 65"/>
                <a:gd name="T42" fmla="*/ 63 w 66"/>
                <a:gd name="T43" fmla="*/ 41 h 65"/>
                <a:gd name="T44" fmla="*/ 46 w 66"/>
                <a:gd name="T45" fmla="*/ 43 h 65"/>
                <a:gd name="T46" fmla="*/ 41 w 66"/>
                <a:gd name="T47" fmla="*/ 48 h 65"/>
                <a:gd name="T48" fmla="*/ 33 w 66"/>
                <a:gd name="T49" fmla="*/ 65 h 65"/>
                <a:gd name="T50" fmla="*/ 33 w 66"/>
                <a:gd name="T51" fmla="*/ 65 h 65"/>
                <a:gd name="T52" fmla="*/ 60 w 66"/>
                <a:gd name="T53" fmla="*/ 37 h 65"/>
                <a:gd name="T54" fmla="*/ 49 w 66"/>
                <a:gd name="T55" fmla="*/ 26 h 65"/>
                <a:gd name="T56" fmla="*/ 47 w 66"/>
                <a:gd name="T57" fmla="*/ 19 h 65"/>
                <a:gd name="T58" fmla="*/ 49 w 66"/>
                <a:gd name="T59" fmla="*/ 7 h 65"/>
                <a:gd name="T60" fmla="*/ 48 w 66"/>
                <a:gd name="T61" fmla="*/ 7 h 65"/>
                <a:gd name="T62" fmla="*/ 39 w 66"/>
                <a:gd name="T63" fmla="*/ 12 h 65"/>
                <a:gd name="T64" fmla="*/ 27 w 66"/>
                <a:gd name="T65" fmla="*/ 12 h 65"/>
                <a:gd name="T66" fmla="*/ 18 w 66"/>
                <a:gd name="T67" fmla="*/ 8 h 65"/>
                <a:gd name="T68" fmla="*/ 18 w 66"/>
                <a:gd name="T69" fmla="*/ 12 h 65"/>
                <a:gd name="T70" fmla="*/ 19 w 66"/>
                <a:gd name="T71" fmla="*/ 19 h 65"/>
                <a:gd name="T72" fmla="*/ 16 w 66"/>
                <a:gd name="T73" fmla="*/ 29 h 65"/>
                <a:gd name="T74" fmla="*/ 12 w 66"/>
                <a:gd name="T75" fmla="*/ 33 h 65"/>
                <a:gd name="T76" fmla="*/ 8 w 66"/>
                <a:gd name="T77" fmla="*/ 37 h 65"/>
                <a:gd name="T78" fmla="*/ 23 w 66"/>
                <a:gd name="T79" fmla="*/ 39 h 65"/>
                <a:gd name="T80" fmla="*/ 28 w 66"/>
                <a:gd name="T81" fmla="*/ 43 h 65"/>
                <a:gd name="T82" fmla="*/ 31 w 66"/>
                <a:gd name="T83" fmla="*/ 52 h 65"/>
                <a:gd name="T84" fmla="*/ 33 w 66"/>
                <a:gd name="T85" fmla="*/ 55 h 65"/>
                <a:gd name="T86" fmla="*/ 37 w 66"/>
                <a:gd name="T87" fmla="*/ 45 h 65"/>
                <a:gd name="T88" fmla="*/ 43 w 66"/>
                <a:gd name="T89" fmla="*/ 40 h 65"/>
                <a:gd name="T90" fmla="*/ 60 w 66"/>
                <a:gd name="T91" fmla="*/ 3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6" h="65">
                  <a:moveTo>
                    <a:pt x="33" y="65"/>
                  </a:moveTo>
                  <a:cubicBezTo>
                    <a:pt x="30" y="60"/>
                    <a:pt x="27" y="55"/>
                    <a:pt x="25" y="49"/>
                  </a:cubicBezTo>
                  <a:cubicBezTo>
                    <a:pt x="24" y="45"/>
                    <a:pt x="21" y="43"/>
                    <a:pt x="17" y="42"/>
                  </a:cubicBezTo>
                  <a:cubicBezTo>
                    <a:pt x="12" y="42"/>
                    <a:pt x="8" y="41"/>
                    <a:pt x="3" y="40"/>
                  </a:cubicBezTo>
                  <a:cubicBezTo>
                    <a:pt x="2" y="40"/>
                    <a:pt x="1" y="39"/>
                    <a:pt x="0" y="38"/>
                  </a:cubicBezTo>
                  <a:cubicBezTo>
                    <a:pt x="1" y="37"/>
                    <a:pt x="1" y="36"/>
                    <a:pt x="2" y="35"/>
                  </a:cubicBezTo>
                  <a:cubicBezTo>
                    <a:pt x="5" y="32"/>
                    <a:pt x="9" y="29"/>
                    <a:pt x="12" y="27"/>
                  </a:cubicBezTo>
                  <a:cubicBezTo>
                    <a:pt x="15" y="24"/>
                    <a:pt x="15" y="22"/>
                    <a:pt x="14" y="19"/>
                  </a:cubicBezTo>
                  <a:cubicBezTo>
                    <a:pt x="14" y="15"/>
                    <a:pt x="13" y="12"/>
                    <a:pt x="13" y="8"/>
                  </a:cubicBezTo>
                  <a:cubicBezTo>
                    <a:pt x="13" y="6"/>
                    <a:pt x="13" y="3"/>
                    <a:pt x="14" y="2"/>
                  </a:cubicBezTo>
                  <a:cubicBezTo>
                    <a:pt x="16" y="0"/>
                    <a:pt x="18" y="2"/>
                    <a:pt x="20" y="3"/>
                  </a:cubicBezTo>
                  <a:cubicBezTo>
                    <a:pt x="23" y="5"/>
                    <a:pt x="25" y="7"/>
                    <a:pt x="28" y="8"/>
                  </a:cubicBezTo>
                  <a:cubicBezTo>
                    <a:pt x="31" y="10"/>
                    <a:pt x="34" y="11"/>
                    <a:pt x="38" y="9"/>
                  </a:cubicBezTo>
                  <a:cubicBezTo>
                    <a:pt x="41" y="7"/>
                    <a:pt x="44" y="5"/>
                    <a:pt x="48" y="3"/>
                  </a:cubicBezTo>
                  <a:cubicBezTo>
                    <a:pt x="49" y="2"/>
                    <a:pt x="50" y="2"/>
                    <a:pt x="51" y="1"/>
                  </a:cubicBezTo>
                  <a:cubicBezTo>
                    <a:pt x="52" y="1"/>
                    <a:pt x="52" y="1"/>
                    <a:pt x="53" y="1"/>
                  </a:cubicBezTo>
                  <a:cubicBezTo>
                    <a:pt x="53" y="1"/>
                    <a:pt x="53" y="2"/>
                    <a:pt x="53" y="2"/>
                  </a:cubicBezTo>
                  <a:cubicBezTo>
                    <a:pt x="53" y="7"/>
                    <a:pt x="52" y="12"/>
                    <a:pt x="51" y="17"/>
                  </a:cubicBezTo>
                  <a:cubicBezTo>
                    <a:pt x="51" y="20"/>
                    <a:pt x="51" y="23"/>
                    <a:pt x="54" y="25"/>
                  </a:cubicBezTo>
                  <a:cubicBezTo>
                    <a:pt x="57" y="29"/>
                    <a:pt x="61" y="32"/>
                    <a:pt x="65" y="36"/>
                  </a:cubicBezTo>
                  <a:cubicBezTo>
                    <a:pt x="65" y="37"/>
                    <a:pt x="66" y="38"/>
                    <a:pt x="66" y="39"/>
                  </a:cubicBezTo>
                  <a:cubicBezTo>
                    <a:pt x="65" y="40"/>
                    <a:pt x="64" y="40"/>
                    <a:pt x="63" y="41"/>
                  </a:cubicBezTo>
                  <a:cubicBezTo>
                    <a:pt x="58" y="42"/>
                    <a:pt x="52" y="43"/>
                    <a:pt x="46" y="43"/>
                  </a:cubicBezTo>
                  <a:cubicBezTo>
                    <a:pt x="43" y="44"/>
                    <a:pt x="42" y="45"/>
                    <a:pt x="41" y="48"/>
                  </a:cubicBezTo>
                  <a:cubicBezTo>
                    <a:pt x="38" y="54"/>
                    <a:pt x="36" y="59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lose/>
                  <a:moveTo>
                    <a:pt x="60" y="37"/>
                  </a:moveTo>
                  <a:cubicBezTo>
                    <a:pt x="56" y="33"/>
                    <a:pt x="53" y="30"/>
                    <a:pt x="49" y="26"/>
                  </a:cubicBezTo>
                  <a:cubicBezTo>
                    <a:pt x="47" y="24"/>
                    <a:pt x="46" y="22"/>
                    <a:pt x="47" y="19"/>
                  </a:cubicBezTo>
                  <a:cubicBezTo>
                    <a:pt x="48" y="15"/>
                    <a:pt x="48" y="11"/>
                    <a:pt x="49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5" y="9"/>
                    <a:pt x="42" y="10"/>
                    <a:pt x="39" y="12"/>
                  </a:cubicBezTo>
                  <a:cubicBezTo>
                    <a:pt x="35" y="15"/>
                    <a:pt x="31" y="15"/>
                    <a:pt x="27" y="12"/>
                  </a:cubicBezTo>
                  <a:cubicBezTo>
                    <a:pt x="25" y="11"/>
                    <a:pt x="21" y="10"/>
                    <a:pt x="18" y="8"/>
                  </a:cubicBezTo>
                  <a:cubicBezTo>
                    <a:pt x="18" y="10"/>
                    <a:pt x="18" y="11"/>
                    <a:pt x="18" y="12"/>
                  </a:cubicBezTo>
                  <a:cubicBezTo>
                    <a:pt x="18" y="14"/>
                    <a:pt x="19" y="16"/>
                    <a:pt x="19" y="19"/>
                  </a:cubicBezTo>
                  <a:cubicBezTo>
                    <a:pt x="20" y="23"/>
                    <a:pt x="20" y="27"/>
                    <a:pt x="16" y="29"/>
                  </a:cubicBezTo>
                  <a:cubicBezTo>
                    <a:pt x="14" y="30"/>
                    <a:pt x="13" y="32"/>
                    <a:pt x="12" y="33"/>
                  </a:cubicBezTo>
                  <a:cubicBezTo>
                    <a:pt x="10" y="34"/>
                    <a:pt x="9" y="35"/>
                    <a:pt x="8" y="37"/>
                  </a:cubicBezTo>
                  <a:cubicBezTo>
                    <a:pt x="13" y="37"/>
                    <a:pt x="18" y="38"/>
                    <a:pt x="23" y="39"/>
                  </a:cubicBezTo>
                  <a:cubicBezTo>
                    <a:pt x="26" y="40"/>
                    <a:pt x="27" y="41"/>
                    <a:pt x="28" y="43"/>
                  </a:cubicBezTo>
                  <a:cubicBezTo>
                    <a:pt x="29" y="46"/>
                    <a:pt x="30" y="49"/>
                    <a:pt x="31" y="52"/>
                  </a:cubicBezTo>
                  <a:cubicBezTo>
                    <a:pt x="32" y="53"/>
                    <a:pt x="32" y="54"/>
                    <a:pt x="33" y="55"/>
                  </a:cubicBezTo>
                  <a:cubicBezTo>
                    <a:pt x="34" y="51"/>
                    <a:pt x="36" y="48"/>
                    <a:pt x="37" y="45"/>
                  </a:cubicBezTo>
                  <a:cubicBezTo>
                    <a:pt x="38" y="42"/>
                    <a:pt x="40" y="40"/>
                    <a:pt x="43" y="40"/>
                  </a:cubicBezTo>
                  <a:cubicBezTo>
                    <a:pt x="48" y="39"/>
                    <a:pt x="54" y="38"/>
                    <a:pt x="6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" name="Freeform 8"/>
            <p:cNvSpPr>
              <a:spLocks/>
            </p:cNvSpPr>
            <p:nvPr/>
          </p:nvSpPr>
          <p:spPr bwMode="auto">
            <a:xfrm>
              <a:off x="1790700" y="2736850"/>
              <a:ext cx="161925" cy="150813"/>
            </a:xfrm>
            <a:custGeom>
              <a:avLst/>
              <a:gdLst>
                <a:gd name="T0" fmla="*/ 40 w 43"/>
                <a:gd name="T1" fmla="*/ 29 h 40"/>
                <a:gd name="T2" fmla="*/ 31 w 43"/>
                <a:gd name="T3" fmla="*/ 29 h 40"/>
                <a:gd name="T4" fmla="*/ 25 w 43"/>
                <a:gd name="T5" fmla="*/ 31 h 40"/>
                <a:gd name="T6" fmla="*/ 21 w 43"/>
                <a:gd name="T7" fmla="*/ 38 h 40"/>
                <a:gd name="T8" fmla="*/ 19 w 43"/>
                <a:gd name="T9" fmla="*/ 40 h 40"/>
                <a:gd name="T10" fmla="*/ 17 w 43"/>
                <a:gd name="T11" fmla="*/ 37 h 40"/>
                <a:gd name="T12" fmla="*/ 15 w 43"/>
                <a:gd name="T13" fmla="*/ 30 h 40"/>
                <a:gd name="T14" fmla="*/ 11 w 43"/>
                <a:gd name="T15" fmla="*/ 27 h 40"/>
                <a:gd name="T16" fmla="*/ 2 w 43"/>
                <a:gd name="T17" fmla="*/ 25 h 40"/>
                <a:gd name="T18" fmla="*/ 0 w 43"/>
                <a:gd name="T19" fmla="*/ 23 h 40"/>
                <a:gd name="T20" fmla="*/ 2 w 43"/>
                <a:gd name="T21" fmla="*/ 21 h 40"/>
                <a:gd name="T22" fmla="*/ 8 w 43"/>
                <a:gd name="T23" fmla="*/ 17 h 40"/>
                <a:gd name="T24" fmla="*/ 11 w 43"/>
                <a:gd name="T25" fmla="*/ 10 h 40"/>
                <a:gd name="T26" fmla="*/ 11 w 43"/>
                <a:gd name="T27" fmla="*/ 3 h 40"/>
                <a:gd name="T28" fmla="*/ 15 w 43"/>
                <a:gd name="T29" fmla="*/ 1 h 40"/>
                <a:gd name="T30" fmla="*/ 17 w 43"/>
                <a:gd name="T31" fmla="*/ 3 h 40"/>
                <a:gd name="T32" fmla="*/ 29 w 43"/>
                <a:gd name="T33" fmla="*/ 4 h 40"/>
                <a:gd name="T34" fmla="*/ 34 w 43"/>
                <a:gd name="T35" fmla="*/ 2 h 40"/>
                <a:gd name="T36" fmla="*/ 38 w 43"/>
                <a:gd name="T37" fmla="*/ 6 h 40"/>
                <a:gd name="T38" fmla="*/ 36 w 43"/>
                <a:gd name="T39" fmla="*/ 9 h 40"/>
                <a:gd name="T40" fmla="*/ 36 w 43"/>
                <a:gd name="T41" fmla="*/ 18 h 40"/>
                <a:gd name="T42" fmla="*/ 39 w 43"/>
                <a:gd name="T43" fmla="*/ 22 h 40"/>
                <a:gd name="T44" fmla="*/ 42 w 43"/>
                <a:gd name="T45" fmla="*/ 25 h 40"/>
                <a:gd name="T46" fmla="*/ 43 w 43"/>
                <a:gd name="T47" fmla="*/ 29 h 40"/>
                <a:gd name="T48" fmla="*/ 40 w 43"/>
                <a:gd name="T49" fmla="*/ 30 h 40"/>
                <a:gd name="T50" fmla="*/ 40 w 43"/>
                <a:gd name="T51" fmla="*/ 2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3" h="40">
                  <a:moveTo>
                    <a:pt x="40" y="29"/>
                  </a:moveTo>
                  <a:cubicBezTo>
                    <a:pt x="37" y="29"/>
                    <a:pt x="34" y="29"/>
                    <a:pt x="31" y="29"/>
                  </a:cubicBezTo>
                  <a:cubicBezTo>
                    <a:pt x="29" y="29"/>
                    <a:pt x="27" y="29"/>
                    <a:pt x="25" y="31"/>
                  </a:cubicBezTo>
                  <a:cubicBezTo>
                    <a:pt x="24" y="34"/>
                    <a:pt x="22" y="36"/>
                    <a:pt x="21" y="38"/>
                  </a:cubicBezTo>
                  <a:cubicBezTo>
                    <a:pt x="20" y="39"/>
                    <a:pt x="20" y="39"/>
                    <a:pt x="19" y="40"/>
                  </a:cubicBezTo>
                  <a:cubicBezTo>
                    <a:pt x="18" y="39"/>
                    <a:pt x="18" y="38"/>
                    <a:pt x="17" y="37"/>
                  </a:cubicBezTo>
                  <a:cubicBezTo>
                    <a:pt x="16" y="35"/>
                    <a:pt x="16" y="33"/>
                    <a:pt x="15" y="30"/>
                  </a:cubicBezTo>
                  <a:cubicBezTo>
                    <a:pt x="14" y="28"/>
                    <a:pt x="13" y="27"/>
                    <a:pt x="11" y="27"/>
                  </a:cubicBezTo>
                  <a:cubicBezTo>
                    <a:pt x="8" y="26"/>
                    <a:pt x="5" y="25"/>
                    <a:pt x="2" y="25"/>
                  </a:cubicBezTo>
                  <a:cubicBezTo>
                    <a:pt x="2" y="24"/>
                    <a:pt x="1" y="24"/>
                    <a:pt x="0" y="23"/>
                  </a:cubicBezTo>
                  <a:cubicBezTo>
                    <a:pt x="1" y="23"/>
                    <a:pt x="1" y="22"/>
                    <a:pt x="2" y="21"/>
                  </a:cubicBezTo>
                  <a:cubicBezTo>
                    <a:pt x="4" y="20"/>
                    <a:pt x="6" y="18"/>
                    <a:pt x="8" y="17"/>
                  </a:cubicBezTo>
                  <a:cubicBezTo>
                    <a:pt x="10" y="15"/>
                    <a:pt x="11" y="13"/>
                    <a:pt x="11" y="10"/>
                  </a:cubicBezTo>
                  <a:cubicBezTo>
                    <a:pt x="11" y="8"/>
                    <a:pt x="11" y="5"/>
                    <a:pt x="11" y="3"/>
                  </a:cubicBezTo>
                  <a:cubicBezTo>
                    <a:pt x="11" y="1"/>
                    <a:pt x="12" y="0"/>
                    <a:pt x="15" y="1"/>
                  </a:cubicBezTo>
                  <a:cubicBezTo>
                    <a:pt x="16" y="1"/>
                    <a:pt x="17" y="2"/>
                    <a:pt x="17" y="3"/>
                  </a:cubicBezTo>
                  <a:cubicBezTo>
                    <a:pt x="21" y="5"/>
                    <a:pt x="25" y="5"/>
                    <a:pt x="29" y="4"/>
                  </a:cubicBezTo>
                  <a:cubicBezTo>
                    <a:pt x="31" y="4"/>
                    <a:pt x="32" y="3"/>
                    <a:pt x="34" y="2"/>
                  </a:cubicBezTo>
                  <a:cubicBezTo>
                    <a:pt x="37" y="2"/>
                    <a:pt x="39" y="3"/>
                    <a:pt x="38" y="6"/>
                  </a:cubicBezTo>
                  <a:cubicBezTo>
                    <a:pt x="38" y="7"/>
                    <a:pt x="37" y="8"/>
                    <a:pt x="36" y="9"/>
                  </a:cubicBezTo>
                  <a:cubicBezTo>
                    <a:pt x="34" y="13"/>
                    <a:pt x="33" y="15"/>
                    <a:pt x="36" y="18"/>
                  </a:cubicBezTo>
                  <a:cubicBezTo>
                    <a:pt x="37" y="20"/>
                    <a:pt x="38" y="21"/>
                    <a:pt x="39" y="22"/>
                  </a:cubicBezTo>
                  <a:cubicBezTo>
                    <a:pt x="40" y="23"/>
                    <a:pt x="41" y="24"/>
                    <a:pt x="42" y="25"/>
                  </a:cubicBezTo>
                  <a:cubicBezTo>
                    <a:pt x="43" y="26"/>
                    <a:pt x="43" y="28"/>
                    <a:pt x="43" y="29"/>
                  </a:cubicBezTo>
                  <a:cubicBezTo>
                    <a:pt x="42" y="29"/>
                    <a:pt x="41" y="29"/>
                    <a:pt x="40" y="30"/>
                  </a:cubicBezTo>
                  <a:cubicBezTo>
                    <a:pt x="40" y="30"/>
                    <a:pt x="40" y="29"/>
                    <a:pt x="4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" name="Freeform 9"/>
            <p:cNvSpPr>
              <a:spLocks/>
            </p:cNvSpPr>
            <p:nvPr/>
          </p:nvSpPr>
          <p:spPr bwMode="auto">
            <a:xfrm>
              <a:off x="2817813" y="3638550"/>
              <a:ext cx="203200" cy="200025"/>
            </a:xfrm>
            <a:custGeom>
              <a:avLst/>
              <a:gdLst>
                <a:gd name="T0" fmla="*/ 43 w 54"/>
                <a:gd name="T1" fmla="*/ 39 h 53"/>
                <a:gd name="T2" fmla="*/ 39 w 54"/>
                <a:gd name="T3" fmla="*/ 52 h 53"/>
                <a:gd name="T4" fmla="*/ 38 w 54"/>
                <a:gd name="T5" fmla="*/ 53 h 53"/>
                <a:gd name="T6" fmla="*/ 37 w 54"/>
                <a:gd name="T7" fmla="*/ 51 h 53"/>
                <a:gd name="T8" fmla="*/ 29 w 54"/>
                <a:gd name="T9" fmla="*/ 35 h 53"/>
                <a:gd name="T10" fmla="*/ 19 w 54"/>
                <a:gd name="T11" fmla="*/ 31 h 53"/>
                <a:gd name="T12" fmla="*/ 1 w 54"/>
                <a:gd name="T13" fmla="*/ 37 h 53"/>
                <a:gd name="T14" fmla="*/ 0 w 54"/>
                <a:gd name="T15" fmla="*/ 38 h 53"/>
                <a:gd name="T16" fmla="*/ 6 w 54"/>
                <a:gd name="T17" fmla="*/ 20 h 53"/>
                <a:gd name="T18" fmla="*/ 9 w 54"/>
                <a:gd name="T19" fmla="*/ 20 h 53"/>
                <a:gd name="T20" fmla="*/ 19 w 54"/>
                <a:gd name="T21" fmla="*/ 21 h 53"/>
                <a:gd name="T22" fmla="*/ 10 w 54"/>
                <a:gd name="T23" fmla="*/ 13 h 53"/>
                <a:gd name="T24" fmla="*/ 14 w 54"/>
                <a:gd name="T25" fmla="*/ 0 h 53"/>
                <a:gd name="T26" fmla="*/ 14 w 54"/>
                <a:gd name="T27" fmla="*/ 0 h 53"/>
                <a:gd name="T28" fmla="*/ 16 w 54"/>
                <a:gd name="T29" fmla="*/ 3 h 53"/>
                <a:gd name="T30" fmla="*/ 23 w 54"/>
                <a:gd name="T31" fmla="*/ 17 h 53"/>
                <a:gd name="T32" fmla="*/ 29 w 54"/>
                <a:gd name="T33" fmla="*/ 20 h 53"/>
                <a:gd name="T34" fmla="*/ 46 w 54"/>
                <a:gd name="T35" fmla="*/ 15 h 53"/>
                <a:gd name="T36" fmla="*/ 51 w 54"/>
                <a:gd name="T37" fmla="*/ 12 h 53"/>
                <a:gd name="T38" fmla="*/ 54 w 54"/>
                <a:gd name="T39" fmla="*/ 12 h 53"/>
                <a:gd name="T40" fmla="*/ 54 w 54"/>
                <a:gd name="T41" fmla="*/ 14 h 53"/>
                <a:gd name="T42" fmla="*/ 50 w 54"/>
                <a:gd name="T43" fmla="*/ 26 h 53"/>
                <a:gd name="T44" fmla="*/ 48 w 54"/>
                <a:gd name="T45" fmla="*/ 29 h 53"/>
                <a:gd name="T46" fmla="*/ 46 w 54"/>
                <a:gd name="T47" fmla="*/ 29 h 53"/>
                <a:gd name="T48" fmla="*/ 45 w 54"/>
                <a:gd name="T49" fmla="*/ 27 h 53"/>
                <a:gd name="T50" fmla="*/ 42 w 54"/>
                <a:gd name="T51" fmla="*/ 25 h 53"/>
                <a:gd name="T52" fmla="*/ 31 w 54"/>
                <a:gd name="T53" fmla="*/ 28 h 53"/>
                <a:gd name="T54" fmla="*/ 43 w 54"/>
                <a:gd name="T55" fmla="*/ 3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" h="53">
                  <a:moveTo>
                    <a:pt x="43" y="39"/>
                  </a:moveTo>
                  <a:cubicBezTo>
                    <a:pt x="42" y="43"/>
                    <a:pt x="41" y="47"/>
                    <a:pt x="39" y="52"/>
                  </a:cubicBezTo>
                  <a:cubicBezTo>
                    <a:pt x="39" y="52"/>
                    <a:pt x="38" y="53"/>
                    <a:pt x="38" y="53"/>
                  </a:cubicBezTo>
                  <a:cubicBezTo>
                    <a:pt x="37" y="52"/>
                    <a:pt x="37" y="52"/>
                    <a:pt x="37" y="51"/>
                  </a:cubicBezTo>
                  <a:cubicBezTo>
                    <a:pt x="35" y="45"/>
                    <a:pt x="33" y="40"/>
                    <a:pt x="29" y="35"/>
                  </a:cubicBezTo>
                  <a:cubicBezTo>
                    <a:pt x="26" y="29"/>
                    <a:pt x="25" y="29"/>
                    <a:pt x="19" y="31"/>
                  </a:cubicBezTo>
                  <a:cubicBezTo>
                    <a:pt x="13" y="33"/>
                    <a:pt x="7" y="35"/>
                    <a:pt x="1" y="37"/>
                  </a:cubicBezTo>
                  <a:cubicBezTo>
                    <a:pt x="1" y="37"/>
                    <a:pt x="0" y="38"/>
                    <a:pt x="0" y="38"/>
                  </a:cubicBezTo>
                  <a:cubicBezTo>
                    <a:pt x="1" y="32"/>
                    <a:pt x="3" y="26"/>
                    <a:pt x="6" y="20"/>
                  </a:cubicBezTo>
                  <a:cubicBezTo>
                    <a:pt x="7" y="19"/>
                    <a:pt x="8" y="19"/>
                    <a:pt x="9" y="20"/>
                  </a:cubicBezTo>
                  <a:cubicBezTo>
                    <a:pt x="12" y="23"/>
                    <a:pt x="15" y="23"/>
                    <a:pt x="19" y="21"/>
                  </a:cubicBezTo>
                  <a:cubicBezTo>
                    <a:pt x="18" y="17"/>
                    <a:pt x="15" y="13"/>
                    <a:pt x="10" y="13"/>
                  </a:cubicBezTo>
                  <a:cubicBezTo>
                    <a:pt x="11" y="8"/>
                    <a:pt x="12" y="4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1"/>
                    <a:pt x="16" y="2"/>
                    <a:pt x="16" y="3"/>
                  </a:cubicBezTo>
                  <a:cubicBezTo>
                    <a:pt x="18" y="7"/>
                    <a:pt x="21" y="12"/>
                    <a:pt x="23" y="17"/>
                  </a:cubicBezTo>
                  <a:cubicBezTo>
                    <a:pt x="24" y="19"/>
                    <a:pt x="26" y="20"/>
                    <a:pt x="29" y="20"/>
                  </a:cubicBezTo>
                  <a:cubicBezTo>
                    <a:pt x="34" y="19"/>
                    <a:pt x="40" y="18"/>
                    <a:pt x="46" y="15"/>
                  </a:cubicBezTo>
                  <a:cubicBezTo>
                    <a:pt x="48" y="14"/>
                    <a:pt x="49" y="13"/>
                    <a:pt x="51" y="12"/>
                  </a:cubicBezTo>
                  <a:cubicBezTo>
                    <a:pt x="52" y="12"/>
                    <a:pt x="53" y="12"/>
                    <a:pt x="54" y="12"/>
                  </a:cubicBezTo>
                  <a:cubicBezTo>
                    <a:pt x="54" y="13"/>
                    <a:pt x="54" y="14"/>
                    <a:pt x="54" y="14"/>
                  </a:cubicBezTo>
                  <a:cubicBezTo>
                    <a:pt x="53" y="18"/>
                    <a:pt x="51" y="22"/>
                    <a:pt x="50" y="26"/>
                  </a:cubicBezTo>
                  <a:cubicBezTo>
                    <a:pt x="50" y="27"/>
                    <a:pt x="49" y="28"/>
                    <a:pt x="48" y="29"/>
                  </a:cubicBezTo>
                  <a:cubicBezTo>
                    <a:pt x="48" y="29"/>
                    <a:pt x="47" y="29"/>
                    <a:pt x="46" y="29"/>
                  </a:cubicBezTo>
                  <a:cubicBezTo>
                    <a:pt x="46" y="29"/>
                    <a:pt x="45" y="28"/>
                    <a:pt x="45" y="27"/>
                  </a:cubicBezTo>
                  <a:cubicBezTo>
                    <a:pt x="45" y="25"/>
                    <a:pt x="45" y="24"/>
                    <a:pt x="42" y="25"/>
                  </a:cubicBezTo>
                  <a:cubicBezTo>
                    <a:pt x="38" y="26"/>
                    <a:pt x="35" y="27"/>
                    <a:pt x="31" y="28"/>
                  </a:cubicBezTo>
                  <a:cubicBezTo>
                    <a:pt x="32" y="34"/>
                    <a:pt x="37" y="39"/>
                    <a:pt x="43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1585913" y="2884488"/>
              <a:ext cx="158750" cy="158750"/>
            </a:xfrm>
            <a:custGeom>
              <a:avLst/>
              <a:gdLst>
                <a:gd name="T0" fmla="*/ 30 w 42"/>
                <a:gd name="T1" fmla="*/ 11 h 42"/>
                <a:gd name="T2" fmla="*/ 36 w 42"/>
                <a:gd name="T3" fmla="*/ 13 h 42"/>
                <a:gd name="T4" fmla="*/ 41 w 42"/>
                <a:gd name="T5" fmla="*/ 24 h 42"/>
                <a:gd name="T6" fmla="*/ 36 w 42"/>
                <a:gd name="T7" fmla="*/ 31 h 42"/>
                <a:gd name="T8" fmla="*/ 25 w 42"/>
                <a:gd name="T9" fmla="*/ 41 h 42"/>
                <a:gd name="T10" fmla="*/ 24 w 42"/>
                <a:gd name="T11" fmla="*/ 42 h 42"/>
                <a:gd name="T12" fmla="*/ 24 w 42"/>
                <a:gd name="T13" fmla="*/ 41 h 42"/>
                <a:gd name="T14" fmla="*/ 23 w 42"/>
                <a:gd name="T15" fmla="*/ 36 h 42"/>
                <a:gd name="T16" fmla="*/ 7 w 42"/>
                <a:gd name="T17" fmla="*/ 20 h 42"/>
                <a:gd name="T18" fmla="*/ 3 w 42"/>
                <a:gd name="T19" fmla="*/ 19 h 42"/>
                <a:gd name="T20" fmla="*/ 0 w 42"/>
                <a:gd name="T21" fmla="*/ 19 h 42"/>
                <a:gd name="T22" fmla="*/ 1 w 42"/>
                <a:gd name="T23" fmla="*/ 16 h 42"/>
                <a:gd name="T24" fmla="*/ 14 w 42"/>
                <a:gd name="T25" fmla="*/ 3 h 42"/>
                <a:gd name="T26" fmla="*/ 27 w 42"/>
                <a:gd name="T27" fmla="*/ 5 h 42"/>
                <a:gd name="T28" fmla="*/ 30 w 42"/>
                <a:gd name="T29" fmla="*/ 11 h 42"/>
                <a:gd name="T30" fmla="*/ 21 w 42"/>
                <a:gd name="T31" fmla="*/ 24 h 42"/>
                <a:gd name="T32" fmla="*/ 27 w 42"/>
                <a:gd name="T33" fmla="*/ 31 h 42"/>
                <a:gd name="T34" fmla="*/ 29 w 42"/>
                <a:gd name="T35" fmla="*/ 31 h 42"/>
                <a:gd name="T36" fmla="*/ 34 w 42"/>
                <a:gd name="T37" fmla="*/ 26 h 42"/>
                <a:gd name="T38" fmla="*/ 34 w 42"/>
                <a:gd name="T39" fmla="*/ 19 h 42"/>
                <a:gd name="T40" fmla="*/ 27 w 42"/>
                <a:gd name="T41" fmla="*/ 18 h 42"/>
                <a:gd name="T42" fmla="*/ 25 w 42"/>
                <a:gd name="T43" fmla="*/ 20 h 42"/>
                <a:gd name="T44" fmla="*/ 21 w 42"/>
                <a:gd name="T45" fmla="*/ 24 h 42"/>
                <a:gd name="T46" fmla="*/ 17 w 42"/>
                <a:gd name="T47" fmla="*/ 21 h 42"/>
                <a:gd name="T48" fmla="*/ 22 w 42"/>
                <a:gd name="T49" fmla="*/ 13 h 42"/>
                <a:gd name="T50" fmla="*/ 22 w 42"/>
                <a:gd name="T51" fmla="*/ 9 h 42"/>
                <a:gd name="T52" fmla="*/ 18 w 42"/>
                <a:gd name="T53" fmla="*/ 8 h 42"/>
                <a:gd name="T54" fmla="*/ 9 w 42"/>
                <a:gd name="T55" fmla="*/ 14 h 42"/>
                <a:gd name="T56" fmla="*/ 17 w 42"/>
                <a:gd name="T57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2" h="42">
                  <a:moveTo>
                    <a:pt x="30" y="11"/>
                  </a:moveTo>
                  <a:cubicBezTo>
                    <a:pt x="32" y="12"/>
                    <a:pt x="34" y="12"/>
                    <a:pt x="36" y="13"/>
                  </a:cubicBezTo>
                  <a:cubicBezTo>
                    <a:pt x="41" y="16"/>
                    <a:pt x="42" y="19"/>
                    <a:pt x="41" y="24"/>
                  </a:cubicBezTo>
                  <a:cubicBezTo>
                    <a:pt x="40" y="26"/>
                    <a:pt x="38" y="29"/>
                    <a:pt x="36" y="31"/>
                  </a:cubicBezTo>
                  <a:cubicBezTo>
                    <a:pt x="33" y="34"/>
                    <a:pt x="29" y="38"/>
                    <a:pt x="25" y="41"/>
                  </a:cubicBezTo>
                  <a:cubicBezTo>
                    <a:pt x="25" y="42"/>
                    <a:pt x="24" y="42"/>
                    <a:pt x="24" y="42"/>
                  </a:cubicBezTo>
                  <a:cubicBezTo>
                    <a:pt x="24" y="42"/>
                    <a:pt x="24" y="41"/>
                    <a:pt x="24" y="41"/>
                  </a:cubicBezTo>
                  <a:cubicBezTo>
                    <a:pt x="25" y="39"/>
                    <a:pt x="24" y="37"/>
                    <a:pt x="23" y="36"/>
                  </a:cubicBezTo>
                  <a:cubicBezTo>
                    <a:pt x="18" y="31"/>
                    <a:pt x="12" y="25"/>
                    <a:pt x="7" y="20"/>
                  </a:cubicBezTo>
                  <a:cubicBezTo>
                    <a:pt x="6" y="19"/>
                    <a:pt x="4" y="19"/>
                    <a:pt x="3" y="19"/>
                  </a:cubicBezTo>
                  <a:cubicBezTo>
                    <a:pt x="2" y="19"/>
                    <a:pt x="1" y="19"/>
                    <a:pt x="0" y="19"/>
                  </a:cubicBezTo>
                  <a:cubicBezTo>
                    <a:pt x="0" y="18"/>
                    <a:pt x="1" y="17"/>
                    <a:pt x="1" y="16"/>
                  </a:cubicBezTo>
                  <a:cubicBezTo>
                    <a:pt x="5" y="12"/>
                    <a:pt x="10" y="7"/>
                    <a:pt x="14" y="3"/>
                  </a:cubicBezTo>
                  <a:cubicBezTo>
                    <a:pt x="18" y="0"/>
                    <a:pt x="24" y="1"/>
                    <a:pt x="27" y="5"/>
                  </a:cubicBezTo>
                  <a:cubicBezTo>
                    <a:pt x="28" y="7"/>
                    <a:pt x="29" y="9"/>
                    <a:pt x="30" y="11"/>
                  </a:cubicBezTo>
                  <a:close/>
                  <a:moveTo>
                    <a:pt x="21" y="24"/>
                  </a:moveTo>
                  <a:cubicBezTo>
                    <a:pt x="23" y="26"/>
                    <a:pt x="25" y="29"/>
                    <a:pt x="27" y="31"/>
                  </a:cubicBezTo>
                  <a:cubicBezTo>
                    <a:pt x="28" y="31"/>
                    <a:pt x="29" y="31"/>
                    <a:pt x="29" y="31"/>
                  </a:cubicBezTo>
                  <a:cubicBezTo>
                    <a:pt x="31" y="29"/>
                    <a:pt x="33" y="28"/>
                    <a:pt x="34" y="26"/>
                  </a:cubicBezTo>
                  <a:cubicBezTo>
                    <a:pt x="36" y="24"/>
                    <a:pt x="35" y="20"/>
                    <a:pt x="34" y="19"/>
                  </a:cubicBezTo>
                  <a:cubicBezTo>
                    <a:pt x="32" y="17"/>
                    <a:pt x="29" y="17"/>
                    <a:pt x="27" y="18"/>
                  </a:cubicBezTo>
                  <a:cubicBezTo>
                    <a:pt x="27" y="19"/>
                    <a:pt x="26" y="19"/>
                    <a:pt x="25" y="20"/>
                  </a:cubicBezTo>
                  <a:cubicBezTo>
                    <a:pt x="24" y="21"/>
                    <a:pt x="22" y="23"/>
                    <a:pt x="21" y="24"/>
                  </a:cubicBezTo>
                  <a:close/>
                  <a:moveTo>
                    <a:pt x="17" y="21"/>
                  </a:moveTo>
                  <a:cubicBezTo>
                    <a:pt x="19" y="18"/>
                    <a:pt x="21" y="16"/>
                    <a:pt x="22" y="13"/>
                  </a:cubicBezTo>
                  <a:cubicBezTo>
                    <a:pt x="23" y="12"/>
                    <a:pt x="22" y="10"/>
                    <a:pt x="22" y="9"/>
                  </a:cubicBezTo>
                  <a:cubicBezTo>
                    <a:pt x="21" y="7"/>
                    <a:pt x="19" y="8"/>
                    <a:pt x="18" y="8"/>
                  </a:cubicBezTo>
                  <a:cubicBezTo>
                    <a:pt x="14" y="9"/>
                    <a:pt x="12" y="12"/>
                    <a:pt x="9" y="14"/>
                  </a:cubicBezTo>
                  <a:cubicBezTo>
                    <a:pt x="12" y="17"/>
                    <a:pt x="14" y="19"/>
                    <a:pt x="17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" name="Freeform 11"/>
            <p:cNvSpPr>
              <a:spLocks/>
            </p:cNvSpPr>
            <p:nvPr/>
          </p:nvSpPr>
          <p:spPr bwMode="auto">
            <a:xfrm>
              <a:off x="2806700" y="3008313"/>
              <a:ext cx="150813" cy="155575"/>
            </a:xfrm>
            <a:custGeom>
              <a:avLst/>
              <a:gdLst>
                <a:gd name="T0" fmla="*/ 31 w 40"/>
                <a:gd name="T1" fmla="*/ 12 h 41"/>
                <a:gd name="T2" fmla="*/ 38 w 40"/>
                <a:gd name="T3" fmla="*/ 17 h 41"/>
                <a:gd name="T4" fmla="*/ 38 w 40"/>
                <a:gd name="T5" fmla="*/ 26 h 41"/>
                <a:gd name="T6" fmla="*/ 29 w 40"/>
                <a:gd name="T7" fmla="*/ 35 h 41"/>
                <a:gd name="T8" fmla="*/ 26 w 40"/>
                <a:gd name="T9" fmla="*/ 40 h 41"/>
                <a:gd name="T10" fmla="*/ 24 w 40"/>
                <a:gd name="T11" fmla="*/ 41 h 41"/>
                <a:gd name="T12" fmla="*/ 18 w 40"/>
                <a:gd name="T13" fmla="*/ 35 h 41"/>
                <a:gd name="T14" fmla="*/ 19 w 40"/>
                <a:gd name="T15" fmla="*/ 35 h 41"/>
                <a:gd name="T16" fmla="*/ 32 w 40"/>
                <a:gd name="T17" fmla="*/ 25 h 41"/>
                <a:gd name="T18" fmla="*/ 33 w 40"/>
                <a:gd name="T19" fmla="*/ 21 h 41"/>
                <a:gd name="T20" fmla="*/ 29 w 40"/>
                <a:gd name="T21" fmla="*/ 19 h 41"/>
                <a:gd name="T22" fmla="*/ 17 w 40"/>
                <a:gd name="T23" fmla="*/ 29 h 41"/>
                <a:gd name="T24" fmla="*/ 15 w 40"/>
                <a:gd name="T25" fmla="*/ 30 h 41"/>
                <a:gd name="T26" fmla="*/ 11 w 40"/>
                <a:gd name="T27" fmla="*/ 26 h 41"/>
                <a:gd name="T28" fmla="*/ 12 w 40"/>
                <a:gd name="T29" fmla="*/ 23 h 41"/>
                <a:gd name="T30" fmla="*/ 22 w 40"/>
                <a:gd name="T31" fmla="*/ 16 h 41"/>
                <a:gd name="T32" fmla="*/ 24 w 40"/>
                <a:gd name="T33" fmla="*/ 13 h 41"/>
                <a:gd name="T34" fmla="*/ 21 w 40"/>
                <a:gd name="T35" fmla="*/ 8 h 41"/>
                <a:gd name="T36" fmla="*/ 16 w 40"/>
                <a:gd name="T37" fmla="*/ 10 h 41"/>
                <a:gd name="T38" fmla="*/ 11 w 40"/>
                <a:gd name="T39" fmla="*/ 14 h 41"/>
                <a:gd name="T40" fmla="*/ 8 w 40"/>
                <a:gd name="T41" fmla="*/ 19 h 41"/>
                <a:gd name="T42" fmla="*/ 6 w 40"/>
                <a:gd name="T43" fmla="*/ 20 h 41"/>
                <a:gd name="T44" fmla="*/ 1 w 40"/>
                <a:gd name="T45" fmla="*/ 15 h 41"/>
                <a:gd name="T46" fmla="*/ 0 w 40"/>
                <a:gd name="T47" fmla="*/ 14 h 41"/>
                <a:gd name="T48" fmla="*/ 2 w 40"/>
                <a:gd name="T49" fmla="*/ 13 h 41"/>
                <a:gd name="T50" fmla="*/ 6 w 40"/>
                <a:gd name="T51" fmla="*/ 11 h 41"/>
                <a:gd name="T52" fmla="*/ 16 w 40"/>
                <a:gd name="T53" fmla="*/ 2 h 41"/>
                <a:gd name="T54" fmla="*/ 15 w 40"/>
                <a:gd name="T55" fmla="*/ 0 h 41"/>
                <a:gd name="T56" fmla="*/ 15 w 40"/>
                <a:gd name="T57" fmla="*/ 0 h 41"/>
                <a:gd name="T58" fmla="*/ 22 w 40"/>
                <a:gd name="T59" fmla="*/ 2 h 41"/>
                <a:gd name="T60" fmla="*/ 28 w 40"/>
                <a:gd name="T61" fmla="*/ 6 h 41"/>
                <a:gd name="T62" fmla="*/ 31 w 40"/>
                <a:gd name="T63" fmla="*/ 10 h 41"/>
                <a:gd name="T64" fmla="*/ 31 w 40"/>
                <a:gd name="T65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" h="41">
                  <a:moveTo>
                    <a:pt x="31" y="12"/>
                  </a:moveTo>
                  <a:cubicBezTo>
                    <a:pt x="34" y="13"/>
                    <a:pt x="36" y="15"/>
                    <a:pt x="38" y="17"/>
                  </a:cubicBezTo>
                  <a:cubicBezTo>
                    <a:pt x="40" y="20"/>
                    <a:pt x="40" y="23"/>
                    <a:pt x="38" y="26"/>
                  </a:cubicBezTo>
                  <a:cubicBezTo>
                    <a:pt x="35" y="29"/>
                    <a:pt x="32" y="32"/>
                    <a:pt x="29" y="35"/>
                  </a:cubicBezTo>
                  <a:cubicBezTo>
                    <a:pt x="28" y="37"/>
                    <a:pt x="27" y="38"/>
                    <a:pt x="26" y="40"/>
                  </a:cubicBezTo>
                  <a:cubicBezTo>
                    <a:pt x="26" y="40"/>
                    <a:pt x="24" y="41"/>
                    <a:pt x="24" y="41"/>
                  </a:cubicBezTo>
                  <a:cubicBezTo>
                    <a:pt x="22" y="39"/>
                    <a:pt x="20" y="37"/>
                    <a:pt x="18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6" y="34"/>
                    <a:pt x="29" y="29"/>
                    <a:pt x="32" y="25"/>
                  </a:cubicBezTo>
                  <a:cubicBezTo>
                    <a:pt x="33" y="24"/>
                    <a:pt x="33" y="22"/>
                    <a:pt x="33" y="21"/>
                  </a:cubicBezTo>
                  <a:cubicBezTo>
                    <a:pt x="32" y="19"/>
                    <a:pt x="31" y="18"/>
                    <a:pt x="29" y="19"/>
                  </a:cubicBezTo>
                  <a:cubicBezTo>
                    <a:pt x="24" y="19"/>
                    <a:pt x="18" y="25"/>
                    <a:pt x="17" y="29"/>
                  </a:cubicBezTo>
                  <a:cubicBezTo>
                    <a:pt x="17" y="31"/>
                    <a:pt x="16" y="31"/>
                    <a:pt x="15" y="30"/>
                  </a:cubicBezTo>
                  <a:cubicBezTo>
                    <a:pt x="13" y="29"/>
                    <a:pt x="12" y="27"/>
                    <a:pt x="11" y="26"/>
                  </a:cubicBezTo>
                  <a:cubicBezTo>
                    <a:pt x="10" y="25"/>
                    <a:pt x="10" y="24"/>
                    <a:pt x="12" y="23"/>
                  </a:cubicBezTo>
                  <a:cubicBezTo>
                    <a:pt x="16" y="22"/>
                    <a:pt x="19" y="19"/>
                    <a:pt x="22" y="16"/>
                  </a:cubicBezTo>
                  <a:cubicBezTo>
                    <a:pt x="23" y="15"/>
                    <a:pt x="24" y="14"/>
                    <a:pt x="24" y="13"/>
                  </a:cubicBezTo>
                  <a:cubicBezTo>
                    <a:pt x="25" y="11"/>
                    <a:pt x="24" y="9"/>
                    <a:pt x="21" y="8"/>
                  </a:cubicBezTo>
                  <a:cubicBezTo>
                    <a:pt x="19" y="8"/>
                    <a:pt x="18" y="8"/>
                    <a:pt x="16" y="10"/>
                  </a:cubicBezTo>
                  <a:cubicBezTo>
                    <a:pt x="15" y="11"/>
                    <a:pt x="13" y="12"/>
                    <a:pt x="11" y="14"/>
                  </a:cubicBezTo>
                  <a:cubicBezTo>
                    <a:pt x="10" y="15"/>
                    <a:pt x="9" y="17"/>
                    <a:pt x="8" y="19"/>
                  </a:cubicBezTo>
                  <a:cubicBezTo>
                    <a:pt x="8" y="20"/>
                    <a:pt x="7" y="21"/>
                    <a:pt x="6" y="20"/>
                  </a:cubicBezTo>
                  <a:cubicBezTo>
                    <a:pt x="4" y="18"/>
                    <a:pt x="2" y="16"/>
                    <a:pt x="1" y="15"/>
                  </a:cubicBezTo>
                  <a:cubicBezTo>
                    <a:pt x="0" y="15"/>
                    <a:pt x="0" y="14"/>
                    <a:pt x="0" y="14"/>
                  </a:cubicBezTo>
                  <a:cubicBezTo>
                    <a:pt x="1" y="13"/>
                    <a:pt x="1" y="13"/>
                    <a:pt x="2" y="13"/>
                  </a:cubicBezTo>
                  <a:cubicBezTo>
                    <a:pt x="3" y="12"/>
                    <a:pt x="5" y="12"/>
                    <a:pt x="6" y="11"/>
                  </a:cubicBezTo>
                  <a:cubicBezTo>
                    <a:pt x="10" y="8"/>
                    <a:pt x="13" y="5"/>
                    <a:pt x="16" y="2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0"/>
                    <a:pt x="21" y="0"/>
                    <a:pt x="22" y="2"/>
                  </a:cubicBezTo>
                  <a:cubicBezTo>
                    <a:pt x="24" y="4"/>
                    <a:pt x="26" y="4"/>
                    <a:pt x="28" y="6"/>
                  </a:cubicBezTo>
                  <a:cubicBezTo>
                    <a:pt x="29" y="7"/>
                    <a:pt x="30" y="8"/>
                    <a:pt x="31" y="10"/>
                  </a:cubicBezTo>
                  <a:cubicBezTo>
                    <a:pt x="31" y="11"/>
                    <a:pt x="31" y="11"/>
                    <a:pt x="31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2398713" y="3944938"/>
              <a:ext cx="128588" cy="147638"/>
            </a:xfrm>
            <a:custGeom>
              <a:avLst/>
              <a:gdLst>
                <a:gd name="T0" fmla="*/ 0 w 34"/>
                <a:gd name="T1" fmla="*/ 6 h 39"/>
                <a:gd name="T2" fmla="*/ 4 w 34"/>
                <a:gd name="T3" fmla="*/ 2 h 39"/>
                <a:gd name="T4" fmla="*/ 8 w 34"/>
                <a:gd name="T5" fmla="*/ 3 h 39"/>
                <a:gd name="T6" fmla="*/ 11 w 34"/>
                <a:gd name="T7" fmla="*/ 14 h 39"/>
                <a:gd name="T8" fmla="*/ 15 w 34"/>
                <a:gd name="T9" fmla="*/ 11 h 39"/>
                <a:gd name="T10" fmla="*/ 26 w 34"/>
                <a:gd name="T11" fmla="*/ 14 h 39"/>
                <a:gd name="T12" fmla="*/ 28 w 34"/>
                <a:gd name="T13" fmla="*/ 22 h 39"/>
                <a:gd name="T14" fmla="*/ 33 w 34"/>
                <a:gd name="T15" fmla="*/ 30 h 39"/>
                <a:gd name="T16" fmla="*/ 33 w 34"/>
                <a:gd name="T17" fmla="*/ 32 h 39"/>
                <a:gd name="T18" fmla="*/ 27 w 34"/>
                <a:gd name="T19" fmla="*/ 35 h 39"/>
                <a:gd name="T20" fmla="*/ 25 w 34"/>
                <a:gd name="T21" fmla="*/ 33 h 39"/>
                <a:gd name="T22" fmla="*/ 22 w 34"/>
                <a:gd name="T23" fmla="*/ 20 h 39"/>
                <a:gd name="T24" fmla="*/ 20 w 34"/>
                <a:gd name="T25" fmla="*/ 16 h 39"/>
                <a:gd name="T26" fmla="*/ 17 w 34"/>
                <a:gd name="T27" fmla="*/ 14 h 39"/>
                <a:gd name="T28" fmla="*/ 14 w 34"/>
                <a:gd name="T29" fmla="*/ 18 h 39"/>
                <a:gd name="T30" fmla="*/ 15 w 34"/>
                <a:gd name="T31" fmla="*/ 22 h 39"/>
                <a:gd name="T32" fmla="*/ 19 w 34"/>
                <a:gd name="T33" fmla="*/ 34 h 39"/>
                <a:gd name="T34" fmla="*/ 18 w 34"/>
                <a:gd name="T35" fmla="*/ 37 h 39"/>
                <a:gd name="T36" fmla="*/ 14 w 34"/>
                <a:gd name="T37" fmla="*/ 39 h 39"/>
                <a:gd name="T38" fmla="*/ 12 w 34"/>
                <a:gd name="T39" fmla="*/ 38 h 39"/>
                <a:gd name="T40" fmla="*/ 7 w 34"/>
                <a:gd name="T41" fmla="*/ 18 h 39"/>
                <a:gd name="T42" fmla="*/ 5 w 34"/>
                <a:gd name="T43" fmla="*/ 10 h 39"/>
                <a:gd name="T44" fmla="*/ 0 w 34"/>
                <a:gd name="T45" fmla="*/ 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39">
                  <a:moveTo>
                    <a:pt x="0" y="6"/>
                  </a:moveTo>
                  <a:cubicBezTo>
                    <a:pt x="1" y="5"/>
                    <a:pt x="2" y="3"/>
                    <a:pt x="4" y="2"/>
                  </a:cubicBezTo>
                  <a:cubicBezTo>
                    <a:pt x="6" y="0"/>
                    <a:pt x="7" y="0"/>
                    <a:pt x="8" y="3"/>
                  </a:cubicBezTo>
                  <a:cubicBezTo>
                    <a:pt x="9" y="7"/>
                    <a:pt x="10" y="10"/>
                    <a:pt x="11" y="14"/>
                  </a:cubicBezTo>
                  <a:cubicBezTo>
                    <a:pt x="13" y="13"/>
                    <a:pt x="14" y="12"/>
                    <a:pt x="15" y="11"/>
                  </a:cubicBezTo>
                  <a:cubicBezTo>
                    <a:pt x="19" y="7"/>
                    <a:pt x="24" y="8"/>
                    <a:pt x="26" y="14"/>
                  </a:cubicBezTo>
                  <a:cubicBezTo>
                    <a:pt x="27" y="16"/>
                    <a:pt x="27" y="19"/>
                    <a:pt x="28" y="22"/>
                  </a:cubicBezTo>
                  <a:cubicBezTo>
                    <a:pt x="29" y="25"/>
                    <a:pt x="30" y="28"/>
                    <a:pt x="33" y="30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29" y="34"/>
                    <a:pt x="27" y="35"/>
                  </a:cubicBezTo>
                  <a:cubicBezTo>
                    <a:pt x="26" y="35"/>
                    <a:pt x="25" y="34"/>
                    <a:pt x="25" y="33"/>
                  </a:cubicBezTo>
                  <a:cubicBezTo>
                    <a:pt x="24" y="29"/>
                    <a:pt x="23" y="24"/>
                    <a:pt x="22" y="20"/>
                  </a:cubicBezTo>
                  <a:cubicBezTo>
                    <a:pt x="21" y="19"/>
                    <a:pt x="21" y="17"/>
                    <a:pt x="20" y="16"/>
                  </a:cubicBezTo>
                  <a:cubicBezTo>
                    <a:pt x="20" y="15"/>
                    <a:pt x="18" y="14"/>
                    <a:pt x="17" y="14"/>
                  </a:cubicBezTo>
                  <a:cubicBezTo>
                    <a:pt x="15" y="15"/>
                    <a:pt x="14" y="16"/>
                    <a:pt x="14" y="18"/>
                  </a:cubicBezTo>
                  <a:cubicBezTo>
                    <a:pt x="14" y="19"/>
                    <a:pt x="14" y="21"/>
                    <a:pt x="15" y="22"/>
                  </a:cubicBezTo>
                  <a:cubicBezTo>
                    <a:pt x="16" y="26"/>
                    <a:pt x="17" y="30"/>
                    <a:pt x="19" y="34"/>
                  </a:cubicBezTo>
                  <a:cubicBezTo>
                    <a:pt x="20" y="36"/>
                    <a:pt x="20" y="37"/>
                    <a:pt x="18" y="37"/>
                  </a:cubicBezTo>
                  <a:cubicBezTo>
                    <a:pt x="17" y="38"/>
                    <a:pt x="15" y="38"/>
                    <a:pt x="14" y="39"/>
                  </a:cubicBezTo>
                  <a:cubicBezTo>
                    <a:pt x="13" y="39"/>
                    <a:pt x="12" y="38"/>
                    <a:pt x="12" y="38"/>
                  </a:cubicBezTo>
                  <a:cubicBezTo>
                    <a:pt x="12" y="31"/>
                    <a:pt x="9" y="24"/>
                    <a:pt x="7" y="18"/>
                  </a:cubicBezTo>
                  <a:cubicBezTo>
                    <a:pt x="7" y="15"/>
                    <a:pt x="6" y="13"/>
                    <a:pt x="5" y="10"/>
                  </a:cubicBezTo>
                  <a:cubicBezTo>
                    <a:pt x="4" y="8"/>
                    <a:pt x="2" y="7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1725613" y="2820988"/>
              <a:ext cx="227013" cy="293688"/>
            </a:xfrm>
            <a:custGeom>
              <a:avLst/>
              <a:gdLst>
                <a:gd name="T0" fmla="*/ 2 w 60"/>
                <a:gd name="T1" fmla="*/ 0 h 78"/>
                <a:gd name="T2" fmla="*/ 4 w 60"/>
                <a:gd name="T3" fmla="*/ 3 h 78"/>
                <a:gd name="T4" fmla="*/ 39 w 60"/>
                <a:gd name="T5" fmla="*/ 46 h 78"/>
                <a:gd name="T6" fmla="*/ 59 w 60"/>
                <a:gd name="T7" fmla="*/ 71 h 78"/>
                <a:gd name="T8" fmla="*/ 60 w 60"/>
                <a:gd name="T9" fmla="*/ 75 h 78"/>
                <a:gd name="T10" fmla="*/ 59 w 60"/>
                <a:gd name="T11" fmla="*/ 78 h 78"/>
                <a:gd name="T12" fmla="*/ 57 w 60"/>
                <a:gd name="T13" fmla="*/ 76 h 78"/>
                <a:gd name="T14" fmla="*/ 40 w 60"/>
                <a:gd name="T15" fmla="*/ 54 h 78"/>
                <a:gd name="T16" fmla="*/ 13 w 60"/>
                <a:gd name="T17" fmla="*/ 18 h 78"/>
                <a:gd name="T18" fmla="*/ 1 w 60"/>
                <a:gd name="T19" fmla="*/ 3 h 78"/>
                <a:gd name="T20" fmla="*/ 2 w 60"/>
                <a:gd name="T2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78">
                  <a:moveTo>
                    <a:pt x="2" y="0"/>
                  </a:moveTo>
                  <a:cubicBezTo>
                    <a:pt x="2" y="1"/>
                    <a:pt x="3" y="2"/>
                    <a:pt x="4" y="3"/>
                  </a:cubicBezTo>
                  <a:cubicBezTo>
                    <a:pt x="16" y="17"/>
                    <a:pt x="27" y="31"/>
                    <a:pt x="39" y="46"/>
                  </a:cubicBezTo>
                  <a:cubicBezTo>
                    <a:pt x="46" y="54"/>
                    <a:pt x="53" y="63"/>
                    <a:pt x="59" y="71"/>
                  </a:cubicBezTo>
                  <a:cubicBezTo>
                    <a:pt x="60" y="72"/>
                    <a:pt x="60" y="74"/>
                    <a:pt x="60" y="75"/>
                  </a:cubicBezTo>
                  <a:cubicBezTo>
                    <a:pt x="60" y="76"/>
                    <a:pt x="60" y="77"/>
                    <a:pt x="59" y="78"/>
                  </a:cubicBezTo>
                  <a:cubicBezTo>
                    <a:pt x="59" y="78"/>
                    <a:pt x="58" y="77"/>
                    <a:pt x="57" y="76"/>
                  </a:cubicBezTo>
                  <a:cubicBezTo>
                    <a:pt x="51" y="69"/>
                    <a:pt x="46" y="62"/>
                    <a:pt x="40" y="54"/>
                  </a:cubicBezTo>
                  <a:cubicBezTo>
                    <a:pt x="31" y="42"/>
                    <a:pt x="22" y="30"/>
                    <a:pt x="13" y="18"/>
                  </a:cubicBezTo>
                  <a:cubicBezTo>
                    <a:pt x="9" y="13"/>
                    <a:pt x="5" y="8"/>
                    <a:pt x="1" y="3"/>
                  </a:cubicBezTo>
                  <a:cubicBezTo>
                    <a:pt x="0" y="2"/>
                    <a:pt x="0" y="1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2" name="Freeform 14"/>
            <p:cNvSpPr>
              <a:spLocks/>
            </p:cNvSpPr>
            <p:nvPr/>
          </p:nvSpPr>
          <p:spPr bwMode="auto">
            <a:xfrm>
              <a:off x="1933575" y="2741613"/>
              <a:ext cx="101600" cy="98425"/>
            </a:xfrm>
            <a:custGeom>
              <a:avLst/>
              <a:gdLst>
                <a:gd name="T0" fmla="*/ 6 w 27"/>
                <a:gd name="T1" fmla="*/ 8 h 26"/>
                <a:gd name="T2" fmla="*/ 6 w 27"/>
                <a:gd name="T3" fmla="*/ 2 h 26"/>
                <a:gd name="T4" fmla="*/ 8 w 27"/>
                <a:gd name="T5" fmla="*/ 1 h 26"/>
                <a:gd name="T6" fmla="*/ 13 w 27"/>
                <a:gd name="T7" fmla="*/ 4 h 26"/>
                <a:gd name="T8" fmla="*/ 16 w 27"/>
                <a:gd name="T9" fmla="*/ 4 h 26"/>
                <a:gd name="T10" fmla="*/ 21 w 27"/>
                <a:gd name="T11" fmla="*/ 1 h 26"/>
                <a:gd name="T12" fmla="*/ 23 w 27"/>
                <a:gd name="T13" fmla="*/ 1 h 26"/>
                <a:gd name="T14" fmla="*/ 23 w 27"/>
                <a:gd name="T15" fmla="*/ 3 h 26"/>
                <a:gd name="T16" fmla="*/ 22 w 27"/>
                <a:gd name="T17" fmla="*/ 8 h 26"/>
                <a:gd name="T18" fmla="*/ 23 w 27"/>
                <a:gd name="T19" fmla="*/ 11 h 26"/>
                <a:gd name="T20" fmla="*/ 26 w 27"/>
                <a:gd name="T21" fmla="*/ 14 h 26"/>
                <a:gd name="T22" fmla="*/ 27 w 27"/>
                <a:gd name="T23" fmla="*/ 16 h 26"/>
                <a:gd name="T24" fmla="*/ 26 w 27"/>
                <a:gd name="T25" fmla="*/ 17 h 26"/>
                <a:gd name="T26" fmla="*/ 19 w 27"/>
                <a:gd name="T27" fmla="*/ 18 h 26"/>
                <a:gd name="T28" fmla="*/ 17 w 27"/>
                <a:gd name="T29" fmla="*/ 20 h 26"/>
                <a:gd name="T30" fmla="*/ 15 w 27"/>
                <a:gd name="T31" fmla="*/ 25 h 26"/>
                <a:gd name="T32" fmla="*/ 14 w 27"/>
                <a:gd name="T33" fmla="*/ 26 h 26"/>
                <a:gd name="T34" fmla="*/ 13 w 27"/>
                <a:gd name="T35" fmla="*/ 25 h 26"/>
                <a:gd name="T36" fmla="*/ 10 w 27"/>
                <a:gd name="T37" fmla="*/ 19 h 26"/>
                <a:gd name="T38" fmla="*/ 7 w 27"/>
                <a:gd name="T39" fmla="*/ 17 h 26"/>
                <a:gd name="T40" fmla="*/ 2 w 27"/>
                <a:gd name="T41" fmla="*/ 16 h 26"/>
                <a:gd name="T42" fmla="*/ 1 w 27"/>
                <a:gd name="T43" fmla="*/ 14 h 26"/>
                <a:gd name="T44" fmla="*/ 5 w 27"/>
                <a:gd name="T45" fmla="*/ 10 h 26"/>
                <a:gd name="T46" fmla="*/ 6 w 27"/>
                <a:gd name="T47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6">
                  <a:moveTo>
                    <a:pt x="6" y="8"/>
                  </a:moveTo>
                  <a:cubicBezTo>
                    <a:pt x="6" y="6"/>
                    <a:pt x="6" y="4"/>
                    <a:pt x="6" y="2"/>
                  </a:cubicBezTo>
                  <a:cubicBezTo>
                    <a:pt x="6" y="0"/>
                    <a:pt x="6" y="0"/>
                    <a:pt x="8" y="1"/>
                  </a:cubicBezTo>
                  <a:cubicBezTo>
                    <a:pt x="10" y="2"/>
                    <a:pt x="12" y="3"/>
                    <a:pt x="13" y="4"/>
                  </a:cubicBezTo>
                  <a:cubicBezTo>
                    <a:pt x="14" y="5"/>
                    <a:pt x="15" y="5"/>
                    <a:pt x="16" y="4"/>
                  </a:cubicBezTo>
                  <a:cubicBezTo>
                    <a:pt x="18" y="3"/>
                    <a:pt x="20" y="2"/>
                    <a:pt x="21" y="1"/>
                  </a:cubicBezTo>
                  <a:cubicBezTo>
                    <a:pt x="22" y="1"/>
                    <a:pt x="23" y="1"/>
                    <a:pt x="23" y="1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3" y="5"/>
                    <a:pt x="22" y="6"/>
                    <a:pt x="22" y="8"/>
                  </a:cubicBezTo>
                  <a:cubicBezTo>
                    <a:pt x="22" y="9"/>
                    <a:pt x="22" y="10"/>
                    <a:pt x="23" y="11"/>
                  </a:cubicBezTo>
                  <a:cubicBezTo>
                    <a:pt x="24" y="12"/>
                    <a:pt x="25" y="13"/>
                    <a:pt x="26" y="14"/>
                  </a:cubicBezTo>
                  <a:cubicBezTo>
                    <a:pt x="27" y="15"/>
                    <a:pt x="27" y="15"/>
                    <a:pt x="27" y="16"/>
                  </a:cubicBezTo>
                  <a:cubicBezTo>
                    <a:pt x="27" y="16"/>
                    <a:pt x="26" y="17"/>
                    <a:pt x="26" y="17"/>
                  </a:cubicBezTo>
                  <a:cubicBezTo>
                    <a:pt x="24" y="17"/>
                    <a:pt x="21" y="17"/>
                    <a:pt x="19" y="18"/>
                  </a:cubicBezTo>
                  <a:cubicBezTo>
                    <a:pt x="18" y="18"/>
                    <a:pt x="17" y="18"/>
                    <a:pt x="17" y="20"/>
                  </a:cubicBezTo>
                  <a:cubicBezTo>
                    <a:pt x="16" y="21"/>
                    <a:pt x="16" y="23"/>
                    <a:pt x="15" y="25"/>
                  </a:cubicBezTo>
                  <a:cubicBezTo>
                    <a:pt x="15" y="26"/>
                    <a:pt x="14" y="26"/>
                    <a:pt x="14" y="26"/>
                  </a:cubicBezTo>
                  <a:cubicBezTo>
                    <a:pt x="13" y="26"/>
                    <a:pt x="13" y="26"/>
                    <a:pt x="13" y="25"/>
                  </a:cubicBezTo>
                  <a:cubicBezTo>
                    <a:pt x="12" y="23"/>
                    <a:pt x="10" y="21"/>
                    <a:pt x="10" y="19"/>
                  </a:cubicBezTo>
                  <a:cubicBezTo>
                    <a:pt x="9" y="18"/>
                    <a:pt x="8" y="17"/>
                    <a:pt x="7" y="17"/>
                  </a:cubicBezTo>
                  <a:cubicBezTo>
                    <a:pt x="5" y="17"/>
                    <a:pt x="3" y="16"/>
                    <a:pt x="2" y="16"/>
                  </a:cubicBezTo>
                  <a:cubicBezTo>
                    <a:pt x="0" y="16"/>
                    <a:pt x="0" y="15"/>
                    <a:pt x="1" y="14"/>
                  </a:cubicBezTo>
                  <a:cubicBezTo>
                    <a:pt x="2" y="12"/>
                    <a:pt x="4" y="11"/>
                    <a:pt x="5" y="10"/>
                  </a:cubicBezTo>
                  <a:cubicBezTo>
                    <a:pt x="6" y="10"/>
                    <a:pt x="6" y="9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2763838" y="3900488"/>
              <a:ext cx="98425" cy="93663"/>
            </a:xfrm>
            <a:custGeom>
              <a:avLst/>
              <a:gdLst>
                <a:gd name="T0" fmla="*/ 22 w 26"/>
                <a:gd name="T1" fmla="*/ 20 h 25"/>
                <a:gd name="T2" fmla="*/ 12 w 26"/>
                <a:gd name="T3" fmla="*/ 24 h 25"/>
                <a:gd name="T4" fmla="*/ 9 w 26"/>
                <a:gd name="T5" fmla="*/ 25 h 25"/>
                <a:gd name="T6" fmla="*/ 8 w 26"/>
                <a:gd name="T7" fmla="*/ 22 h 25"/>
                <a:gd name="T8" fmla="*/ 4 w 26"/>
                <a:gd name="T9" fmla="*/ 15 h 25"/>
                <a:gd name="T10" fmla="*/ 1 w 26"/>
                <a:gd name="T11" fmla="*/ 14 h 25"/>
                <a:gd name="T12" fmla="*/ 1 w 26"/>
                <a:gd name="T13" fmla="*/ 11 h 25"/>
                <a:gd name="T14" fmla="*/ 3 w 26"/>
                <a:gd name="T15" fmla="*/ 10 h 25"/>
                <a:gd name="T16" fmla="*/ 8 w 26"/>
                <a:gd name="T17" fmla="*/ 3 h 25"/>
                <a:gd name="T18" fmla="*/ 8 w 26"/>
                <a:gd name="T19" fmla="*/ 1 h 25"/>
                <a:gd name="T20" fmla="*/ 9 w 26"/>
                <a:gd name="T21" fmla="*/ 0 h 25"/>
                <a:gd name="T22" fmla="*/ 11 w 26"/>
                <a:gd name="T23" fmla="*/ 1 h 25"/>
                <a:gd name="T24" fmla="*/ 21 w 26"/>
                <a:gd name="T25" fmla="*/ 3 h 25"/>
                <a:gd name="T26" fmla="*/ 24 w 26"/>
                <a:gd name="T27" fmla="*/ 3 h 25"/>
                <a:gd name="T28" fmla="*/ 23 w 26"/>
                <a:gd name="T29" fmla="*/ 7 h 25"/>
                <a:gd name="T30" fmla="*/ 22 w 26"/>
                <a:gd name="T31" fmla="*/ 14 h 25"/>
                <a:gd name="T32" fmla="*/ 25 w 26"/>
                <a:gd name="T33" fmla="*/ 17 h 25"/>
                <a:gd name="T34" fmla="*/ 22 w 26"/>
                <a:gd name="T35" fmla="*/ 2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25">
                  <a:moveTo>
                    <a:pt x="22" y="20"/>
                  </a:moveTo>
                  <a:cubicBezTo>
                    <a:pt x="18" y="18"/>
                    <a:pt x="15" y="21"/>
                    <a:pt x="12" y="24"/>
                  </a:cubicBezTo>
                  <a:cubicBezTo>
                    <a:pt x="11" y="24"/>
                    <a:pt x="10" y="25"/>
                    <a:pt x="9" y="25"/>
                  </a:cubicBezTo>
                  <a:cubicBezTo>
                    <a:pt x="9" y="24"/>
                    <a:pt x="8" y="23"/>
                    <a:pt x="8" y="22"/>
                  </a:cubicBezTo>
                  <a:cubicBezTo>
                    <a:pt x="9" y="17"/>
                    <a:pt x="8" y="16"/>
                    <a:pt x="4" y="15"/>
                  </a:cubicBezTo>
                  <a:cubicBezTo>
                    <a:pt x="3" y="15"/>
                    <a:pt x="2" y="14"/>
                    <a:pt x="1" y="14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1"/>
                    <a:pt x="2" y="11"/>
                    <a:pt x="3" y="10"/>
                  </a:cubicBezTo>
                  <a:cubicBezTo>
                    <a:pt x="6" y="9"/>
                    <a:pt x="8" y="7"/>
                    <a:pt x="8" y="3"/>
                  </a:cubicBezTo>
                  <a:cubicBezTo>
                    <a:pt x="8" y="3"/>
                    <a:pt x="8" y="2"/>
                    <a:pt x="8" y="1"/>
                  </a:cubicBezTo>
                  <a:cubicBezTo>
                    <a:pt x="9" y="1"/>
                    <a:pt x="9" y="0"/>
                    <a:pt x="9" y="0"/>
                  </a:cubicBezTo>
                  <a:cubicBezTo>
                    <a:pt x="10" y="0"/>
                    <a:pt x="10" y="0"/>
                    <a:pt x="11" y="1"/>
                  </a:cubicBezTo>
                  <a:cubicBezTo>
                    <a:pt x="13" y="5"/>
                    <a:pt x="17" y="5"/>
                    <a:pt x="21" y="3"/>
                  </a:cubicBezTo>
                  <a:cubicBezTo>
                    <a:pt x="22" y="3"/>
                    <a:pt x="24" y="3"/>
                    <a:pt x="24" y="3"/>
                  </a:cubicBezTo>
                  <a:cubicBezTo>
                    <a:pt x="26" y="5"/>
                    <a:pt x="24" y="6"/>
                    <a:pt x="23" y="7"/>
                  </a:cubicBezTo>
                  <a:cubicBezTo>
                    <a:pt x="21" y="10"/>
                    <a:pt x="21" y="11"/>
                    <a:pt x="22" y="14"/>
                  </a:cubicBezTo>
                  <a:cubicBezTo>
                    <a:pt x="23" y="15"/>
                    <a:pt x="24" y="16"/>
                    <a:pt x="25" y="17"/>
                  </a:cubicBezTo>
                  <a:cubicBezTo>
                    <a:pt x="26" y="19"/>
                    <a:pt x="25" y="20"/>
                    <a:pt x="22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4" name="Freeform 16"/>
            <p:cNvSpPr>
              <a:spLocks noEditPoints="1"/>
            </p:cNvSpPr>
            <p:nvPr/>
          </p:nvSpPr>
          <p:spPr bwMode="auto">
            <a:xfrm>
              <a:off x="2522538" y="2747963"/>
              <a:ext cx="125413" cy="152400"/>
            </a:xfrm>
            <a:custGeom>
              <a:avLst/>
              <a:gdLst>
                <a:gd name="T0" fmla="*/ 31 w 33"/>
                <a:gd name="T1" fmla="*/ 40 h 40"/>
                <a:gd name="T2" fmla="*/ 21 w 33"/>
                <a:gd name="T3" fmla="*/ 34 h 40"/>
                <a:gd name="T4" fmla="*/ 23 w 33"/>
                <a:gd name="T5" fmla="*/ 24 h 40"/>
                <a:gd name="T6" fmla="*/ 14 w 33"/>
                <a:gd name="T7" fmla="*/ 17 h 40"/>
                <a:gd name="T8" fmla="*/ 13 w 33"/>
                <a:gd name="T9" fmla="*/ 17 h 40"/>
                <a:gd name="T10" fmla="*/ 7 w 33"/>
                <a:gd name="T11" fmla="*/ 25 h 40"/>
                <a:gd name="T12" fmla="*/ 5 w 33"/>
                <a:gd name="T13" fmla="*/ 26 h 40"/>
                <a:gd name="T14" fmla="*/ 0 w 33"/>
                <a:gd name="T15" fmla="*/ 23 h 40"/>
                <a:gd name="T16" fmla="*/ 3 w 33"/>
                <a:gd name="T17" fmla="*/ 20 h 40"/>
                <a:gd name="T18" fmla="*/ 27 w 33"/>
                <a:gd name="T19" fmla="*/ 3 h 40"/>
                <a:gd name="T20" fmla="*/ 29 w 33"/>
                <a:gd name="T21" fmla="*/ 1 h 40"/>
                <a:gd name="T22" fmla="*/ 32 w 33"/>
                <a:gd name="T23" fmla="*/ 0 h 40"/>
                <a:gd name="T24" fmla="*/ 33 w 33"/>
                <a:gd name="T25" fmla="*/ 3 h 40"/>
                <a:gd name="T26" fmla="*/ 32 w 33"/>
                <a:gd name="T27" fmla="*/ 18 h 40"/>
                <a:gd name="T28" fmla="*/ 30 w 33"/>
                <a:gd name="T29" fmla="*/ 31 h 40"/>
                <a:gd name="T30" fmla="*/ 31 w 33"/>
                <a:gd name="T31" fmla="*/ 40 h 40"/>
                <a:gd name="T32" fmla="*/ 26 w 33"/>
                <a:gd name="T33" fmla="*/ 22 h 40"/>
                <a:gd name="T34" fmla="*/ 28 w 33"/>
                <a:gd name="T35" fmla="*/ 5 h 40"/>
                <a:gd name="T36" fmla="*/ 27 w 33"/>
                <a:gd name="T37" fmla="*/ 5 h 40"/>
                <a:gd name="T38" fmla="*/ 18 w 33"/>
                <a:gd name="T39" fmla="*/ 12 h 40"/>
                <a:gd name="T40" fmla="*/ 18 w 33"/>
                <a:gd name="T41" fmla="*/ 16 h 40"/>
                <a:gd name="T42" fmla="*/ 26 w 33"/>
                <a:gd name="T43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3" h="40">
                  <a:moveTo>
                    <a:pt x="31" y="40"/>
                  </a:moveTo>
                  <a:cubicBezTo>
                    <a:pt x="28" y="38"/>
                    <a:pt x="24" y="36"/>
                    <a:pt x="21" y="34"/>
                  </a:cubicBezTo>
                  <a:cubicBezTo>
                    <a:pt x="26" y="32"/>
                    <a:pt x="27" y="27"/>
                    <a:pt x="23" y="24"/>
                  </a:cubicBezTo>
                  <a:cubicBezTo>
                    <a:pt x="21" y="21"/>
                    <a:pt x="17" y="19"/>
                    <a:pt x="14" y="17"/>
                  </a:cubicBezTo>
                  <a:cubicBezTo>
                    <a:pt x="14" y="17"/>
                    <a:pt x="13" y="17"/>
                    <a:pt x="13" y="17"/>
                  </a:cubicBezTo>
                  <a:cubicBezTo>
                    <a:pt x="10" y="19"/>
                    <a:pt x="7" y="21"/>
                    <a:pt x="7" y="25"/>
                  </a:cubicBezTo>
                  <a:cubicBezTo>
                    <a:pt x="7" y="26"/>
                    <a:pt x="6" y="27"/>
                    <a:pt x="5" y="26"/>
                  </a:cubicBezTo>
                  <a:cubicBezTo>
                    <a:pt x="3" y="25"/>
                    <a:pt x="2" y="24"/>
                    <a:pt x="0" y="23"/>
                  </a:cubicBezTo>
                  <a:cubicBezTo>
                    <a:pt x="1" y="22"/>
                    <a:pt x="2" y="21"/>
                    <a:pt x="3" y="20"/>
                  </a:cubicBezTo>
                  <a:cubicBezTo>
                    <a:pt x="12" y="15"/>
                    <a:pt x="19" y="9"/>
                    <a:pt x="27" y="3"/>
                  </a:cubicBezTo>
                  <a:cubicBezTo>
                    <a:pt x="27" y="2"/>
                    <a:pt x="28" y="2"/>
                    <a:pt x="29" y="1"/>
                  </a:cubicBezTo>
                  <a:cubicBezTo>
                    <a:pt x="30" y="1"/>
                    <a:pt x="31" y="0"/>
                    <a:pt x="32" y="0"/>
                  </a:cubicBezTo>
                  <a:cubicBezTo>
                    <a:pt x="33" y="1"/>
                    <a:pt x="33" y="2"/>
                    <a:pt x="33" y="3"/>
                  </a:cubicBezTo>
                  <a:cubicBezTo>
                    <a:pt x="33" y="8"/>
                    <a:pt x="32" y="13"/>
                    <a:pt x="32" y="18"/>
                  </a:cubicBezTo>
                  <a:cubicBezTo>
                    <a:pt x="31" y="22"/>
                    <a:pt x="31" y="26"/>
                    <a:pt x="30" y="31"/>
                  </a:cubicBezTo>
                  <a:cubicBezTo>
                    <a:pt x="30" y="34"/>
                    <a:pt x="31" y="37"/>
                    <a:pt x="31" y="40"/>
                  </a:cubicBezTo>
                  <a:close/>
                  <a:moveTo>
                    <a:pt x="26" y="22"/>
                  </a:moveTo>
                  <a:cubicBezTo>
                    <a:pt x="27" y="16"/>
                    <a:pt x="27" y="11"/>
                    <a:pt x="28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7"/>
                    <a:pt x="21" y="9"/>
                    <a:pt x="18" y="12"/>
                  </a:cubicBezTo>
                  <a:cubicBezTo>
                    <a:pt x="16" y="14"/>
                    <a:pt x="16" y="15"/>
                    <a:pt x="18" y="16"/>
                  </a:cubicBezTo>
                  <a:cubicBezTo>
                    <a:pt x="20" y="18"/>
                    <a:pt x="23" y="20"/>
                    <a:pt x="2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5" name="Freeform 17"/>
            <p:cNvSpPr>
              <a:spLocks/>
            </p:cNvSpPr>
            <p:nvPr/>
          </p:nvSpPr>
          <p:spPr bwMode="auto">
            <a:xfrm>
              <a:off x="2779713" y="2914650"/>
              <a:ext cx="93663" cy="101600"/>
            </a:xfrm>
            <a:custGeom>
              <a:avLst/>
              <a:gdLst>
                <a:gd name="T0" fmla="*/ 8 w 25"/>
                <a:gd name="T1" fmla="*/ 0 h 27"/>
                <a:gd name="T2" fmla="*/ 10 w 25"/>
                <a:gd name="T3" fmla="*/ 1 h 27"/>
                <a:gd name="T4" fmla="*/ 13 w 25"/>
                <a:gd name="T5" fmla="*/ 4 h 27"/>
                <a:gd name="T6" fmla="*/ 18 w 25"/>
                <a:gd name="T7" fmla="*/ 5 h 27"/>
                <a:gd name="T8" fmla="*/ 22 w 25"/>
                <a:gd name="T9" fmla="*/ 4 h 27"/>
                <a:gd name="T10" fmla="*/ 23 w 25"/>
                <a:gd name="T11" fmla="*/ 6 h 27"/>
                <a:gd name="T12" fmla="*/ 21 w 25"/>
                <a:gd name="T13" fmla="*/ 11 h 27"/>
                <a:gd name="T14" fmla="*/ 22 w 25"/>
                <a:gd name="T15" fmla="*/ 15 h 27"/>
                <a:gd name="T16" fmla="*/ 24 w 25"/>
                <a:gd name="T17" fmla="*/ 19 h 27"/>
                <a:gd name="T18" fmla="*/ 23 w 25"/>
                <a:gd name="T19" fmla="*/ 20 h 27"/>
                <a:gd name="T20" fmla="*/ 19 w 25"/>
                <a:gd name="T21" fmla="*/ 20 h 27"/>
                <a:gd name="T22" fmla="*/ 13 w 25"/>
                <a:gd name="T23" fmla="*/ 23 h 27"/>
                <a:gd name="T24" fmla="*/ 11 w 25"/>
                <a:gd name="T25" fmla="*/ 26 h 27"/>
                <a:gd name="T26" fmla="*/ 9 w 25"/>
                <a:gd name="T27" fmla="*/ 26 h 27"/>
                <a:gd name="T28" fmla="*/ 8 w 25"/>
                <a:gd name="T29" fmla="*/ 25 h 27"/>
                <a:gd name="T30" fmla="*/ 8 w 25"/>
                <a:gd name="T31" fmla="*/ 19 h 27"/>
                <a:gd name="T32" fmla="*/ 6 w 25"/>
                <a:gd name="T33" fmla="*/ 17 h 27"/>
                <a:gd name="T34" fmla="*/ 1 w 25"/>
                <a:gd name="T35" fmla="*/ 15 h 27"/>
                <a:gd name="T36" fmla="*/ 1 w 25"/>
                <a:gd name="T37" fmla="*/ 13 h 27"/>
                <a:gd name="T38" fmla="*/ 5 w 25"/>
                <a:gd name="T39" fmla="*/ 10 h 27"/>
                <a:gd name="T40" fmla="*/ 7 w 25"/>
                <a:gd name="T41" fmla="*/ 7 h 27"/>
                <a:gd name="T42" fmla="*/ 8 w 25"/>
                <a:gd name="T43" fmla="*/ 0 h 27"/>
                <a:gd name="T44" fmla="*/ 8 w 2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27">
                  <a:moveTo>
                    <a:pt x="8" y="0"/>
                  </a:moveTo>
                  <a:cubicBezTo>
                    <a:pt x="9" y="0"/>
                    <a:pt x="10" y="1"/>
                    <a:pt x="10" y="1"/>
                  </a:cubicBezTo>
                  <a:cubicBezTo>
                    <a:pt x="11" y="2"/>
                    <a:pt x="12" y="3"/>
                    <a:pt x="13" y="4"/>
                  </a:cubicBezTo>
                  <a:cubicBezTo>
                    <a:pt x="14" y="5"/>
                    <a:pt x="16" y="6"/>
                    <a:pt x="18" y="5"/>
                  </a:cubicBezTo>
                  <a:cubicBezTo>
                    <a:pt x="19" y="5"/>
                    <a:pt x="20" y="5"/>
                    <a:pt x="22" y="4"/>
                  </a:cubicBezTo>
                  <a:cubicBezTo>
                    <a:pt x="24" y="4"/>
                    <a:pt x="24" y="5"/>
                    <a:pt x="23" y="6"/>
                  </a:cubicBezTo>
                  <a:cubicBezTo>
                    <a:pt x="23" y="8"/>
                    <a:pt x="22" y="10"/>
                    <a:pt x="21" y="11"/>
                  </a:cubicBezTo>
                  <a:cubicBezTo>
                    <a:pt x="21" y="12"/>
                    <a:pt x="21" y="14"/>
                    <a:pt x="22" y="15"/>
                  </a:cubicBezTo>
                  <a:cubicBezTo>
                    <a:pt x="22" y="16"/>
                    <a:pt x="23" y="17"/>
                    <a:pt x="24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0"/>
                    <a:pt x="21" y="21"/>
                    <a:pt x="19" y="20"/>
                  </a:cubicBezTo>
                  <a:cubicBezTo>
                    <a:pt x="16" y="20"/>
                    <a:pt x="14" y="21"/>
                    <a:pt x="13" y="23"/>
                  </a:cubicBezTo>
                  <a:cubicBezTo>
                    <a:pt x="12" y="24"/>
                    <a:pt x="11" y="25"/>
                    <a:pt x="11" y="26"/>
                  </a:cubicBezTo>
                  <a:cubicBezTo>
                    <a:pt x="10" y="26"/>
                    <a:pt x="10" y="27"/>
                    <a:pt x="9" y="26"/>
                  </a:cubicBezTo>
                  <a:cubicBezTo>
                    <a:pt x="9" y="26"/>
                    <a:pt x="8" y="26"/>
                    <a:pt x="8" y="25"/>
                  </a:cubicBezTo>
                  <a:cubicBezTo>
                    <a:pt x="8" y="23"/>
                    <a:pt x="8" y="21"/>
                    <a:pt x="8" y="19"/>
                  </a:cubicBezTo>
                  <a:cubicBezTo>
                    <a:pt x="8" y="18"/>
                    <a:pt x="8" y="17"/>
                    <a:pt x="6" y="17"/>
                  </a:cubicBezTo>
                  <a:cubicBezTo>
                    <a:pt x="5" y="16"/>
                    <a:pt x="3" y="16"/>
                    <a:pt x="1" y="15"/>
                  </a:cubicBezTo>
                  <a:cubicBezTo>
                    <a:pt x="0" y="14"/>
                    <a:pt x="0" y="14"/>
                    <a:pt x="1" y="13"/>
                  </a:cubicBezTo>
                  <a:cubicBezTo>
                    <a:pt x="2" y="12"/>
                    <a:pt x="4" y="11"/>
                    <a:pt x="5" y="10"/>
                  </a:cubicBezTo>
                  <a:cubicBezTo>
                    <a:pt x="7" y="10"/>
                    <a:pt x="7" y="9"/>
                    <a:pt x="7" y="7"/>
                  </a:cubicBezTo>
                  <a:cubicBezTo>
                    <a:pt x="7" y="5"/>
                    <a:pt x="8" y="2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auto">
            <a:xfrm>
              <a:off x="1577975" y="3857625"/>
              <a:ext cx="125413" cy="133350"/>
            </a:xfrm>
            <a:custGeom>
              <a:avLst/>
              <a:gdLst>
                <a:gd name="T0" fmla="*/ 18 w 33"/>
                <a:gd name="T1" fmla="*/ 3 h 35"/>
                <a:gd name="T2" fmla="*/ 17 w 33"/>
                <a:gd name="T3" fmla="*/ 0 h 35"/>
                <a:gd name="T4" fmla="*/ 23 w 33"/>
                <a:gd name="T5" fmla="*/ 9 h 35"/>
                <a:gd name="T6" fmla="*/ 21 w 33"/>
                <a:gd name="T7" fmla="*/ 8 h 35"/>
                <a:gd name="T8" fmla="*/ 8 w 33"/>
                <a:gd name="T9" fmla="*/ 8 h 35"/>
                <a:gd name="T10" fmla="*/ 6 w 33"/>
                <a:gd name="T11" fmla="*/ 17 h 35"/>
                <a:gd name="T12" fmla="*/ 14 w 33"/>
                <a:gd name="T13" fmla="*/ 28 h 35"/>
                <a:gd name="T14" fmla="*/ 24 w 33"/>
                <a:gd name="T15" fmla="*/ 28 h 35"/>
                <a:gd name="T16" fmla="*/ 30 w 33"/>
                <a:gd name="T17" fmla="*/ 20 h 35"/>
                <a:gd name="T18" fmla="*/ 31 w 33"/>
                <a:gd name="T19" fmla="*/ 19 h 35"/>
                <a:gd name="T20" fmla="*/ 32 w 33"/>
                <a:gd name="T21" fmla="*/ 24 h 35"/>
                <a:gd name="T22" fmla="*/ 18 w 33"/>
                <a:gd name="T23" fmla="*/ 34 h 35"/>
                <a:gd name="T24" fmla="*/ 8 w 33"/>
                <a:gd name="T25" fmla="*/ 31 h 35"/>
                <a:gd name="T26" fmla="*/ 1 w 33"/>
                <a:gd name="T27" fmla="*/ 20 h 35"/>
                <a:gd name="T28" fmla="*/ 14 w 33"/>
                <a:gd name="T29" fmla="*/ 3 h 35"/>
                <a:gd name="T30" fmla="*/ 18 w 33"/>
                <a:gd name="T31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5">
                  <a:moveTo>
                    <a:pt x="18" y="3"/>
                  </a:moveTo>
                  <a:cubicBezTo>
                    <a:pt x="17" y="2"/>
                    <a:pt x="17" y="1"/>
                    <a:pt x="17" y="0"/>
                  </a:cubicBezTo>
                  <a:cubicBezTo>
                    <a:pt x="20" y="2"/>
                    <a:pt x="23" y="6"/>
                    <a:pt x="23" y="9"/>
                  </a:cubicBezTo>
                  <a:cubicBezTo>
                    <a:pt x="22" y="9"/>
                    <a:pt x="22" y="8"/>
                    <a:pt x="21" y="8"/>
                  </a:cubicBezTo>
                  <a:cubicBezTo>
                    <a:pt x="17" y="5"/>
                    <a:pt x="12" y="5"/>
                    <a:pt x="8" y="8"/>
                  </a:cubicBezTo>
                  <a:cubicBezTo>
                    <a:pt x="6" y="11"/>
                    <a:pt x="5" y="14"/>
                    <a:pt x="6" y="17"/>
                  </a:cubicBezTo>
                  <a:cubicBezTo>
                    <a:pt x="8" y="21"/>
                    <a:pt x="11" y="25"/>
                    <a:pt x="14" y="28"/>
                  </a:cubicBezTo>
                  <a:cubicBezTo>
                    <a:pt x="17" y="31"/>
                    <a:pt x="21" y="30"/>
                    <a:pt x="24" y="28"/>
                  </a:cubicBezTo>
                  <a:cubicBezTo>
                    <a:pt x="27" y="26"/>
                    <a:pt x="29" y="24"/>
                    <a:pt x="30" y="20"/>
                  </a:cubicBezTo>
                  <a:cubicBezTo>
                    <a:pt x="30" y="20"/>
                    <a:pt x="30" y="19"/>
                    <a:pt x="31" y="19"/>
                  </a:cubicBezTo>
                  <a:cubicBezTo>
                    <a:pt x="32" y="20"/>
                    <a:pt x="33" y="22"/>
                    <a:pt x="32" y="24"/>
                  </a:cubicBezTo>
                  <a:cubicBezTo>
                    <a:pt x="29" y="29"/>
                    <a:pt x="24" y="33"/>
                    <a:pt x="18" y="34"/>
                  </a:cubicBezTo>
                  <a:cubicBezTo>
                    <a:pt x="14" y="35"/>
                    <a:pt x="10" y="34"/>
                    <a:pt x="8" y="31"/>
                  </a:cubicBezTo>
                  <a:cubicBezTo>
                    <a:pt x="5" y="28"/>
                    <a:pt x="3" y="24"/>
                    <a:pt x="1" y="20"/>
                  </a:cubicBezTo>
                  <a:cubicBezTo>
                    <a:pt x="0" y="12"/>
                    <a:pt x="5" y="4"/>
                    <a:pt x="14" y="3"/>
                  </a:cubicBezTo>
                  <a:cubicBezTo>
                    <a:pt x="15" y="3"/>
                    <a:pt x="16" y="3"/>
                    <a:pt x="18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7" name="Freeform 19"/>
            <p:cNvSpPr>
              <a:spLocks/>
            </p:cNvSpPr>
            <p:nvPr/>
          </p:nvSpPr>
          <p:spPr bwMode="auto">
            <a:xfrm>
              <a:off x="1771650" y="4065588"/>
              <a:ext cx="90488" cy="95250"/>
            </a:xfrm>
            <a:custGeom>
              <a:avLst/>
              <a:gdLst>
                <a:gd name="T0" fmla="*/ 10 w 24"/>
                <a:gd name="T1" fmla="*/ 25 h 25"/>
                <a:gd name="T2" fmla="*/ 9 w 24"/>
                <a:gd name="T3" fmla="*/ 21 h 25"/>
                <a:gd name="T4" fmla="*/ 3 w 24"/>
                <a:gd name="T5" fmla="*/ 14 h 25"/>
                <a:gd name="T6" fmla="*/ 0 w 24"/>
                <a:gd name="T7" fmla="*/ 12 h 25"/>
                <a:gd name="T8" fmla="*/ 6 w 24"/>
                <a:gd name="T9" fmla="*/ 9 h 25"/>
                <a:gd name="T10" fmla="*/ 9 w 24"/>
                <a:gd name="T11" fmla="*/ 6 h 25"/>
                <a:gd name="T12" fmla="*/ 10 w 24"/>
                <a:gd name="T13" fmla="*/ 0 h 25"/>
                <a:gd name="T14" fmla="*/ 10 w 24"/>
                <a:gd name="T15" fmla="*/ 0 h 25"/>
                <a:gd name="T16" fmla="*/ 14 w 24"/>
                <a:gd name="T17" fmla="*/ 4 h 25"/>
                <a:gd name="T18" fmla="*/ 16 w 24"/>
                <a:gd name="T19" fmla="*/ 5 h 25"/>
                <a:gd name="T20" fmla="*/ 20 w 24"/>
                <a:gd name="T21" fmla="*/ 4 h 25"/>
                <a:gd name="T22" fmla="*/ 22 w 24"/>
                <a:gd name="T23" fmla="*/ 6 h 25"/>
                <a:gd name="T24" fmla="*/ 21 w 24"/>
                <a:gd name="T25" fmla="*/ 10 h 25"/>
                <a:gd name="T26" fmla="*/ 22 w 24"/>
                <a:gd name="T27" fmla="*/ 14 h 25"/>
                <a:gd name="T28" fmla="*/ 24 w 24"/>
                <a:gd name="T29" fmla="*/ 17 h 25"/>
                <a:gd name="T30" fmla="*/ 23 w 24"/>
                <a:gd name="T31" fmla="*/ 19 h 25"/>
                <a:gd name="T32" fmla="*/ 12 w 24"/>
                <a:gd name="T33" fmla="*/ 24 h 25"/>
                <a:gd name="T34" fmla="*/ 10 w 24"/>
                <a:gd name="T3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" h="25">
                  <a:moveTo>
                    <a:pt x="10" y="25"/>
                  </a:moveTo>
                  <a:cubicBezTo>
                    <a:pt x="10" y="23"/>
                    <a:pt x="9" y="22"/>
                    <a:pt x="9" y="21"/>
                  </a:cubicBezTo>
                  <a:cubicBezTo>
                    <a:pt x="8" y="17"/>
                    <a:pt x="6" y="15"/>
                    <a:pt x="3" y="14"/>
                  </a:cubicBezTo>
                  <a:cubicBezTo>
                    <a:pt x="2" y="14"/>
                    <a:pt x="1" y="13"/>
                    <a:pt x="0" y="12"/>
                  </a:cubicBezTo>
                  <a:cubicBezTo>
                    <a:pt x="3" y="11"/>
                    <a:pt x="4" y="10"/>
                    <a:pt x="6" y="9"/>
                  </a:cubicBezTo>
                  <a:cubicBezTo>
                    <a:pt x="8" y="9"/>
                    <a:pt x="9" y="8"/>
                    <a:pt x="9" y="6"/>
                  </a:cubicBezTo>
                  <a:cubicBezTo>
                    <a:pt x="9" y="4"/>
                    <a:pt x="9" y="2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2" y="3"/>
                    <a:pt x="14" y="4"/>
                  </a:cubicBezTo>
                  <a:cubicBezTo>
                    <a:pt x="14" y="4"/>
                    <a:pt x="15" y="5"/>
                    <a:pt x="16" y="5"/>
                  </a:cubicBezTo>
                  <a:cubicBezTo>
                    <a:pt x="18" y="4"/>
                    <a:pt x="19" y="4"/>
                    <a:pt x="20" y="4"/>
                  </a:cubicBezTo>
                  <a:cubicBezTo>
                    <a:pt x="23" y="3"/>
                    <a:pt x="23" y="4"/>
                    <a:pt x="22" y="6"/>
                  </a:cubicBezTo>
                  <a:cubicBezTo>
                    <a:pt x="22" y="7"/>
                    <a:pt x="22" y="9"/>
                    <a:pt x="21" y="10"/>
                  </a:cubicBezTo>
                  <a:cubicBezTo>
                    <a:pt x="20" y="12"/>
                    <a:pt x="20" y="13"/>
                    <a:pt x="22" y="14"/>
                  </a:cubicBezTo>
                  <a:cubicBezTo>
                    <a:pt x="23" y="15"/>
                    <a:pt x="23" y="16"/>
                    <a:pt x="24" y="17"/>
                  </a:cubicBezTo>
                  <a:cubicBezTo>
                    <a:pt x="24" y="18"/>
                    <a:pt x="24" y="19"/>
                    <a:pt x="23" y="19"/>
                  </a:cubicBezTo>
                  <a:cubicBezTo>
                    <a:pt x="18" y="19"/>
                    <a:pt x="15" y="20"/>
                    <a:pt x="12" y="24"/>
                  </a:cubicBezTo>
                  <a:cubicBezTo>
                    <a:pt x="12" y="24"/>
                    <a:pt x="11" y="24"/>
                    <a:pt x="10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8" name="Freeform 20"/>
            <p:cNvSpPr>
              <a:spLocks/>
            </p:cNvSpPr>
            <p:nvPr/>
          </p:nvSpPr>
          <p:spPr bwMode="auto">
            <a:xfrm>
              <a:off x="2654300" y="3725863"/>
              <a:ext cx="171450" cy="101600"/>
            </a:xfrm>
            <a:custGeom>
              <a:avLst/>
              <a:gdLst>
                <a:gd name="T0" fmla="*/ 45 w 45"/>
                <a:gd name="T1" fmla="*/ 27 h 27"/>
                <a:gd name="T2" fmla="*/ 43 w 45"/>
                <a:gd name="T3" fmla="*/ 26 h 27"/>
                <a:gd name="T4" fmla="*/ 19 w 45"/>
                <a:gd name="T5" fmla="*/ 14 h 27"/>
                <a:gd name="T6" fmla="*/ 2 w 45"/>
                <a:gd name="T7" fmla="*/ 4 h 27"/>
                <a:gd name="T8" fmla="*/ 0 w 45"/>
                <a:gd name="T9" fmla="*/ 2 h 27"/>
                <a:gd name="T10" fmla="*/ 5 w 45"/>
                <a:gd name="T11" fmla="*/ 0 h 27"/>
                <a:gd name="T12" fmla="*/ 9 w 45"/>
                <a:gd name="T13" fmla="*/ 3 h 27"/>
                <a:gd name="T14" fmla="*/ 41 w 45"/>
                <a:gd name="T15" fmla="*/ 23 h 27"/>
                <a:gd name="T16" fmla="*/ 45 w 45"/>
                <a:gd name="T17" fmla="*/ 27 h 27"/>
                <a:gd name="T18" fmla="*/ 45 w 45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27">
                  <a:moveTo>
                    <a:pt x="45" y="27"/>
                  </a:moveTo>
                  <a:cubicBezTo>
                    <a:pt x="45" y="27"/>
                    <a:pt x="44" y="27"/>
                    <a:pt x="43" y="26"/>
                  </a:cubicBezTo>
                  <a:cubicBezTo>
                    <a:pt x="35" y="22"/>
                    <a:pt x="27" y="18"/>
                    <a:pt x="19" y="14"/>
                  </a:cubicBezTo>
                  <a:cubicBezTo>
                    <a:pt x="13" y="10"/>
                    <a:pt x="8" y="7"/>
                    <a:pt x="2" y="4"/>
                  </a:cubicBezTo>
                  <a:cubicBezTo>
                    <a:pt x="2" y="3"/>
                    <a:pt x="0" y="3"/>
                    <a:pt x="0" y="2"/>
                  </a:cubicBezTo>
                  <a:cubicBezTo>
                    <a:pt x="1" y="1"/>
                    <a:pt x="4" y="0"/>
                    <a:pt x="5" y="0"/>
                  </a:cubicBezTo>
                  <a:cubicBezTo>
                    <a:pt x="6" y="1"/>
                    <a:pt x="8" y="2"/>
                    <a:pt x="9" y="3"/>
                  </a:cubicBezTo>
                  <a:cubicBezTo>
                    <a:pt x="20" y="10"/>
                    <a:pt x="31" y="16"/>
                    <a:pt x="41" y="23"/>
                  </a:cubicBezTo>
                  <a:cubicBezTo>
                    <a:pt x="43" y="24"/>
                    <a:pt x="44" y="26"/>
                    <a:pt x="45" y="27"/>
                  </a:cubicBezTo>
                  <a:cubicBezTo>
                    <a:pt x="45" y="27"/>
                    <a:pt x="45" y="27"/>
                    <a:pt x="45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9" name="Freeform 21"/>
            <p:cNvSpPr>
              <a:spLocks/>
            </p:cNvSpPr>
            <p:nvPr/>
          </p:nvSpPr>
          <p:spPr bwMode="auto">
            <a:xfrm>
              <a:off x="2870200" y="3560763"/>
              <a:ext cx="174625" cy="41275"/>
            </a:xfrm>
            <a:custGeom>
              <a:avLst/>
              <a:gdLst>
                <a:gd name="T0" fmla="*/ 46 w 46"/>
                <a:gd name="T1" fmla="*/ 11 h 11"/>
                <a:gd name="T2" fmla="*/ 43 w 46"/>
                <a:gd name="T3" fmla="*/ 11 h 11"/>
                <a:gd name="T4" fmla="*/ 1 w 46"/>
                <a:gd name="T5" fmla="*/ 5 h 11"/>
                <a:gd name="T6" fmla="*/ 1 w 46"/>
                <a:gd name="T7" fmla="*/ 2 h 11"/>
                <a:gd name="T8" fmla="*/ 5 w 46"/>
                <a:gd name="T9" fmla="*/ 1 h 11"/>
                <a:gd name="T10" fmla="*/ 43 w 46"/>
                <a:gd name="T11" fmla="*/ 9 h 11"/>
                <a:gd name="T12" fmla="*/ 46 w 4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1">
                  <a:moveTo>
                    <a:pt x="46" y="11"/>
                  </a:moveTo>
                  <a:cubicBezTo>
                    <a:pt x="45" y="11"/>
                    <a:pt x="44" y="11"/>
                    <a:pt x="43" y="11"/>
                  </a:cubicBezTo>
                  <a:cubicBezTo>
                    <a:pt x="29" y="10"/>
                    <a:pt x="15" y="8"/>
                    <a:pt x="1" y="5"/>
                  </a:cubicBezTo>
                  <a:cubicBezTo>
                    <a:pt x="0" y="4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17" y="4"/>
                    <a:pt x="30" y="6"/>
                    <a:pt x="43" y="9"/>
                  </a:cubicBezTo>
                  <a:cubicBezTo>
                    <a:pt x="44" y="9"/>
                    <a:pt x="45" y="9"/>
                    <a:pt x="46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0" name="Freeform 22"/>
            <p:cNvSpPr>
              <a:spLocks/>
            </p:cNvSpPr>
            <p:nvPr/>
          </p:nvSpPr>
          <p:spPr bwMode="auto">
            <a:xfrm>
              <a:off x="2640013" y="2840038"/>
              <a:ext cx="117475" cy="127000"/>
            </a:xfrm>
            <a:custGeom>
              <a:avLst/>
              <a:gdLst>
                <a:gd name="T0" fmla="*/ 2 w 31"/>
                <a:gd name="T1" fmla="*/ 34 h 34"/>
                <a:gd name="T2" fmla="*/ 0 w 31"/>
                <a:gd name="T3" fmla="*/ 31 h 34"/>
                <a:gd name="T4" fmla="*/ 1 w 31"/>
                <a:gd name="T5" fmla="*/ 29 h 34"/>
                <a:gd name="T6" fmla="*/ 30 w 31"/>
                <a:gd name="T7" fmla="*/ 0 h 34"/>
                <a:gd name="T8" fmla="*/ 31 w 31"/>
                <a:gd name="T9" fmla="*/ 0 h 34"/>
                <a:gd name="T10" fmla="*/ 31 w 31"/>
                <a:gd name="T11" fmla="*/ 2 h 34"/>
                <a:gd name="T12" fmla="*/ 23 w 31"/>
                <a:gd name="T13" fmla="*/ 10 h 34"/>
                <a:gd name="T14" fmla="*/ 4 w 31"/>
                <a:gd name="T15" fmla="*/ 32 h 34"/>
                <a:gd name="T16" fmla="*/ 3 w 31"/>
                <a:gd name="T17" fmla="*/ 34 h 34"/>
                <a:gd name="T18" fmla="*/ 2 w 31"/>
                <a:gd name="T1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4">
                  <a:moveTo>
                    <a:pt x="2" y="34"/>
                  </a:moveTo>
                  <a:cubicBezTo>
                    <a:pt x="1" y="33"/>
                    <a:pt x="0" y="32"/>
                    <a:pt x="0" y="31"/>
                  </a:cubicBezTo>
                  <a:cubicBezTo>
                    <a:pt x="0" y="30"/>
                    <a:pt x="0" y="29"/>
                    <a:pt x="1" y="29"/>
                  </a:cubicBezTo>
                  <a:cubicBezTo>
                    <a:pt x="10" y="19"/>
                    <a:pt x="20" y="10"/>
                    <a:pt x="30" y="0"/>
                  </a:cubicBezTo>
                  <a:cubicBezTo>
                    <a:pt x="30" y="0"/>
                    <a:pt x="31" y="0"/>
                    <a:pt x="31" y="0"/>
                  </a:cubicBezTo>
                  <a:cubicBezTo>
                    <a:pt x="31" y="0"/>
                    <a:pt x="31" y="1"/>
                    <a:pt x="31" y="2"/>
                  </a:cubicBezTo>
                  <a:cubicBezTo>
                    <a:pt x="28" y="4"/>
                    <a:pt x="26" y="7"/>
                    <a:pt x="23" y="10"/>
                  </a:cubicBezTo>
                  <a:cubicBezTo>
                    <a:pt x="17" y="17"/>
                    <a:pt x="11" y="25"/>
                    <a:pt x="4" y="32"/>
                  </a:cubicBezTo>
                  <a:cubicBezTo>
                    <a:pt x="4" y="32"/>
                    <a:pt x="4" y="33"/>
                    <a:pt x="3" y="34"/>
                  </a:cubicBezTo>
                  <a:cubicBezTo>
                    <a:pt x="3" y="34"/>
                    <a:pt x="2" y="34"/>
                    <a:pt x="2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1" name="Freeform 23"/>
            <p:cNvSpPr>
              <a:spLocks/>
            </p:cNvSpPr>
            <p:nvPr/>
          </p:nvSpPr>
          <p:spPr bwMode="auto">
            <a:xfrm>
              <a:off x="2235200" y="2646363"/>
              <a:ext cx="19050" cy="161925"/>
            </a:xfrm>
            <a:custGeom>
              <a:avLst/>
              <a:gdLst>
                <a:gd name="T0" fmla="*/ 4 w 5"/>
                <a:gd name="T1" fmla="*/ 20 h 43"/>
                <a:gd name="T2" fmla="*/ 4 w 5"/>
                <a:gd name="T3" fmla="*/ 38 h 43"/>
                <a:gd name="T4" fmla="*/ 2 w 5"/>
                <a:gd name="T5" fmla="*/ 42 h 43"/>
                <a:gd name="T6" fmla="*/ 0 w 5"/>
                <a:gd name="T7" fmla="*/ 43 h 43"/>
                <a:gd name="T8" fmla="*/ 0 w 5"/>
                <a:gd name="T9" fmla="*/ 41 h 43"/>
                <a:gd name="T10" fmla="*/ 2 w 5"/>
                <a:gd name="T11" fmla="*/ 2 h 43"/>
                <a:gd name="T12" fmla="*/ 4 w 5"/>
                <a:gd name="T13" fmla="*/ 1 h 43"/>
                <a:gd name="T14" fmla="*/ 5 w 5"/>
                <a:gd name="T15" fmla="*/ 2 h 43"/>
                <a:gd name="T16" fmla="*/ 5 w 5"/>
                <a:gd name="T17" fmla="*/ 20 h 43"/>
                <a:gd name="T18" fmla="*/ 4 w 5"/>
                <a:gd name="T19" fmla="*/ 2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3">
                  <a:moveTo>
                    <a:pt x="4" y="20"/>
                  </a:moveTo>
                  <a:cubicBezTo>
                    <a:pt x="4" y="26"/>
                    <a:pt x="4" y="32"/>
                    <a:pt x="4" y="38"/>
                  </a:cubicBezTo>
                  <a:cubicBezTo>
                    <a:pt x="4" y="40"/>
                    <a:pt x="3" y="41"/>
                    <a:pt x="2" y="42"/>
                  </a:cubicBezTo>
                  <a:cubicBezTo>
                    <a:pt x="1" y="43"/>
                    <a:pt x="1" y="43"/>
                    <a:pt x="0" y="43"/>
                  </a:cubicBezTo>
                  <a:cubicBezTo>
                    <a:pt x="0" y="42"/>
                    <a:pt x="0" y="42"/>
                    <a:pt x="0" y="41"/>
                  </a:cubicBezTo>
                  <a:cubicBezTo>
                    <a:pt x="1" y="28"/>
                    <a:pt x="1" y="15"/>
                    <a:pt x="2" y="2"/>
                  </a:cubicBezTo>
                  <a:cubicBezTo>
                    <a:pt x="2" y="2"/>
                    <a:pt x="3" y="1"/>
                    <a:pt x="4" y="1"/>
                  </a:cubicBezTo>
                  <a:cubicBezTo>
                    <a:pt x="5" y="0"/>
                    <a:pt x="5" y="2"/>
                    <a:pt x="5" y="2"/>
                  </a:cubicBezTo>
                  <a:cubicBezTo>
                    <a:pt x="5" y="8"/>
                    <a:pt x="5" y="14"/>
                    <a:pt x="5" y="20"/>
                  </a:cubicBezTo>
                  <a:cubicBezTo>
                    <a:pt x="5" y="20"/>
                    <a:pt x="4" y="20"/>
                    <a:pt x="4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0" name="Freeform 24"/>
            <p:cNvSpPr>
              <a:spLocks/>
            </p:cNvSpPr>
            <p:nvPr/>
          </p:nvSpPr>
          <p:spPr bwMode="auto">
            <a:xfrm>
              <a:off x="1525588" y="3016250"/>
              <a:ext cx="49213" cy="57150"/>
            </a:xfrm>
            <a:custGeom>
              <a:avLst/>
              <a:gdLst>
                <a:gd name="T0" fmla="*/ 7 w 13"/>
                <a:gd name="T1" fmla="*/ 15 h 15"/>
                <a:gd name="T2" fmla="*/ 0 w 13"/>
                <a:gd name="T3" fmla="*/ 8 h 15"/>
                <a:gd name="T4" fmla="*/ 8 w 13"/>
                <a:gd name="T5" fmla="*/ 0 h 15"/>
                <a:gd name="T6" fmla="*/ 13 w 13"/>
                <a:gd name="T7" fmla="*/ 8 h 15"/>
                <a:gd name="T8" fmla="*/ 7 w 13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5">
                  <a:moveTo>
                    <a:pt x="7" y="15"/>
                  </a:moveTo>
                  <a:cubicBezTo>
                    <a:pt x="2" y="14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0" y="1"/>
                    <a:pt x="13" y="4"/>
                    <a:pt x="13" y="8"/>
                  </a:cubicBezTo>
                  <a:cubicBezTo>
                    <a:pt x="13" y="12"/>
                    <a:pt x="10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1" name="Freeform 25"/>
            <p:cNvSpPr>
              <a:spLocks/>
            </p:cNvSpPr>
            <p:nvPr/>
          </p:nvSpPr>
          <p:spPr bwMode="auto">
            <a:xfrm>
              <a:off x="2201863" y="4221163"/>
              <a:ext cx="49213" cy="44450"/>
            </a:xfrm>
            <a:custGeom>
              <a:avLst/>
              <a:gdLst>
                <a:gd name="T0" fmla="*/ 6 w 13"/>
                <a:gd name="T1" fmla="*/ 12 h 12"/>
                <a:gd name="T2" fmla="*/ 0 w 13"/>
                <a:gd name="T3" fmla="*/ 6 h 12"/>
                <a:gd name="T4" fmla="*/ 6 w 13"/>
                <a:gd name="T5" fmla="*/ 0 h 12"/>
                <a:gd name="T6" fmla="*/ 12 w 13"/>
                <a:gd name="T7" fmla="*/ 7 h 12"/>
                <a:gd name="T8" fmla="*/ 6 w 13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6" y="12"/>
                  </a:moveTo>
                  <a:cubicBezTo>
                    <a:pt x="3" y="12"/>
                    <a:pt x="0" y="8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2" y="7"/>
                  </a:cubicBezTo>
                  <a:cubicBezTo>
                    <a:pt x="12" y="9"/>
                    <a:pt x="9" y="12"/>
                    <a:pt x="6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2" name="Freeform 26"/>
            <p:cNvSpPr>
              <a:spLocks/>
            </p:cNvSpPr>
            <p:nvPr/>
          </p:nvSpPr>
          <p:spPr bwMode="auto">
            <a:xfrm>
              <a:off x="2462213" y="3870325"/>
              <a:ext cx="82550" cy="134938"/>
            </a:xfrm>
            <a:custGeom>
              <a:avLst/>
              <a:gdLst>
                <a:gd name="T0" fmla="*/ 22 w 22"/>
                <a:gd name="T1" fmla="*/ 35 h 36"/>
                <a:gd name="T2" fmla="*/ 22 w 22"/>
                <a:gd name="T3" fmla="*/ 36 h 36"/>
                <a:gd name="T4" fmla="*/ 21 w 22"/>
                <a:gd name="T5" fmla="*/ 36 h 36"/>
                <a:gd name="T6" fmla="*/ 20 w 22"/>
                <a:gd name="T7" fmla="*/ 35 h 36"/>
                <a:gd name="T8" fmla="*/ 1 w 22"/>
                <a:gd name="T9" fmla="*/ 5 h 36"/>
                <a:gd name="T10" fmla="*/ 0 w 22"/>
                <a:gd name="T11" fmla="*/ 3 h 36"/>
                <a:gd name="T12" fmla="*/ 0 w 22"/>
                <a:gd name="T13" fmla="*/ 0 h 36"/>
                <a:gd name="T14" fmla="*/ 3 w 22"/>
                <a:gd name="T15" fmla="*/ 1 h 36"/>
                <a:gd name="T16" fmla="*/ 5 w 22"/>
                <a:gd name="T17" fmla="*/ 4 h 36"/>
                <a:gd name="T18" fmla="*/ 21 w 22"/>
                <a:gd name="T19" fmla="*/ 32 h 36"/>
                <a:gd name="T20" fmla="*/ 22 w 22"/>
                <a:gd name="T21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36">
                  <a:moveTo>
                    <a:pt x="22" y="35"/>
                  </a:move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1" y="36"/>
                    <a:pt x="21" y="36"/>
                  </a:cubicBezTo>
                  <a:cubicBezTo>
                    <a:pt x="20" y="36"/>
                    <a:pt x="20" y="35"/>
                    <a:pt x="20" y="35"/>
                  </a:cubicBezTo>
                  <a:cubicBezTo>
                    <a:pt x="13" y="25"/>
                    <a:pt x="7" y="15"/>
                    <a:pt x="1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3" y="2"/>
                    <a:pt x="4" y="3"/>
                    <a:pt x="5" y="4"/>
                  </a:cubicBezTo>
                  <a:cubicBezTo>
                    <a:pt x="10" y="13"/>
                    <a:pt x="15" y="23"/>
                    <a:pt x="21" y="32"/>
                  </a:cubicBezTo>
                  <a:cubicBezTo>
                    <a:pt x="21" y="33"/>
                    <a:pt x="22" y="34"/>
                    <a:pt x="22" y="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3" name="Freeform 27"/>
            <p:cNvSpPr>
              <a:spLocks/>
            </p:cNvSpPr>
            <p:nvPr/>
          </p:nvSpPr>
          <p:spPr bwMode="auto">
            <a:xfrm>
              <a:off x="1903413" y="2857500"/>
              <a:ext cx="79375" cy="150813"/>
            </a:xfrm>
            <a:custGeom>
              <a:avLst/>
              <a:gdLst>
                <a:gd name="T0" fmla="*/ 2 w 21"/>
                <a:gd name="T1" fmla="*/ 0 h 40"/>
                <a:gd name="T2" fmla="*/ 5 w 21"/>
                <a:gd name="T3" fmla="*/ 5 h 40"/>
                <a:gd name="T4" fmla="*/ 20 w 21"/>
                <a:gd name="T5" fmla="*/ 34 h 40"/>
                <a:gd name="T6" fmla="*/ 21 w 21"/>
                <a:gd name="T7" fmla="*/ 38 h 40"/>
                <a:gd name="T8" fmla="*/ 20 w 21"/>
                <a:gd name="T9" fmla="*/ 40 h 40"/>
                <a:gd name="T10" fmla="*/ 18 w 21"/>
                <a:gd name="T11" fmla="*/ 38 h 40"/>
                <a:gd name="T12" fmla="*/ 14 w 21"/>
                <a:gd name="T13" fmla="*/ 29 h 40"/>
                <a:gd name="T14" fmla="*/ 1 w 21"/>
                <a:gd name="T15" fmla="*/ 3 h 40"/>
                <a:gd name="T16" fmla="*/ 2 w 21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40">
                  <a:moveTo>
                    <a:pt x="2" y="0"/>
                  </a:moveTo>
                  <a:cubicBezTo>
                    <a:pt x="3" y="2"/>
                    <a:pt x="4" y="4"/>
                    <a:pt x="5" y="5"/>
                  </a:cubicBezTo>
                  <a:cubicBezTo>
                    <a:pt x="10" y="15"/>
                    <a:pt x="15" y="24"/>
                    <a:pt x="20" y="34"/>
                  </a:cubicBezTo>
                  <a:cubicBezTo>
                    <a:pt x="21" y="35"/>
                    <a:pt x="21" y="36"/>
                    <a:pt x="21" y="38"/>
                  </a:cubicBezTo>
                  <a:cubicBezTo>
                    <a:pt x="21" y="38"/>
                    <a:pt x="20" y="39"/>
                    <a:pt x="20" y="40"/>
                  </a:cubicBezTo>
                  <a:cubicBezTo>
                    <a:pt x="19" y="39"/>
                    <a:pt x="19" y="39"/>
                    <a:pt x="18" y="38"/>
                  </a:cubicBezTo>
                  <a:cubicBezTo>
                    <a:pt x="17" y="35"/>
                    <a:pt x="15" y="32"/>
                    <a:pt x="14" y="29"/>
                  </a:cubicBezTo>
                  <a:cubicBezTo>
                    <a:pt x="10" y="20"/>
                    <a:pt x="6" y="12"/>
                    <a:pt x="1" y="3"/>
                  </a:cubicBezTo>
                  <a:cubicBezTo>
                    <a:pt x="1" y="2"/>
                    <a:pt x="0" y="1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4" name="Freeform 28"/>
            <p:cNvSpPr>
              <a:spLocks/>
            </p:cNvSpPr>
            <p:nvPr/>
          </p:nvSpPr>
          <p:spPr bwMode="auto">
            <a:xfrm>
              <a:off x="1465263" y="3152775"/>
              <a:ext cx="139700" cy="60325"/>
            </a:xfrm>
            <a:custGeom>
              <a:avLst/>
              <a:gdLst>
                <a:gd name="T0" fmla="*/ 37 w 37"/>
                <a:gd name="T1" fmla="*/ 13 h 16"/>
                <a:gd name="T2" fmla="*/ 31 w 37"/>
                <a:gd name="T3" fmla="*/ 16 h 16"/>
                <a:gd name="T4" fmla="*/ 29 w 37"/>
                <a:gd name="T5" fmla="*/ 15 h 16"/>
                <a:gd name="T6" fmla="*/ 2 w 37"/>
                <a:gd name="T7" fmla="*/ 3 h 16"/>
                <a:gd name="T8" fmla="*/ 0 w 37"/>
                <a:gd name="T9" fmla="*/ 0 h 16"/>
                <a:gd name="T10" fmla="*/ 37 w 37"/>
                <a:gd name="T11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6">
                  <a:moveTo>
                    <a:pt x="37" y="13"/>
                  </a:moveTo>
                  <a:cubicBezTo>
                    <a:pt x="36" y="15"/>
                    <a:pt x="34" y="16"/>
                    <a:pt x="31" y="16"/>
                  </a:cubicBezTo>
                  <a:cubicBezTo>
                    <a:pt x="31" y="16"/>
                    <a:pt x="30" y="15"/>
                    <a:pt x="29" y="15"/>
                  </a:cubicBezTo>
                  <a:cubicBezTo>
                    <a:pt x="20" y="11"/>
                    <a:pt x="11" y="7"/>
                    <a:pt x="2" y="3"/>
                  </a:cubicBezTo>
                  <a:cubicBezTo>
                    <a:pt x="1" y="3"/>
                    <a:pt x="0" y="2"/>
                    <a:pt x="0" y="0"/>
                  </a:cubicBezTo>
                  <a:cubicBezTo>
                    <a:pt x="12" y="5"/>
                    <a:pt x="24" y="9"/>
                    <a:pt x="37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5" name="Freeform 29"/>
            <p:cNvSpPr>
              <a:spLocks/>
            </p:cNvSpPr>
            <p:nvPr/>
          </p:nvSpPr>
          <p:spPr bwMode="auto">
            <a:xfrm>
              <a:off x="2897188" y="3171825"/>
              <a:ext cx="117475" cy="41275"/>
            </a:xfrm>
            <a:custGeom>
              <a:avLst/>
              <a:gdLst>
                <a:gd name="T0" fmla="*/ 31 w 31"/>
                <a:gd name="T1" fmla="*/ 2 h 11"/>
                <a:gd name="T2" fmla="*/ 29 w 31"/>
                <a:gd name="T3" fmla="*/ 3 h 11"/>
                <a:gd name="T4" fmla="*/ 19 w 31"/>
                <a:gd name="T5" fmla="*/ 6 h 11"/>
                <a:gd name="T6" fmla="*/ 3 w 31"/>
                <a:gd name="T7" fmla="*/ 10 h 11"/>
                <a:gd name="T8" fmla="*/ 0 w 31"/>
                <a:gd name="T9" fmla="*/ 8 h 11"/>
                <a:gd name="T10" fmla="*/ 2 w 31"/>
                <a:gd name="T11" fmla="*/ 7 h 11"/>
                <a:gd name="T12" fmla="*/ 13 w 31"/>
                <a:gd name="T13" fmla="*/ 4 h 11"/>
                <a:gd name="T14" fmla="*/ 27 w 31"/>
                <a:gd name="T15" fmla="*/ 1 h 11"/>
                <a:gd name="T16" fmla="*/ 30 w 31"/>
                <a:gd name="T17" fmla="*/ 0 h 11"/>
                <a:gd name="T18" fmla="*/ 31 w 3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11">
                  <a:moveTo>
                    <a:pt x="31" y="2"/>
                  </a:moveTo>
                  <a:cubicBezTo>
                    <a:pt x="30" y="2"/>
                    <a:pt x="30" y="3"/>
                    <a:pt x="29" y="3"/>
                  </a:cubicBezTo>
                  <a:cubicBezTo>
                    <a:pt x="26" y="4"/>
                    <a:pt x="22" y="5"/>
                    <a:pt x="19" y="6"/>
                  </a:cubicBezTo>
                  <a:cubicBezTo>
                    <a:pt x="14" y="7"/>
                    <a:pt x="8" y="9"/>
                    <a:pt x="3" y="10"/>
                  </a:cubicBezTo>
                  <a:cubicBezTo>
                    <a:pt x="2" y="11"/>
                    <a:pt x="0" y="10"/>
                    <a:pt x="0" y="8"/>
                  </a:cubicBezTo>
                  <a:cubicBezTo>
                    <a:pt x="0" y="8"/>
                    <a:pt x="1" y="7"/>
                    <a:pt x="2" y="7"/>
                  </a:cubicBezTo>
                  <a:cubicBezTo>
                    <a:pt x="5" y="6"/>
                    <a:pt x="9" y="5"/>
                    <a:pt x="13" y="4"/>
                  </a:cubicBezTo>
                  <a:cubicBezTo>
                    <a:pt x="17" y="3"/>
                    <a:pt x="22" y="2"/>
                    <a:pt x="27" y="1"/>
                  </a:cubicBezTo>
                  <a:cubicBezTo>
                    <a:pt x="28" y="0"/>
                    <a:pt x="29" y="0"/>
                    <a:pt x="30" y="0"/>
                  </a:cubicBezTo>
                  <a:cubicBezTo>
                    <a:pt x="30" y="1"/>
                    <a:pt x="31" y="1"/>
                    <a:pt x="3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6" name="Freeform 30"/>
            <p:cNvSpPr>
              <a:spLocks/>
            </p:cNvSpPr>
            <p:nvPr/>
          </p:nvSpPr>
          <p:spPr bwMode="auto">
            <a:xfrm>
              <a:off x="2100263" y="2640013"/>
              <a:ext cx="41275" cy="96838"/>
            </a:xfrm>
            <a:custGeom>
              <a:avLst/>
              <a:gdLst>
                <a:gd name="T0" fmla="*/ 4 w 11"/>
                <a:gd name="T1" fmla="*/ 0 h 26"/>
                <a:gd name="T2" fmla="*/ 5 w 11"/>
                <a:gd name="T3" fmla="*/ 5 h 26"/>
                <a:gd name="T4" fmla="*/ 8 w 11"/>
                <a:gd name="T5" fmla="*/ 8 h 26"/>
                <a:gd name="T6" fmla="*/ 9 w 11"/>
                <a:gd name="T7" fmla="*/ 9 h 26"/>
                <a:gd name="T8" fmla="*/ 7 w 11"/>
                <a:gd name="T9" fmla="*/ 10 h 26"/>
                <a:gd name="T10" fmla="*/ 5 w 11"/>
                <a:gd name="T11" fmla="*/ 12 h 26"/>
                <a:gd name="T12" fmla="*/ 7 w 11"/>
                <a:gd name="T13" fmla="*/ 20 h 26"/>
                <a:gd name="T14" fmla="*/ 9 w 11"/>
                <a:gd name="T15" fmla="*/ 20 h 26"/>
                <a:gd name="T16" fmla="*/ 11 w 11"/>
                <a:gd name="T17" fmla="*/ 19 h 26"/>
                <a:gd name="T18" fmla="*/ 11 w 11"/>
                <a:gd name="T19" fmla="*/ 21 h 26"/>
                <a:gd name="T20" fmla="*/ 10 w 11"/>
                <a:gd name="T21" fmla="*/ 24 h 26"/>
                <a:gd name="T22" fmla="*/ 3 w 11"/>
                <a:gd name="T23" fmla="*/ 23 h 26"/>
                <a:gd name="T24" fmla="*/ 3 w 11"/>
                <a:gd name="T25" fmla="*/ 16 h 26"/>
                <a:gd name="T26" fmla="*/ 2 w 11"/>
                <a:gd name="T27" fmla="*/ 13 h 26"/>
                <a:gd name="T28" fmla="*/ 1 w 11"/>
                <a:gd name="T29" fmla="*/ 11 h 26"/>
                <a:gd name="T30" fmla="*/ 0 w 11"/>
                <a:gd name="T31" fmla="*/ 10 h 26"/>
                <a:gd name="T32" fmla="*/ 1 w 11"/>
                <a:gd name="T33" fmla="*/ 9 h 26"/>
                <a:gd name="T34" fmla="*/ 2 w 11"/>
                <a:gd name="T35" fmla="*/ 6 h 26"/>
                <a:gd name="T36" fmla="*/ 4 w 11"/>
                <a:gd name="T3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26">
                  <a:moveTo>
                    <a:pt x="4" y="0"/>
                  </a:moveTo>
                  <a:cubicBezTo>
                    <a:pt x="4" y="2"/>
                    <a:pt x="5" y="4"/>
                    <a:pt x="5" y="5"/>
                  </a:cubicBezTo>
                  <a:cubicBezTo>
                    <a:pt x="5" y="7"/>
                    <a:pt x="6" y="8"/>
                    <a:pt x="8" y="8"/>
                  </a:cubicBezTo>
                  <a:cubicBezTo>
                    <a:pt x="8" y="8"/>
                    <a:pt x="8" y="8"/>
                    <a:pt x="9" y="9"/>
                  </a:cubicBezTo>
                  <a:cubicBezTo>
                    <a:pt x="8" y="9"/>
                    <a:pt x="8" y="10"/>
                    <a:pt x="7" y="10"/>
                  </a:cubicBezTo>
                  <a:cubicBezTo>
                    <a:pt x="6" y="10"/>
                    <a:pt x="5" y="11"/>
                    <a:pt x="5" y="12"/>
                  </a:cubicBezTo>
                  <a:cubicBezTo>
                    <a:pt x="6" y="15"/>
                    <a:pt x="6" y="17"/>
                    <a:pt x="7" y="20"/>
                  </a:cubicBezTo>
                  <a:cubicBezTo>
                    <a:pt x="8" y="21"/>
                    <a:pt x="8" y="21"/>
                    <a:pt x="9" y="20"/>
                  </a:cubicBezTo>
                  <a:cubicBezTo>
                    <a:pt x="10" y="20"/>
                    <a:pt x="11" y="19"/>
                    <a:pt x="11" y="19"/>
                  </a:cubicBezTo>
                  <a:cubicBezTo>
                    <a:pt x="11" y="20"/>
                    <a:pt x="11" y="21"/>
                    <a:pt x="11" y="21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8" y="26"/>
                    <a:pt x="4" y="26"/>
                    <a:pt x="3" y="23"/>
                  </a:cubicBezTo>
                  <a:cubicBezTo>
                    <a:pt x="3" y="21"/>
                    <a:pt x="3" y="18"/>
                    <a:pt x="3" y="16"/>
                  </a:cubicBezTo>
                  <a:cubicBezTo>
                    <a:pt x="2" y="15"/>
                    <a:pt x="2" y="14"/>
                    <a:pt x="2" y="13"/>
                  </a:cubicBezTo>
                  <a:cubicBezTo>
                    <a:pt x="2" y="12"/>
                    <a:pt x="2" y="11"/>
                    <a:pt x="1" y="11"/>
                  </a:cubicBezTo>
                  <a:cubicBezTo>
                    <a:pt x="1" y="11"/>
                    <a:pt x="0" y="10"/>
                    <a:pt x="0" y="10"/>
                  </a:cubicBezTo>
                  <a:cubicBezTo>
                    <a:pt x="0" y="10"/>
                    <a:pt x="0" y="9"/>
                    <a:pt x="1" y="9"/>
                  </a:cubicBezTo>
                  <a:cubicBezTo>
                    <a:pt x="2" y="9"/>
                    <a:pt x="2" y="7"/>
                    <a:pt x="2" y="6"/>
                  </a:cubicBezTo>
                  <a:cubicBezTo>
                    <a:pt x="2" y="4"/>
                    <a:pt x="1" y="2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7" name="Freeform 31"/>
            <p:cNvSpPr>
              <a:spLocks/>
            </p:cNvSpPr>
            <p:nvPr/>
          </p:nvSpPr>
          <p:spPr bwMode="auto">
            <a:xfrm>
              <a:off x="1698625" y="3963988"/>
              <a:ext cx="76200" cy="98425"/>
            </a:xfrm>
            <a:custGeom>
              <a:avLst/>
              <a:gdLst>
                <a:gd name="T0" fmla="*/ 0 w 20"/>
                <a:gd name="T1" fmla="*/ 26 h 26"/>
                <a:gd name="T2" fmla="*/ 1 w 20"/>
                <a:gd name="T3" fmla="*/ 24 h 26"/>
                <a:gd name="T4" fmla="*/ 15 w 20"/>
                <a:gd name="T5" fmla="*/ 3 h 26"/>
                <a:gd name="T6" fmla="*/ 19 w 20"/>
                <a:gd name="T7" fmla="*/ 2 h 26"/>
                <a:gd name="T8" fmla="*/ 19 w 20"/>
                <a:gd name="T9" fmla="*/ 5 h 26"/>
                <a:gd name="T10" fmla="*/ 3 w 20"/>
                <a:gd name="T11" fmla="*/ 25 h 26"/>
                <a:gd name="T12" fmla="*/ 1 w 20"/>
                <a:gd name="T13" fmla="*/ 26 h 26"/>
                <a:gd name="T14" fmla="*/ 0 w 20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26">
                  <a:moveTo>
                    <a:pt x="0" y="26"/>
                  </a:moveTo>
                  <a:cubicBezTo>
                    <a:pt x="1" y="25"/>
                    <a:pt x="1" y="24"/>
                    <a:pt x="1" y="24"/>
                  </a:cubicBezTo>
                  <a:cubicBezTo>
                    <a:pt x="6" y="17"/>
                    <a:pt x="11" y="10"/>
                    <a:pt x="15" y="3"/>
                  </a:cubicBezTo>
                  <a:cubicBezTo>
                    <a:pt x="16" y="2"/>
                    <a:pt x="17" y="0"/>
                    <a:pt x="19" y="2"/>
                  </a:cubicBezTo>
                  <a:cubicBezTo>
                    <a:pt x="20" y="3"/>
                    <a:pt x="20" y="4"/>
                    <a:pt x="19" y="5"/>
                  </a:cubicBezTo>
                  <a:cubicBezTo>
                    <a:pt x="14" y="12"/>
                    <a:pt x="8" y="18"/>
                    <a:pt x="3" y="25"/>
                  </a:cubicBezTo>
                  <a:cubicBezTo>
                    <a:pt x="2" y="25"/>
                    <a:pt x="2" y="26"/>
                    <a:pt x="1" y="26"/>
                  </a:cubicBezTo>
                  <a:cubicBezTo>
                    <a:pt x="1" y="26"/>
                    <a:pt x="1" y="26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8" name="Freeform 32"/>
            <p:cNvSpPr>
              <a:spLocks/>
            </p:cNvSpPr>
            <p:nvPr/>
          </p:nvSpPr>
          <p:spPr bwMode="auto">
            <a:xfrm>
              <a:off x="2084388" y="4130675"/>
              <a:ext cx="30163" cy="115888"/>
            </a:xfrm>
            <a:custGeom>
              <a:avLst/>
              <a:gdLst>
                <a:gd name="T0" fmla="*/ 7 w 8"/>
                <a:gd name="T1" fmla="*/ 0 h 31"/>
                <a:gd name="T2" fmla="*/ 0 w 8"/>
                <a:gd name="T3" fmla="*/ 31 h 31"/>
                <a:gd name="T4" fmla="*/ 0 w 8"/>
                <a:gd name="T5" fmla="*/ 25 h 31"/>
                <a:gd name="T6" fmla="*/ 2 w 8"/>
                <a:gd name="T7" fmla="*/ 4 h 31"/>
                <a:gd name="T8" fmla="*/ 7 w 8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1">
                  <a:moveTo>
                    <a:pt x="7" y="0"/>
                  </a:moveTo>
                  <a:cubicBezTo>
                    <a:pt x="8" y="2"/>
                    <a:pt x="2" y="30"/>
                    <a:pt x="0" y="31"/>
                  </a:cubicBezTo>
                  <a:cubicBezTo>
                    <a:pt x="0" y="29"/>
                    <a:pt x="0" y="27"/>
                    <a:pt x="0" y="25"/>
                  </a:cubicBezTo>
                  <a:cubicBezTo>
                    <a:pt x="1" y="18"/>
                    <a:pt x="2" y="11"/>
                    <a:pt x="2" y="4"/>
                  </a:cubicBezTo>
                  <a:cubicBezTo>
                    <a:pt x="3" y="2"/>
                    <a:pt x="5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9" name="Freeform 33"/>
            <p:cNvSpPr>
              <a:spLocks/>
            </p:cNvSpPr>
            <p:nvPr/>
          </p:nvSpPr>
          <p:spPr bwMode="auto">
            <a:xfrm>
              <a:off x="2470150" y="2700338"/>
              <a:ext cx="52388" cy="127000"/>
            </a:xfrm>
            <a:custGeom>
              <a:avLst/>
              <a:gdLst>
                <a:gd name="T0" fmla="*/ 14 w 14"/>
                <a:gd name="T1" fmla="*/ 0 h 34"/>
                <a:gd name="T2" fmla="*/ 14 w 14"/>
                <a:gd name="T3" fmla="*/ 3 h 34"/>
                <a:gd name="T4" fmla="*/ 4 w 14"/>
                <a:gd name="T5" fmla="*/ 33 h 34"/>
                <a:gd name="T6" fmla="*/ 4 w 14"/>
                <a:gd name="T7" fmla="*/ 34 h 34"/>
                <a:gd name="T8" fmla="*/ 1 w 14"/>
                <a:gd name="T9" fmla="*/ 30 h 34"/>
                <a:gd name="T10" fmla="*/ 12 w 14"/>
                <a:gd name="T11" fmla="*/ 2 h 34"/>
                <a:gd name="T12" fmla="*/ 14 w 14"/>
                <a:gd name="T13" fmla="*/ 0 h 34"/>
                <a:gd name="T14" fmla="*/ 14 w 14"/>
                <a:gd name="T1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34">
                  <a:moveTo>
                    <a:pt x="14" y="0"/>
                  </a:moveTo>
                  <a:cubicBezTo>
                    <a:pt x="14" y="1"/>
                    <a:pt x="14" y="2"/>
                    <a:pt x="14" y="3"/>
                  </a:cubicBezTo>
                  <a:cubicBezTo>
                    <a:pt x="11" y="13"/>
                    <a:pt x="7" y="23"/>
                    <a:pt x="4" y="33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1" y="33"/>
                    <a:pt x="0" y="32"/>
                    <a:pt x="1" y="30"/>
                  </a:cubicBezTo>
                  <a:cubicBezTo>
                    <a:pt x="5" y="21"/>
                    <a:pt x="9" y="11"/>
                    <a:pt x="12" y="2"/>
                  </a:cubicBezTo>
                  <a:cubicBezTo>
                    <a:pt x="13" y="2"/>
                    <a:pt x="13" y="1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90" name="Freeform 34"/>
            <p:cNvSpPr>
              <a:spLocks/>
            </p:cNvSpPr>
            <p:nvPr/>
          </p:nvSpPr>
          <p:spPr bwMode="auto">
            <a:xfrm>
              <a:off x="1465263" y="3687763"/>
              <a:ext cx="79375" cy="26988"/>
            </a:xfrm>
            <a:custGeom>
              <a:avLst/>
              <a:gdLst>
                <a:gd name="T0" fmla="*/ 0 w 21"/>
                <a:gd name="T1" fmla="*/ 6 h 7"/>
                <a:gd name="T2" fmla="*/ 2 w 21"/>
                <a:gd name="T3" fmla="*/ 5 h 7"/>
                <a:gd name="T4" fmla="*/ 17 w 21"/>
                <a:gd name="T5" fmla="*/ 0 h 7"/>
                <a:gd name="T6" fmla="*/ 19 w 21"/>
                <a:gd name="T7" fmla="*/ 0 h 7"/>
                <a:gd name="T8" fmla="*/ 21 w 21"/>
                <a:gd name="T9" fmla="*/ 2 h 7"/>
                <a:gd name="T10" fmla="*/ 19 w 21"/>
                <a:gd name="T11" fmla="*/ 4 h 7"/>
                <a:gd name="T12" fmla="*/ 2 w 21"/>
                <a:gd name="T13" fmla="*/ 7 h 7"/>
                <a:gd name="T14" fmla="*/ 0 w 21"/>
                <a:gd name="T15" fmla="*/ 7 h 7"/>
                <a:gd name="T16" fmla="*/ 0 w 21"/>
                <a:gd name="T1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7">
                  <a:moveTo>
                    <a:pt x="0" y="6"/>
                  </a:moveTo>
                  <a:cubicBezTo>
                    <a:pt x="0" y="6"/>
                    <a:pt x="1" y="5"/>
                    <a:pt x="2" y="5"/>
                  </a:cubicBezTo>
                  <a:cubicBezTo>
                    <a:pt x="7" y="3"/>
                    <a:pt x="12" y="2"/>
                    <a:pt x="17" y="0"/>
                  </a:cubicBezTo>
                  <a:cubicBezTo>
                    <a:pt x="17" y="0"/>
                    <a:pt x="18" y="0"/>
                    <a:pt x="19" y="0"/>
                  </a:cubicBezTo>
                  <a:cubicBezTo>
                    <a:pt x="20" y="1"/>
                    <a:pt x="20" y="2"/>
                    <a:pt x="21" y="2"/>
                  </a:cubicBezTo>
                  <a:cubicBezTo>
                    <a:pt x="20" y="3"/>
                    <a:pt x="19" y="4"/>
                    <a:pt x="19" y="4"/>
                  </a:cubicBezTo>
                  <a:cubicBezTo>
                    <a:pt x="13" y="5"/>
                    <a:pt x="8" y="6"/>
                    <a:pt x="2" y="7"/>
                  </a:cubicBezTo>
                  <a:cubicBezTo>
                    <a:pt x="1" y="7"/>
                    <a:pt x="1" y="7"/>
                    <a:pt x="0" y="7"/>
                  </a:cubicBezTo>
                  <a:cubicBezTo>
                    <a:pt x="0" y="7"/>
                    <a:pt x="0" y="7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91" name="Freeform 35"/>
            <p:cNvSpPr>
              <a:spLocks/>
            </p:cNvSpPr>
            <p:nvPr/>
          </p:nvSpPr>
          <p:spPr bwMode="auto">
            <a:xfrm>
              <a:off x="2609850" y="3763963"/>
              <a:ext cx="120650" cy="109538"/>
            </a:xfrm>
            <a:custGeom>
              <a:avLst/>
              <a:gdLst>
                <a:gd name="T0" fmla="*/ 31 w 32"/>
                <a:gd name="T1" fmla="*/ 29 h 29"/>
                <a:gd name="T2" fmla="*/ 9 w 32"/>
                <a:gd name="T3" fmla="*/ 9 h 29"/>
                <a:gd name="T4" fmla="*/ 1 w 32"/>
                <a:gd name="T5" fmla="*/ 2 h 29"/>
                <a:gd name="T6" fmla="*/ 0 w 32"/>
                <a:gd name="T7" fmla="*/ 0 h 29"/>
                <a:gd name="T8" fmla="*/ 2 w 32"/>
                <a:gd name="T9" fmla="*/ 1 h 29"/>
                <a:gd name="T10" fmla="*/ 30 w 32"/>
                <a:gd name="T11" fmla="*/ 25 h 29"/>
                <a:gd name="T12" fmla="*/ 32 w 32"/>
                <a:gd name="T13" fmla="*/ 28 h 29"/>
                <a:gd name="T14" fmla="*/ 31 w 32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29">
                  <a:moveTo>
                    <a:pt x="31" y="29"/>
                  </a:moveTo>
                  <a:cubicBezTo>
                    <a:pt x="24" y="22"/>
                    <a:pt x="17" y="16"/>
                    <a:pt x="9" y="9"/>
                  </a:cubicBezTo>
                  <a:cubicBezTo>
                    <a:pt x="6" y="6"/>
                    <a:pt x="4" y="4"/>
                    <a:pt x="1" y="2"/>
                  </a:cubicBezTo>
                  <a:cubicBezTo>
                    <a:pt x="1" y="1"/>
                    <a:pt x="0" y="1"/>
                    <a:pt x="0" y="0"/>
                  </a:cubicBezTo>
                  <a:cubicBezTo>
                    <a:pt x="1" y="0"/>
                    <a:pt x="1" y="0"/>
                    <a:pt x="2" y="1"/>
                  </a:cubicBezTo>
                  <a:cubicBezTo>
                    <a:pt x="11" y="9"/>
                    <a:pt x="20" y="17"/>
                    <a:pt x="30" y="25"/>
                  </a:cubicBezTo>
                  <a:cubicBezTo>
                    <a:pt x="31" y="26"/>
                    <a:pt x="31" y="27"/>
                    <a:pt x="32" y="28"/>
                  </a:cubicBezTo>
                  <a:cubicBezTo>
                    <a:pt x="32" y="29"/>
                    <a:pt x="32" y="29"/>
                    <a:pt x="31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92" name="Freeform 36"/>
            <p:cNvSpPr>
              <a:spLocks/>
            </p:cNvSpPr>
            <p:nvPr/>
          </p:nvSpPr>
          <p:spPr bwMode="auto">
            <a:xfrm>
              <a:off x="1820863" y="2900363"/>
              <a:ext cx="96838" cy="120650"/>
            </a:xfrm>
            <a:custGeom>
              <a:avLst/>
              <a:gdLst>
                <a:gd name="T0" fmla="*/ 26 w 26"/>
                <a:gd name="T1" fmla="*/ 32 h 32"/>
                <a:gd name="T2" fmla="*/ 23 w 26"/>
                <a:gd name="T3" fmla="*/ 29 h 32"/>
                <a:gd name="T4" fmla="*/ 18 w 26"/>
                <a:gd name="T5" fmla="*/ 23 h 32"/>
                <a:gd name="T6" fmla="*/ 3 w 26"/>
                <a:gd name="T7" fmla="*/ 5 h 32"/>
                <a:gd name="T8" fmla="*/ 0 w 26"/>
                <a:gd name="T9" fmla="*/ 1 h 32"/>
                <a:gd name="T10" fmla="*/ 1 w 26"/>
                <a:gd name="T11" fmla="*/ 0 h 32"/>
                <a:gd name="T12" fmla="*/ 2 w 26"/>
                <a:gd name="T13" fmla="*/ 1 h 32"/>
                <a:gd name="T14" fmla="*/ 10 w 26"/>
                <a:gd name="T15" fmla="*/ 10 h 32"/>
                <a:gd name="T16" fmla="*/ 21 w 26"/>
                <a:gd name="T17" fmla="*/ 24 h 32"/>
                <a:gd name="T18" fmla="*/ 26 w 26"/>
                <a:gd name="T19" fmla="*/ 31 h 32"/>
                <a:gd name="T20" fmla="*/ 26 w 26"/>
                <a:gd name="T21" fmla="*/ 32 h 32"/>
                <a:gd name="T22" fmla="*/ 26 w 26"/>
                <a:gd name="T2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6" y="32"/>
                  </a:moveTo>
                  <a:cubicBezTo>
                    <a:pt x="25" y="31"/>
                    <a:pt x="24" y="30"/>
                    <a:pt x="23" y="29"/>
                  </a:cubicBezTo>
                  <a:cubicBezTo>
                    <a:pt x="21" y="27"/>
                    <a:pt x="20" y="25"/>
                    <a:pt x="18" y="23"/>
                  </a:cubicBezTo>
                  <a:cubicBezTo>
                    <a:pt x="13" y="17"/>
                    <a:pt x="8" y="11"/>
                    <a:pt x="3" y="5"/>
                  </a:cubicBezTo>
                  <a:cubicBezTo>
                    <a:pt x="2" y="3"/>
                    <a:pt x="1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5" y="4"/>
                    <a:pt x="7" y="7"/>
                    <a:pt x="10" y="10"/>
                  </a:cubicBezTo>
                  <a:cubicBezTo>
                    <a:pt x="13" y="15"/>
                    <a:pt x="17" y="19"/>
                    <a:pt x="21" y="24"/>
                  </a:cubicBezTo>
                  <a:cubicBezTo>
                    <a:pt x="22" y="26"/>
                    <a:pt x="24" y="28"/>
                    <a:pt x="26" y="31"/>
                  </a:cubicBezTo>
                  <a:cubicBezTo>
                    <a:pt x="26" y="31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93" name="Freeform 37"/>
            <p:cNvSpPr>
              <a:spLocks/>
            </p:cNvSpPr>
            <p:nvPr/>
          </p:nvSpPr>
          <p:spPr bwMode="auto">
            <a:xfrm>
              <a:off x="1462088" y="3314700"/>
              <a:ext cx="134938" cy="26988"/>
            </a:xfrm>
            <a:custGeom>
              <a:avLst/>
              <a:gdLst>
                <a:gd name="T0" fmla="*/ 0 w 36"/>
                <a:gd name="T1" fmla="*/ 0 h 7"/>
                <a:gd name="T2" fmla="*/ 36 w 36"/>
                <a:gd name="T3" fmla="*/ 6 h 7"/>
                <a:gd name="T4" fmla="*/ 36 w 36"/>
                <a:gd name="T5" fmla="*/ 7 h 7"/>
                <a:gd name="T6" fmla="*/ 32 w 36"/>
                <a:gd name="T7" fmla="*/ 7 h 7"/>
                <a:gd name="T8" fmla="*/ 16 w 36"/>
                <a:gd name="T9" fmla="*/ 5 h 7"/>
                <a:gd name="T10" fmla="*/ 2 w 36"/>
                <a:gd name="T11" fmla="*/ 2 h 7"/>
                <a:gd name="T12" fmla="*/ 0 w 36"/>
                <a:gd name="T13" fmla="*/ 1 h 7"/>
                <a:gd name="T14" fmla="*/ 0 w 3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7">
                  <a:moveTo>
                    <a:pt x="0" y="0"/>
                  </a:moveTo>
                  <a:cubicBezTo>
                    <a:pt x="12" y="2"/>
                    <a:pt x="24" y="4"/>
                    <a:pt x="36" y="6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4" y="7"/>
                    <a:pt x="33" y="7"/>
                    <a:pt x="32" y="7"/>
                  </a:cubicBezTo>
                  <a:cubicBezTo>
                    <a:pt x="26" y="6"/>
                    <a:pt x="21" y="5"/>
                    <a:pt x="16" y="5"/>
                  </a:cubicBezTo>
                  <a:cubicBezTo>
                    <a:pt x="11" y="4"/>
                    <a:pt x="7" y="3"/>
                    <a:pt x="2" y="2"/>
                  </a:cubicBezTo>
                  <a:cubicBezTo>
                    <a:pt x="1" y="2"/>
                    <a:pt x="1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97" name="Freeform 38"/>
            <p:cNvSpPr>
              <a:spLocks/>
            </p:cNvSpPr>
            <p:nvPr/>
          </p:nvSpPr>
          <p:spPr bwMode="auto">
            <a:xfrm>
              <a:off x="2681288" y="3711575"/>
              <a:ext cx="120650" cy="63500"/>
            </a:xfrm>
            <a:custGeom>
              <a:avLst/>
              <a:gdLst>
                <a:gd name="T0" fmla="*/ 0 w 32"/>
                <a:gd name="T1" fmla="*/ 0 h 17"/>
                <a:gd name="T2" fmla="*/ 3 w 32"/>
                <a:gd name="T3" fmla="*/ 1 h 17"/>
                <a:gd name="T4" fmla="*/ 30 w 32"/>
                <a:gd name="T5" fmla="*/ 16 h 17"/>
                <a:gd name="T6" fmla="*/ 32 w 32"/>
                <a:gd name="T7" fmla="*/ 17 h 17"/>
                <a:gd name="T8" fmla="*/ 0 w 32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7">
                  <a:moveTo>
                    <a:pt x="0" y="0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12" y="6"/>
                    <a:pt x="21" y="11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29" y="17"/>
                    <a:pt x="2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98" name="Freeform 39"/>
            <p:cNvSpPr>
              <a:spLocks/>
            </p:cNvSpPr>
            <p:nvPr/>
          </p:nvSpPr>
          <p:spPr bwMode="auto">
            <a:xfrm>
              <a:off x="2216150" y="4043363"/>
              <a:ext cx="12700" cy="153988"/>
            </a:xfrm>
            <a:custGeom>
              <a:avLst/>
              <a:gdLst>
                <a:gd name="T0" fmla="*/ 1 w 3"/>
                <a:gd name="T1" fmla="*/ 0 h 41"/>
                <a:gd name="T2" fmla="*/ 2 w 3"/>
                <a:gd name="T3" fmla="*/ 41 h 41"/>
                <a:gd name="T4" fmla="*/ 1 w 3"/>
                <a:gd name="T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1">
                  <a:moveTo>
                    <a:pt x="1" y="0"/>
                  </a:moveTo>
                  <a:cubicBezTo>
                    <a:pt x="3" y="2"/>
                    <a:pt x="3" y="40"/>
                    <a:pt x="2" y="41"/>
                  </a:cubicBezTo>
                  <a:cubicBezTo>
                    <a:pt x="1" y="40"/>
                    <a:pt x="0" y="4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99" name="Freeform 40"/>
            <p:cNvSpPr>
              <a:spLocks/>
            </p:cNvSpPr>
            <p:nvPr/>
          </p:nvSpPr>
          <p:spPr bwMode="auto">
            <a:xfrm>
              <a:off x="2462213" y="4106863"/>
              <a:ext cx="49213" cy="125413"/>
            </a:xfrm>
            <a:custGeom>
              <a:avLst/>
              <a:gdLst>
                <a:gd name="T0" fmla="*/ 1 w 13"/>
                <a:gd name="T1" fmla="*/ 0 h 33"/>
                <a:gd name="T2" fmla="*/ 13 w 13"/>
                <a:gd name="T3" fmla="*/ 33 h 33"/>
                <a:gd name="T4" fmla="*/ 1 w 13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33">
                  <a:moveTo>
                    <a:pt x="1" y="0"/>
                  </a:moveTo>
                  <a:cubicBezTo>
                    <a:pt x="3" y="3"/>
                    <a:pt x="13" y="30"/>
                    <a:pt x="13" y="33"/>
                  </a:cubicBezTo>
                  <a:cubicBezTo>
                    <a:pt x="10" y="31"/>
                    <a:pt x="0" y="2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0" name="Freeform 41"/>
            <p:cNvSpPr>
              <a:spLocks/>
            </p:cNvSpPr>
            <p:nvPr/>
          </p:nvSpPr>
          <p:spPr bwMode="auto">
            <a:xfrm>
              <a:off x="2541588" y="3821113"/>
              <a:ext cx="52388" cy="63500"/>
            </a:xfrm>
            <a:custGeom>
              <a:avLst/>
              <a:gdLst>
                <a:gd name="T0" fmla="*/ 0 w 14"/>
                <a:gd name="T1" fmla="*/ 2 h 17"/>
                <a:gd name="T2" fmla="*/ 4 w 14"/>
                <a:gd name="T3" fmla="*/ 2 h 17"/>
                <a:gd name="T4" fmla="*/ 13 w 14"/>
                <a:gd name="T5" fmla="*/ 15 h 17"/>
                <a:gd name="T6" fmla="*/ 14 w 14"/>
                <a:gd name="T7" fmla="*/ 16 h 17"/>
                <a:gd name="T8" fmla="*/ 14 w 14"/>
                <a:gd name="T9" fmla="*/ 17 h 17"/>
                <a:gd name="T10" fmla="*/ 12 w 14"/>
                <a:gd name="T11" fmla="*/ 17 h 17"/>
                <a:gd name="T12" fmla="*/ 0 w 14"/>
                <a:gd name="T1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7">
                  <a:moveTo>
                    <a:pt x="0" y="2"/>
                  </a:moveTo>
                  <a:cubicBezTo>
                    <a:pt x="2" y="0"/>
                    <a:pt x="3" y="0"/>
                    <a:pt x="4" y="2"/>
                  </a:cubicBezTo>
                  <a:cubicBezTo>
                    <a:pt x="7" y="6"/>
                    <a:pt x="10" y="10"/>
                    <a:pt x="13" y="15"/>
                  </a:cubicBezTo>
                  <a:cubicBezTo>
                    <a:pt x="13" y="15"/>
                    <a:pt x="14" y="15"/>
                    <a:pt x="14" y="16"/>
                  </a:cubicBezTo>
                  <a:cubicBezTo>
                    <a:pt x="14" y="16"/>
                    <a:pt x="14" y="17"/>
                    <a:pt x="14" y="17"/>
                  </a:cubicBezTo>
                  <a:cubicBezTo>
                    <a:pt x="13" y="17"/>
                    <a:pt x="13" y="17"/>
                    <a:pt x="12" y="17"/>
                  </a:cubicBezTo>
                  <a:cubicBezTo>
                    <a:pt x="8" y="12"/>
                    <a:pt x="4" y="7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1" name="Freeform 42"/>
            <p:cNvSpPr>
              <a:spLocks/>
            </p:cNvSpPr>
            <p:nvPr/>
          </p:nvSpPr>
          <p:spPr bwMode="auto">
            <a:xfrm>
              <a:off x="1522413" y="3148013"/>
              <a:ext cx="120650" cy="49213"/>
            </a:xfrm>
            <a:custGeom>
              <a:avLst/>
              <a:gdLst>
                <a:gd name="T0" fmla="*/ 0 w 32"/>
                <a:gd name="T1" fmla="*/ 0 h 13"/>
                <a:gd name="T2" fmla="*/ 32 w 32"/>
                <a:gd name="T3" fmla="*/ 12 h 13"/>
                <a:gd name="T4" fmla="*/ 0 w 32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" h="13">
                  <a:moveTo>
                    <a:pt x="0" y="0"/>
                  </a:moveTo>
                  <a:cubicBezTo>
                    <a:pt x="10" y="4"/>
                    <a:pt x="21" y="8"/>
                    <a:pt x="32" y="12"/>
                  </a:cubicBezTo>
                  <a:cubicBezTo>
                    <a:pt x="28" y="13"/>
                    <a:pt x="0" y="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2" name="Freeform 43"/>
            <p:cNvSpPr>
              <a:spLocks/>
            </p:cNvSpPr>
            <p:nvPr/>
          </p:nvSpPr>
          <p:spPr bwMode="auto">
            <a:xfrm>
              <a:off x="2722563" y="2994025"/>
              <a:ext cx="65088" cy="60325"/>
            </a:xfrm>
            <a:custGeom>
              <a:avLst/>
              <a:gdLst>
                <a:gd name="T0" fmla="*/ 17 w 17"/>
                <a:gd name="T1" fmla="*/ 0 h 16"/>
                <a:gd name="T2" fmla="*/ 16 w 17"/>
                <a:gd name="T3" fmla="*/ 1 h 16"/>
                <a:gd name="T4" fmla="*/ 4 w 17"/>
                <a:gd name="T5" fmla="*/ 14 h 16"/>
                <a:gd name="T6" fmla="*/ 1 w 17"/>
                <a:gd name="T7" fmla="*/ 14 h 16"/>
                <a:gd name="T8" fmla="*/ 2 w 17"/>
                <a:gd name="T9" fmla="*/ 12 h 16"/>
                <a:gd name="T10" fmla="*/ 15 w 17"/>
                <a:gd name="T11" fmla="*/ 1 h 16"/>
                <a:gd name="T12" fmla="*/ 17 w 17"/>
                <a:gd name="T13" fmla="*/ 0 h 16"/>
                <a:gd name="T14" fmla="*/ 17 w 17"/>
                <a:gd name="T1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6">
                  <a:moveTo>
                    <a:pt x="17" y="0"/>
                  </a:moveTo>
                  <a:cubicBezTo>
                    <a:pt x="17" y="1"/>
                    <a:pt x="17" y="1"/>
                    <a:pt x="16" y="1"/>
                  </a:cubicBezTo>
                  <a:cubicBezTo>
                    <a:pt x="12" y="6"/>
                    <a:pt x="8" y="10"/>
                    <a:pt x="4" y="14"/>
                  </a:cubicBezTo>
                  <a:cubicBezTo>
                    <a:pt x="3" y="15"/>
                    <a:pt x="2" y="16"/>
                    <a:pt x="1" y="14"/>
                  </a:cubicBezTo>
                  <a:cubicBezTo>
                    <a:pt x="0" y="13"/>
                    <a:pt x="1" y="13"/>
                    <a:pt x="2" y="12"/>
                  </a:cubicBezTo>
                  <a:cubicBezTo>
                    <a:pt x="6" y="8"/>
                    <a:pt x="11" y="5"/>
                    <a:pt x="15" y="1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3" name="Freeform 44"/>
            <p:cNvSpPr>
              <a:spLocks/>
            </p:cNvSpPr>
            <p:nvPr/>
          </p:nvSpPr>
          <p:spPr bwMode="auto">
            <a:xfrm>
              <a:off x="2576513" y="4065588"/>
              <a:ext cx="60325" cy="106363"/>
            </a:xfrm>
            <a:custGeom>
              <a:avLst/>
              <a:gdLst>
                <a:gd name="T0" fmla="*/ 0 w 16"/>
                <a:gd name="T1" fmla="*/ 0 h 28"/>
                <a:gd name="T2" fmla="*/ 16 w 16"/>
                <a:gd name="T3" fmla="*/ 28 h 28"/>
                <a:gd name="T4" fmla="*/ 0 w 16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28">
                  <a:moveTo>
                    <a:pt x="0" y="0"/>
                  </a:moveTo>
                  <a:cubicBezTo>
                    <a:pt x="2" y="1"/>
                    <a:pt x="16" y="25"/>
                    <a:pt x="16" y="28"/>
                  </a:cubicBezTo>
                  <a:cubicBezTo>
                    <a:pt x="11" y="19"/>
                    <a:pt x="5" y="1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4" name="Freeform 45"/>
            <p:cNvSpPr>
              <a:spLocks/>
            </p:cNvSpPr>
            <p:nvPr/>
          </p:nvSpPr>
          <p:spPr bwMode="auto">
            <a:xfrm>
              <a:off x="2198688" y="4070350"/>
              <a:ext cx="3175" cy="112713"/>
            </a:xfrm>
            <a:custGeom>
              <a:avLst/>
              <a:gdLst>
                <a:gd name="T0" fmla="*/ 1 w 1"/>
                <a:gd name="T1" fmla="*/ 0 h 30"/>
                <a:gd name="T2" fmla="*/ 1 w 1"/>
                <a:gd name="T3" fmla="*/ 2 h 30"/>
                <a:gd name="T4" fmla="*/ 1 w 1"/>
                <a:gd name="T5" fmla="*/ 29 h 30"/>
                <a:gd name="T6" fmla="*/ 1 w 1"/>
                <a:gd name="T7" fmla="*/ 30 h 30"/>
                <a:gd name="T8" fmla="*/ 0 w 1"/>
                <a:gd name="T9" fmla="*/ 28 h 30"/>
                <a:gd name="T10" fmla="*/ 0 w 1"/>
                <a:gd name="T11" fmla="*/ 1 h 30"/>
                <a:gd name="T12" fmla="*/ 0 w 1"/>
                <a:gd name="T13" fmla="*/ 0 h 30"/>
                <a:gd name="T14" fmla="*/ 1 w 1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30">
                  <a:moveTo>
                    <a:pt x="1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1" y="11"/>
                    <a:pt x="1" y="20"/>
                    <a:pt x="1" y="29"/>
                  </a:cubicBezTo>
                  <a:cubicBezTo>
                    <a:pt x="1" y="29"/>
                    <a:pt x="1" y="29"/>
                    <a:pt x="1" y="30"/>
                  </a:cubicBezTo>
                  <a:cubicBezTo>
                    <a:pt x="0" y="29"/>
                    <a:pt x="0" y="29"/>
                    <a:pt x="0" y="28"/>
                  </a:cubicBezTo>
                  <a:cubicBezTo>
                    <a:pt x="0" y="19"/>
                    <a:pt x="0" y="1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5" name="Freeform 46"/>
            <p:cNvSpPr>
              <a:spLocks/>
            </p:cNvSpPr>
            <p:nvPr/>
          </p:nvSpPr>
          <p:spPr bwMode="auto">
            <a:xfrm>
              <a:off x="2497138" y="3865563"/>
              <a:ext cx="60325" cy="95250"/>
            </a:xfrm>
            <a:custGeom>
              <a:avLst/>
              <a:gdLst>
                <a:gd name="T0" fmla="*/ 16 w 16"/>
                <a:gd name="T1" fmla="*/ 25 h 25"/>
                <a:gd name="T2" fmla="*/ 0 w 16"/>
                <a:gd name="T3" fmla="*/ 0 h 25"/>
                <a:gd name="T4" fmla="*/ 0 w 16"/>
                <a:gd name="T5" fmla="*/ 0 h 25"/>
                <a:gd name="T6" fmla="*/ 2 w 16"/>
                <a:gd name="T7" fmla="*/ 2 h 25"/>
                <a:gd name="T8" fmla="*/ 15 w 16"/>
                <a:gd name="T9" fmla="*/ 22 h 25"/>
                <a:gd name="T10" fmla="*/ 16 w 16"/>
                <a:gd name="T11" fmla="*/ 25 h 25"/>
                <a:gd name="T12" fmla="*/ 16 w 16"/>
                <a:gd name="T1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25">
                  <a:moveTo>
                    <a:pt x="16" y="25"/>
                  </a:moveTo>
                  <a:cubicBezTo>
                    <a:pt x="10" y="17"/>
                    <a:pt x="5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1"/>
                    <a:pt x="2" y="2"/>
                  </a:cubicBezTo>
                  <a:cubicBezTo>
                    <a:pt x="6" y="8"/>
                    <a:pt x="11" y="15"/>
                    <a:pt x="15" y="22"/>
                  </a:cubicBezTo>
                  <a:cubicBezTo>
                    <a:pt x="16" y="23"/>
                    <a:pt x="16" y="24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6" name="Freeform 47"/>
            <p:cNvSpPr>
              <a:spLocks/>
            </p:cNvSpPr>
            <p:nvPr/>
          </p:nvSpPr>
          <p:spPr bwMode="auto">
            <a:xfrm>
              <a:off x="2763838" y="3638550"/>
              <a:ext cx="68263" cy="31750"/>
            </a:xfrm>
            <a:custGeom>
              <a:avLst/>
              <a:gdLst>
                <a:gd name="T0" fmla="*/ 0 w 18"/>
                <a:gd name="T1" fmla="*/ 2 h 8"/>
                <a:gd name="T2" fmla="*/ 3 w 18"/>
                <a:gd name="T3" fmla="*/ 1 h 8"/>
                <a:gd name="T4" fmla="*/ 17 w 18"/>
                <a:gd name="T5" fmla="*/ 6 h 8"/>
                <a:gd name="T6" fmla="*/ 18 w 18"/>
                <a:gd name="T7" fmla="*/ 7 h 8"/>
                <a:gd name="T8" fmla="*/ 18 w 18"/>
                <a:gd name="T9" fmla="*/ 8 h 8"/>
                <a:gd name="T10" fmla="*/ 0 w 18"/>
                <a:gd name="T1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8">
                  <a:moveTo>
                    <a:pt x="0" y="2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8" y="2"/>
                    <a:pt x="12" y="4"/>
                    <a:pt x="17" y="6"/>
                  </a:cubicBezTo>
                  <a:cubicBezTo>
                    <a:pt x="17" y="6"/>
                    <a:pt x="18" y="7"/>
                    <a:pt x="18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2" y="6"/>
                    <a:pt x="6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7" name="Freeform 48"/>
            <p:cNvSpPr>
              <a:spLocks/>
            </p:cNvSpPr>
            <p:nvPr/>
          </p:nvSpPr>
          <p:spPr bwMode="auto">
            <a:xfrm>
              <a:off x="2908300" y="3544888"/>
              <a:ext cx="101600" cy="22225"/>
            </a:xfrm>
            <a:custGeom>
              <a:avLst/>
              <a:gdLst>
                <a:gd name="T0" fmla="*/ 27 w 27"/>
                <a:gd name="T1" fmla="*/ 6 h 6"/>
                <a:gd name="T2" fmla="*/ 0 w 27"/>
                <a:gd name="T3" fmla="*/ 1 h 6"/>
                <a:gd name="T4" fmla="*/ 27 w 27"/>
                <a:gd name="T5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6">
                  <a:moveTo>
                    <a:pt x="27" y="6"/>
                  </a:moveTo>
                  <a:cubicBezTo>
                    <a:pt x="18" y="5"/>
                    <a:pt x="9" y="3"/>
                    <a:pt x="0" y="1"/>
                  </a:cubicBezTo>
                  <a:cubicBezTo>
                    <a:pt x="3" y="0"/>
                    <a:pt x="24" y="4"/>
                    <a:pt x="27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8" name="Freeform 49"/>
            <p:cNvSpPr>
              <a:spLocks/>
            </p:cNvSpPr>
            <p:nvPr/>
          </p:nvSpPr>
          <p:spPr bwMode="auto">
            <a:xfrm>
              <a:off x="1517650" y="3790950"/>
              <a:ext cx="95250" cy="52388"/>
            </a:xfrm>
            <a:custGeom>
              <a:avLst/>
              <a:gdLst>
                <a:gd name="T0" fmla="*/ 0 w 25"/>
                <a:gd name="T1" fmla="*/ 14 h 14"/>
                <a:gd name="T2" fmla="*/ 3 w 25"/>
                <a:gd name="T3" fmla="*/ 11 h 14"/>
                <a:gd name="T4" fmla="*/ 22 w 25"/>
                <a:gd name="T5" fmla="*/ 1 h 14"/>
                <a:gd name="T6" fmla="*/ 24 w 25"/>
                <a:gd name="T7" fmla="*/ 0 h 14"/>
                <a:gd name="T8" fmla="*/ 25 w 25"/>
                <a:gd name="T9" fmla="*/ 1 h 14"/>
                <a:gd name="T10" fmla="*/ 23 w 25"/>
                <a:gd name="T11" fmla="*/ 2 h 14"/>
                <a:gd name="T12" fmla="*/ 1 w 25"/>
                <a:gd name="T13" fmla="*/ 14 h 14"/>
                <a:gd name="T14" fmla="*/ 0 w 25"/>
                <a:gd name="T15" fmla="*/ 14 h 14"/>
                <a:gd name="T16" fmla="*/ 0 w 25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4">
                  <a:moveTo>
                    <a:pt x="0" y="14"/>
                  </a:moveTo>
                  <a:cubicBezTo>
                    <a:pt x="1" y="13"/>
                    <a:pt x="2" y="12"/>
                    <a:pt x="3" y="11"/>
                  </a:cubicBezTo>
                  <a:cubicBezTo>
                    <a:pt x="9" y="8"/>
                    <a:pt x="16" y="4"/>
                    <a:pt x="22" y="1"/>
                  </a:cubicBezTo>
                  <a:cubicBezTo>
                    <a:pt x="23" y="1"/>
                    <a:pt x="24" y="1"/>
                    <a:pt x="24" y="0"/>
                  </a:cubicBezTo>
                  <a:cubicBezTo>
                    <a:pt x="24" y="1"/>
                    <a:pt x="24" y="1"/>
                    <a:pt x="25" y="1"/>
                  </a:cubicBezTo>
                  <a:cubicBezTo>
                    <a:pt x="24" y="1"/>
                    <a:pt x="24" y="2"/>
                    <a:pt x="23" y="2"/>
                  </a:cubicBezTo>
                  <a:cubicBezTo>
                    <a:pt x="16" y="6"/>
                    <a:pt x="8" y="10"/>
                    <a:pt x="1" y="14"/>
                  </a:cubicBezTo>
                  <a:cubicBezTo>
                    <a:pt x="1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9" name="Freeform 50"/>
            <p:cNvSpPr>
              <a:spLocks/>
            </p:cNvSpPr>
            <p:nvPr/>
          </p:nvSpPr>
          <p:spPr bwMode="auto">
            <a:xfrm>
              <a:off x="1736725" y="3013075"/>
              <a:ext cx="68263" cy="74613"/>
            </a:xfrm>
            <a:custGeom>
              <a:avLst/>
              <a:gdLst>
                <a:gd name="T0" fmla="*/ 18 w 18"/>
                <a:gd name="T1" fmla="*/ 19 h 20"/>
                <a:gd name="T2" fmla="*/ 13 w 18"/>
                <a:gd name="T3" fmla="*/ 15 h 20"/>
                <a:gd name="T4" fmla="*/ 2 w 18"/>
                <a:gd name="T5" fmla="*/ 3 h 20"/>
                <a:gd name="T6" fmla="*/ 0 w 18"/>
                <a:gd name="T7" fmla="*/ 1 h 20"/>
                <a:gd name="T8" fmla="*/ 1 w 18"/>
                <a:gd name="T9" fmla="*/ 0 h 20"/>
                <a:gd name="T10" fmla="*/ 2 w 18"/>
                <a:gd name="T11" fmla="*/ 1 h 20"/>
                <a:gd name="T12" fmla="*/ 18 w 18"/>
                <a:gd name="T13" fmla="*/ 17 h 20"/>
                <a:gd name="T14" fmla="*/ 18 w 18"/>
                <a:gd name="T15" fmla="*/ 20 h 20"/>
                <a:gd name="T16" fmla="*/ 18 w 18"/>
                <a:gd name="T17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0">
                  <a:moveTo>
                    <a:pt x="18" y="19"/>
                  </a:moveTo>
                  <a:cubicBezTo>
                    <a:pt x="17" y="18"/>
                    <a:pt x="15" y="16"/>
                    <a:pt x="13" y="15"/>
                  </a:cubicBezTo>
                  <a:cubicBezTo>
                    <a:pt x="9" y="11"/>
                    <a:pt x="6" y="7"/>
                    <a:pt x="2" y="3"/>
                  </a:cubicBezTo>
                  <a:cubicBezTo>
                    <a:pt x="1" y="2"/>
                    <a:pt x="1" y="2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8" y="7"/>
                    <a:pt x="13" y="12"/>
                    <a:pt x="18" y="17"/>
                  </a:cubicBezTo>
                  <a:cubicBezTo>
                    <a:pt x="18" y="18"/>
                    <a:pt x="18" y="19"/>
                    <a:pt x="18" y="20"/>
                  </a:cubicBezTo>
                  <a:lnTo>
                    <a:pt x="1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10" name="Freeform 51"/>
            <p:cNvSpPr>
              <a:spLocks/>
            </p:cNvSpPr>
            <p:nvPr/>
          </p:nvSpPr>
          <p:spPr bwMode="auto">
            <a:xfrm>
              <a:off x="2686050" y="2887663"/>
              <a:ext cx="66675" cy="73025"/>
            </a:xfrm>
            <a:custGeom>
              <a:avLst/>
              <a:gdLst>
                <a:gd name="T0" fmla="*/ 18 w 18"/>
                <a:gd name="T1" fmla="*/ 0 h 19"/>
                <a:gd name="T2" fmla="*/ 0 w 18"/>
                <a:gd name="T3" fmla="*/ 19 h 19"/>
                <a:gd name="T4" fmla="*/ 18 w 18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19">
                  <a:moveTo>
                    <a:pt x="18" y="0"/>
                  </a:moveTo>
                  <a:cubicBezTo>
                    <a:pt x="12" y="6"/>
                    <a:pt x="7" y="12"/>
                    <a:pt x="0" y="19"/>
                  </a:cubicBezTo>
                  <a:cubicBezTo>
                    <a:pt x="0" y="17"/>
                    <a:pt x="15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11" name="Freeform 52"/>
            <p:cNvSpPr>
              <a:spLocks/>
            </p:cNvSpPr>
            <p:nvPr/>
          </p:nvSpPr>
          <p:spPr bwMode="auto">
            <a:xfrm>
              <a:off x="2020888" y="2824163"/>
              <a:ext cx="30163" cy="82550"/>
            </a:xfrm>
            <a:custGeom>
              <a:avLst/>
              <a:gdLst>
                <a:gd name="T0" fmla="*/ 7 w 8"/>
                <a:gd name="T1" fmla="*/ 22 h 22"/>
                <a:gd name="T2" fmla="*/ 0 w 8"/>
                <a:gd name="T3" fmla="*/ 0 h 22"/>
                <a:gd name="T4" fmla="*/ 7 w 8"/>
                <a:gd name="T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2">
                  <a:moveTo>
                    <a:pt x="7" y="22"/>
                  </a:moveTo>
                  <a:cubicBezTo>
                    <a:pt x="6" y="20"/>
                    <a:pt x="0" y="2"/>
                    <a:pt x="0" y="0"/>
                  </a:cubicBezTo>
                  <a:cubicBezTo>
                    <a:pt x="2" y="1"/>
                    <a:pt x="8" y="19"/>
                    <a:pt x="7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2" name="Freeform 53"/>
            <p:cNvSpPr>
              <a:spLocks/>
            </p:cNvSpPr>
            <p:nvPr/>
          </p:nvSpPr>
          <p:spPr bwMode="auto">
            <a:xfrm>
              <a:off x="1960563" y="2900363"/>
              <a:ext cx="41275" cy="77788"/>
            </a:xfrm>
            <a:custGeom>
              <a:avLst/>
              <a:gdLst>
                <a:gd name="T0" fmla="*/ 0 w 11"/>
                <a:gd name="T1" fmla="*/ 0 h 21"/>
                <a:gd name="T2" fmla="*/ 11 w 11"/>
                <a:gd name="T3" fmla="*/ 21 h 21"/>
                <a:gd name="T4" fmla="*/ 0 w 11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21">
                  <a:moveTo>
                    <a:pt x="0" y="0"/>
                  </a:moveTo>
                  <a:cubicBezTo>
                    <a:pt x="4" y="7"/>
                    <a:pt x="7" y="14"/>
                    <a:pt x="11" y="21"/>
                  </a:cubicBezTo>
                  <a:cubicBezTo>
                    <a:pt x="8" y="20"/>
                    <a:pt x="0" y="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3" name="Freeform 54"/>
            <p:cNvSpPr>
              <a:spLocks/>
            </p:cNvSpPr>
            <p:nvPr/>
          </p:nvSpPr>
          <p:spPr bwMode="auto">
            <a:xfrm>
              <a:off x="2311400" y="3975100"/>
              <a:ext cx="19050" cy="79375"/>
            </a:xfrm>
            <a:custGeom>
              <a:avLst/>
              <a:gdLst>
                <a:gd name="T0" fmla="*/ 2 w 5"/>
                <a:gd name="T1" fmla="*/ 0 h 21"/>
                <a:gd name="T2" fmla="*/ 5 w 5"/>
                <a:gd name="T3" fmla="*/ 21 h 21"/>
                <a:gd name="T4" fmla="*/ 2 w 5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1">
                  <a:moveTo>
                    <a:pt x="2" y="0"/>
                  </a:moveTo>
                  <a:cubicBezTo>
                    <a:pt x="3" y="7"/>
                    <a:pt x="4" y="14"/>
                    <a:pt x="5" y="21"/>
                  </a:cubicBezTo>
                  <a:cubicBezTo>
                    <a:pt x="3" y="19"/>
                    <a:pt x="0" y="1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4" name="Freeform 55"/>
            <p:cNvSpPr>
              <a:spLocks/>
            </p:cNvSpPr>
            <p:nvPr/>
          </p:nvSpPr>
          <p:spPr bwMode="auto">
            <a:xfrm>
              <a:off x="1593850" y="3057525"/>
              <a:ext cx="71438" cy="46038"/>
            </a:xfrm>
            <a:custGeom>
              <a:avLst/>
              <a:gdLst>
                <a:gd name="T0" fmla="*/ 0 w 19"/>
                <a:gd name="T1" fmla="*/ 0 h 12"/>
                <a:gd name="T2" fmla="*/ 19 w 19"/>
                <a:gd name="T3" fmla="*/ 12 h 12"/>
                <a:gd name="T4" fmla="*/ 0 w 19"/>
                <a:gd name="T5" fmla="*/ 1 h 12"/>
                <a:gd name="T6" fmla="*/ 0 w 19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2">
                  <a:moveTo>
                    <a:pt x="0" y="0"/>
                  </a:moveTo>
                  <a:cubicBezTo>
                    <a:pt x="6" y="4"/>
                    <a:pt x="13" y="8"/>
                    <a:pt x="19" y="12"/>
                  </a:cubicBezTo>
                  <a:cubicBezTo>
                    <a:pt x="16" y="12"/>
                    <a:pt x="0" y="3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5" name="Freeform 56"/>
            <p:cNvSpPr>
              <a:spLocks/>
            </p:cNvSpPr>
            <p:nvPr/>
          </p:nvSpPr>
          <p:spPr bwMode="auto">
            <a:xfrm>
              <a:off x="2265363" y="2692400"/>
              <a:ext cx="7938" cy="85725"/>
            </a:xfrm>
            <a:custGeom>
              <a:avLst/>
              <a:gdLst>
                <a:gd name="T0" fmla="*/ 0 w 2"/>
                <a:gd name="T1" fmla="*/ 22 h 23"/>
                <a:gd name="T2" fmla="*/ 1 w 2"/>
                <a:gd name="T3" fmla="*/ 0 h 23"/>
                <a:gd name="T4" fmla="*/ 2 w 2"/>
                <a:gd name="T5" fmla="*/ 0 h 23"/>
                <a:gd name="T6" fmla="*/ 1 w 2"/>
                <a:gd name="T7" fmla="*/ 23 h 23"/>
                <a:gd name="T8" fmla="*/ 0 w 2"/>
                <a:gd name="T9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3">
                  <a:moveTo>
                    <a:pt x="0" y="22"/>
                  </a:moveTo>
                  <a:cubicBezTo>
                    <a:pt x="0" y="15"/>
                    <a:pt x="0" y="8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2" y="8"/>
                    <a:pt x="1" y="15"/>
                    <a:pt x="1" y="23"/>
                  </a:cubicBezTo>
                  <a:cubicBezTo>
                    <a:pt x="0" y="23"/>
                    <a:pt x="0" y="23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6" name="Freeform 57"/>
            <p:cNvSpPr>
              <a:spLocks/>
            </p:cNvSpPr>
            <p:nvPr/>
          </p:nvSpPr>
          <p:spPr bwMode="auto">
            <a:xfrm>
              <a:off x="2462213" y="2730500"/>
              <a:ext cx="30163" cy="71438"/>
            </a:xfrm>
            <a:custGeom>
              <a:avLst/>
              <a:gdLst>
                <a:gd name="T0" fmla="*/ 8 w 8"/>
                <a:gd name="T1" fmla="*/ 0 h 19"/>
                <a:gd name="T2" fmla="*/ 1 w 8"/>
                <a:gd name="T3" fmla="*/ 19 h 19"/>
                <a:gd name="T4" fmla="*/ 8 w 8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9">
                  <a:moveTo>
                    <a:pt x="8" y="0"/>
                  </a:moveTo>
                  <a:cubicBezTo>
                    <a:pt x="6" y="6"/>
                    <a:pt x="4" y="13"/>
                    <a:pt x="1" y="19"/>
                  </a:cubicBezTo>
                  <a:cubicBezTo>
                    <a:pt x="0" y="17"/>
                    <a:pt x="5" y="3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7" name="Freeform 58"/>
            <p:cNvSpPr>
              <a:spLocks/>
            </p:cNvSpPr>
            <p:nvPr/>
          </p:nvSpPr>
          <p:spPr bwMode="auto">
            <a:xfrm>
              <a:off x="2371725" y="2657475"/>
              <a:ext cx="15875" cy="73025"/>
            </a:xfrm>
            <a:custGeom>
              <a:avLst/>
              <a:gdLst>
                <a:gd name="T0" fmla="*/ 4 w 4"/>
                <a:gd name="T1" fmla="*/ 0 h 19"/>
                <a:gd name="T2" fmla="*/ 0 w 4"/>
                <a:gd name="T3" fmla="*/ 19 h 19"/>
                <a:gd name="T4" fmla="*/ 4 w 4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9">
                  <a:moveTo>
                    <a:pt x="4" y="0"/>
                  </a:moveTo>
                  <a:cubicBezTo>
                    <a:pt x="4" y="4"/>
                    <a:pt x="2" y="18"/>
                    <a:pt x="0" y="19"/>
                  </a:cubicBezTo>
                  <a:cubicBezTo>
                    <a:pt x="0" y="18"/>
                    <a:pt x="3" y="2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8" name="Freeform 59"/>
            <p:cNvSpPr>
              <a:spLocks/>
            </p:cNvSpPr>
            <p:nvPr/>
          </p:nvSpPr>
          <p:spPr bwMode="auto">
            <a:xfrm>
              <a:off x="2862263" y="3813175"/>
              <a:ext cx="65088" cy="38100"/>
            </a:xfrm>
            <a:custGeom>
              <a:avLst/>
              <a:gdLst>
                <a:gd name="T0" fmla="*/ 17 w 17"/>
                <a:gd name="T1" fmla="*/ 10 h 10"/>
                <a:gd name="T2" fmla="*/ 0 w 17"/>
                <a:gd name="T3" fmla="*/ 0 h 10"/>
                <a:gd name="T4" fmla="*/ 17 w 17"/>
                <a:gd name="T5" fmla="*/ 10 h 10"/>
                <a:gd name="T6" fmla="*/ 17 w 17"/>
                <a:gd name="T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0">
                  <a:moveTo>
                    <a:pt x="17" y="10"/>
                  </a:moveTo>
                  <a:cubicBezTo>
                    <a:pt x="13" y="10"/>
                    <a:pt x="0" y="2"/>
                    <a:pt x="0" y="0"/>
                  </a:cubicBezTo>
                  <a:cubicBezTo>
                    <a:pt x="6" y="3"/>
                    <a:pt x="11" y="6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9" name="Freeform 60"/>
            <p:cNvSpPr>
              <a:spLocks/>
            </p:cNvSpPr>
            <p:nvPr/>
          </p:nvSpPr>
          <p:spPr bwMode="auto">
            <a:xfrm>
              <a:off x="1744663" y="3994150"/>
              <a:ext cx="46038" cy="52388"/>
            </a:xfrm>
            <a:custGeom>
              <a:avLst/>
              <a:gdLst>
                <a:gd name="T0" fmla="*/ 12 w 12"/>
                <a:gd name="T1" fmla="*/ 0 h 14"/>
                <a:gd name="T2" fmla="*/ 0 w 12"/>
                <a:gd name="T3" fmla="*/ 14 h 14"/>
                <a:gd name="T4" fmla="*/ 12 w 12"/>
                <a:gd name="T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cubicBezTo>
                    <a:pt x="9" y="5"/>
                    <a:pt x="5" y="10"/>
                    <a:pt x="0" y="14"/>
                  </a:cubicBezTo>
                  <a:cubicBezTo>
                    <a:pt x="1" y="12"/>
                    <a:pt x="10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0" name="Freeform 61"/>
            <p:cNvSpPr>
              <a:spLocks/>
            </p:cNvSpPr>
            <p:nvPr/>
          </p:nvSpPr>
          <p:spPr bwMode="auto">
            <a:xfrm>
              <a:off x="1774825" y="3027363"/>
              <a:ext cx="52388" cy="57150"/>
            </a:xfrm>
            <a:custGeom>
              <a:avLst/>
              <a:gdLst>
                <a:gd name="T0" fmla="*/ 14 w 14"/>
                <a:gd name="T1" fmla="*/ 15 h 15"/>
                <a:gd name="T2" fmla="*/ 0 w 14"/>
                <a:gd name="T3" fmla="*/ 0 h 15"/>
                <a:gd name="T4" fmla="*/ 14 w 14"/>
                <a:gd name="T5" fmla="*/ 14 h 15"/>
                <a:gd name="T6" fmla="*/ 14 w 14"/>
                <a:gd name="T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5">
                  <a:moveTo>
                    <a:pt x="14" y="15"/>
                  </a:moveTo>
                  <a:cubicBezTo>
                    <a:pt x="9" y="10"/>
                    <a:pt x="5" y="5"/>
                    <a:pt x="0" y="0"/>
                  </a:cubicBezTo>
                  <a:cubicBezTo>
                    <a:pt x="3" y="0"/>
                    <a:pt x="13" y="12"/>
                    <a:pt x="14" y="14"/>
                  </a:cubicBezTo>
                  <a:cubicBezTo>
                    <a:pt x="14" y="15"/>
                    <a:pt x="14" y="15"/>
                    <a:pt x="14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1" name="Freeform 62"/>
            <p:cNvSpPr>
              <a:spLocks/>
            </p:cNvSpPr>
            <p:nvPr/>
          </p:nvSpPr>
          <p:spPr bwMode="auto">
            <a:xfrm>
              <a:off x="1419225" y="3427413"/>
              <a:ext cx="60325" cy="11113"/>
            </a:xfrm>
            <a:custGeom>
              <a:avLst/>
              <a:gdLst>
                <a:gd name="T0" fmla="*/ 16 w 16"/>
                <a:gd name="T1" fmla="*/ 3 h 3"/>
                <a:gd name="T2" fmla="*/ 12 w 16"/>
                <a:gd name="T3" fmla="*/ 3 h 3"/>
                <a:gd name="T4" fmla="*/ 2 w 16"/>
                <a:gd name="T5" fmla="*/ 1 h 3"/>
                <a:gd name="T6" fmla="*/ 0 w 16"/>
                <a:gd name="T7" fmla="*/ 0 h 3"/>
                <a:gd name="T8" fmla="*/ 1 w 16"/>
                <a:gd name="T9" fmla="*/ 0 h 3"/>
                <a:gd name="T10" fmla="*/ 16 w 16"/>
                <a:gd name="T11" fmla="*/ 1 h 3"/>
                <a:gd name="T12" fmla="*/ 16 w 16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">
                  <a:moveTo>
                    <a:pt x="16" y="3"/>
                  </a:moveTo>
                  <a:cubicBezTo>
                    <a:pt x="15" y="3"/>
                    <a:pt x="13" y="3"/>
                    <a:pt x="12" y="3"/>
                  </a:cubicBezTo>
                  <a:cubicBezTo>
                    <a:pt x="9" y="2"/>
                    <a:pt x="6" y="2"/>
                    <a:pt x="2" y="1"/>
                  </a:cubicBez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6" y="0"/>
                    <a:pt x="11" y="1"/>
                    <a:pt x="16" y="1"/>
                  </a:cubicBezTo>
                  <a:cubicBezTo>
                    <a:pt x="16" y="2"/>
                    <a:pt x="16" y="2"/>
                    <a:pt x="16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2" name="Freeform 63"/>
            <p:cNvSpPr>
              <a:spLocks/>
            </p:cNvSpPr>
            <p:nvPr/>
          </p:nvSpPr>
          <p:spPr bwMode="auto">
            <a:xfrm>
              <a:off x="2065338" y="4148138"/>
              <a:ext cx="15875" cy="65088"/>
            </a:xfrm>
            <a:custGeom>
              <a:avLst/>
              <a:gdLst>
                <a:gd name="T0" fmla="*/ 3 w 4"/>
                <a:gd name="T1" fmla="*/ 0 h 17"/>
                <a:gd name="T2" fmla="*/ 0 w 4"/>
                <a:gd name="T3" fmla="*/ 17 h 17"/>
                <a:gd name="T4" fmla="*/ 2 w 4"/>
                <a:gd name="T5" fmla="*/ 0 h 17"/>
                <a:gd name="T6" fmla="*/ 3 w 4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7">
                  <a:moveTo>
                    <a:pt x="3" y="0"/>
                  </a:moveTo>
                  <a:cubicBezTo>
                    <a:pt x="4" y="1"/>
                    <a:pt x="2" y="15"/>
                    <a:pt x="0" y="17"/>
                  </a:cubicBezTo>
                  <a:cubicBezTo>
                    <a:pt x="1" y="11"/>
                    <a:pt x="1" y="5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3" name="Freeform 64"/>
            <p:cNvSpPr>
              <a:spLocks/>
            </p:cNvSpPr>
            <p:nvPr/>
          </p:nvSpPr>
          <p:spPr bwMode="auto">
            <a:xfrm>
              <a:off x="2930525" y="3205163"/>
              <a:ext cx="53975" cy="19050"/>
            </a:xfrm>
            <a:custGeom>
              <a:avLst/>
              <a:gdLst>
                <a:gd name="T0" fmla="*/ 0 w 14"/>
                <a:gd name="T1" fmla="*/ 4 h 5"/>
                <a:gd name="T2" fmla="*/ 14 w 14"/>
                <a:gd name="T3" fmla="*/ 0 h 5"/>
                <a:gd name="T4" fmla="*/ 0 w 14"/>
                <a:gd name="T5" fmla="*/ 5 h 5"/>
                <a:gd name="T6" fmla="*/ 0 w 14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5">
                  <a:moveTo>
                    <a:pt x="0" y="4"/>
                  </a:moveTo>
                  <a:cubicBezTo>
                    <a:pt x="4" y="2"/>
                    <a:pt x="9" y="1"/>
                    <a:pt x="14" y="0"/>
                  </a:cubicBezTo>
                  <a:cubicBezTo>
                    <a:pt x="10" y="3"/>
                    <a:pt x="5" y="4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4" name="Freeform 65"/>
            <p:cNvSpPr>
              <a:spLocks/>
            </p:cNvSpPr>
            <p:nvPr/>
          </p:nvSpPr>
          <p:spPr bwMode="auto">
            <a:xfrm>
              <a:off x="1544638" y="3771900"/>
              <a:ext cx="52388" cy="30163"/>
            </a:xfrm>
            <a:custGeom>
              <a:avLst/>
              <a:gdLst>
                <a:gd name="T0" fmla="*/ 14 w 14"/>
                <a:gd name="T1" fmla="*/ 1 h 8"/>
                <a:gd name="T2" fmla="*/ 1 w 14"/>
                <a:gd name="T3" fmla="*/ 8 h 8"/>
                <a:gd name="T4" fmla="*/ 0 w 14"/>
                <a:gd name="T5" fmla="*/ 8 h 8"/>
                <a:gd name="T6" fmla="*/ 1 w 14"/>
                <a:gd name="T7" fmla="*/ 6 h 8"/>
                <a:gd name="T8" fmla="*/ 13 w 14"/>
                <a:gd name="T9" fmla="*/ 0 h 8"/>
                <a:gd name="T10" fmla="*/ 14 w 14"/>
                <a:gd name="T11" fmla="*/ 1 h 8"/>
                <a:gd name="T12" fmla="*/ 14 w 14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8">
                  <a:moveTo>
                    <a:pt x="14" y="1"/>
                  </a:moveTo>
                  <a:cubicBezTo>
                    <a:pt x="10" y="4"/>
                    <a:pt x="5" y="6"/>
                    <a:pt x="1" y="8"/>
                  </a:cubicBezTo>
                  <a:cubicBezTo>
                    <a:pt x="1" y="8"/>
                    <a:pt x="0" y="8"/>
                    <a:pt x="0" y="8"/>
                  </a:cubicBezTo>
                  <a:cubicBezTo>
                    <a:pt x="1" y="7"/>
                    <a:pt x="1" y="7"/>
                    <a:pt x="1" y="6"/>
                  </a:cubicBezTo>
                  <a:cubicBezTo>
                    <a:pt x="5" y="4"/>
                    <a:pt x="9" y="2"/>
                    <a:pt x="13" y="0"/>
                  </a:cubicBezTo>
                  <a:cubicBezTo>
                    <a:pt x="13" y="0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5" name="Freeform 66"/>
            <p:cNvSpPr>
              <a:spLocks/>
            </p:cNvSpPr>
            <p:nvPr/>
          </p:nvSpPr>
          <p:spPr bwMode="auto">
            <a:xfrm>
              <a:off x="2563813" y="2846388"/>
              <a:ext cx="34925" cy="49213"/>
            </a:xfrm>
            <a:custGeom>
              <a:avLst/>
              <a:gdLst>
                <a:gd name="T0" fmla="*/ 0 w 9"/>
                <a:gd name="T1" fmla="*/ 13 h 13"/>
                <a:gd name="T2" fmla="*/ 9 w 9"/>
                <a:gd name="T3" fmla="*/ 0 h 13"/>
                <a:gd name="T4" fmla="*/ 0 w 9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13">
                  <a:moveTo>
                    <a:pt x="0" y="13"/>
                  </a:moveTo>
                  <a:cubicBezTo>
                    <a:pt x="0" y="10"/>
                    <a:pt x="6" y="1"/>
                    <a:pt x="9" y="0"/>
                  </a:cubicBezTo>
                  <a:cubicBezTo>
                    <a:pt x="7" y="5"/>
                    <a:pt x="3" y="8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6" name="Freeform 67"/>
            <p:cNvSpPr>
              <a:spLocks/>
            </p:cNvSpPr>
            <p:nvPr/>
          </p:nvSpPr>
          <p:spPr bwMode="auto">
            <a:xfrm>
              <a:off x="1971675" y="2687638"/>
              <a:ext cx="22225" cy="49213"/>
            </a:xfrm>
            <a:custGeom>
              <a:avLst/>
              <a:gdLst>
                <a:gd name="T0" fmla="*/ 1 w 6"/>
                <a:gd name="T1" fmla="*/ 0 h 13"/>
                <a:gd name="T2" fmla="*/ 6 w 6"/>
                <a:gd name="T3" fmla="*/ 13 h 13"/>
                <a:gd name="T4" fmla="*/ 1 w 6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13">
                  <a:moveTo>
                    <a:pt x="1" y="0"/>
                  </a:moveTo>
                  <a:cubicBezTo>
                    <a:pt x="3" y="4"/>
                    <a:pt x="5" y="8"/>
                    <a:pt x="6" y="13"/>
                  </a:cubicBezTo>
                  <a:cubicBezTo>
                    <a:pt x="4" y="12"/>
                    <a:pt x="0" y="2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7" name="Freeform 68"/>
            <p:cNvSpPr>
              <a:spLocks/>
            </p:cNvSpPr>
            <p:nvPr/>
          </p:nvSpPr>
          <p:spPr bwMode="auto">
            <a:xfrm>
              <a:off x="1941513" y="4164013"/>
              <a:ext cx="14288" cy="52388"/>
            </a:xfrm>
            <a:custGeom>
              <a:avLst/>
              <a:gdLst>
                <a:gd name="T0" fmla="*/ 4 w 4"/>
                <a:gd name="T1" fmla="*/ 0 h 14"/>
                <a:gd name="T2" fmla="*/ 0 w 4"/>
                <a:gd name="T3" fmla="*/ 14 h 14"/>
                <a:gd name="T4" fmla="*/ 4 w 4"/>
                <a:gd name="T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4">
                  <a:moveTo>
                    <a:pt x="4" y="0"/>
                  </a:moveTo>
                  <a:cubicBezTo>
                    <a:pt x="4" y="5"/>
                    <a:pt x="2" y="9"/>
                    <a:pt x="0" y="14"/>
                  </a:cubicBezTo>
                  <a:cubicBezTo>
                    <a:pt x="0" y="9"/>
                    <a:pt x="2" y="4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" name="Freeform 69"/>
            <p:cNvSpPr>
              <a:spLocks/>
            </p:cNvSpPr>
            <p:nvPr/>
          </p:nvSpPr>
          <p:spPr bwMode="auto">
            <a:xfrm>
              <a:off x="1457325" y="3402013"/>
              <a:ext cx="46038" cy="11113"/>
            </a:xfrm>
            <a:custGeom>
              <a:avLst/>
              <a:gdLst>
                <a:gd name="T0" fmla="*/ 12 w 12"/>
                <a:gd name="T1" fmla="*/ 3 h 3"/>
                <a:gd name="T2" fmla="*/ 10 w 12"/>
                <a:gd name="T3" fmla="*/ 3 h 3"/>
                <a:gd name="T4" fmla="*/ 1 w 12"/>
                <a:gd name="T5" fmla="*/ 1 h 3"/>
                <a:gd name="T6" fmla="*/ 0 w 12"/>
                <a:gd name="T7" fmla="*/ 1 h 3"/>
                <a:gd name="T8" fmla="*/ 1 w 12"/>
                <a:gd name="T9" fmla="*/ 0 h 3"/>
                <a:gd name="T10" fmla="*/ 12 w 12"/>
                <a:gd name="T11" fmla="*/ 2 h 3"/>
                <a:gd name="T12" fmla="*/ 12 w 12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cubicBezTo>
                    <a:pt x="11" y="3"/>
                    <a:pt x="11" y="3"/>
                    <a:pt x="10" y="3"/>
                  </a:cubicBezTo>
                  <a:cubicBezTo>
                    <a:pt x="7" y="3"/>
                    <a:pt x="4" y="2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5" y="1"/>
                    <a:pt x="8" y="1"/>
                    <a:pt x="12" y="2"/>
                  </a:cubicBezTo>
                  <a:cubicBezTo>
                    <a:pt x="12" y="2"/>
                    <a:pt x="12" y="2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9" name="Freeform 70"/>
            <p:cNvSpPr>
              <a:spLocks/>
            </p:cNvSpPr>
            <p:nvPr/>
          </p:nvSpPr>
          <p:spPr bwMode="auto">
            <a:xfrm>
              <a:off x="2125663" y="2752725"/>
              <a:ext cx="7938" cy="38100"/>
            </a:xfrm>
            <a:custGeom>
              <a:avLst/>
              <a:gdLst>
                <a:gd name="T0" fmla="*/ 1 w 2"/>
                <a:gd name="T1" fmla="*/ 0 h 10"/>
                <a:gd name="T2" fmla="*/ 2 w 2"/>
                <a:gd name="T3" fmla="*/ 4 h 10"/>
                <a:gd name="T4" fmla="*/ 2 w 2"/>
                <a:gd name="T5" fmla="*/ 9 h 10"/>
                <a:gd name="T6" fmla="*/ 2 w 2"/>
                <a:gd name="T7" fmla="*/ 10 h 10"/>
                <a:gd name="T8" fmla="*/ 1 w 2"/>
                <a:gd name="T9" fmla="*/ 9 h 10"/>
                <a:gd name="T10" fmla="*/ 1 w 2"/>
                <a:gd name="T11" fmla="*/ 0 h 10"/>
                <a:gd name="T12" fmla="*/ 1 w 2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0">
                  <a:moveTo>
                    <a:pt x="1" y="0"/>
                  </a:moveTo>
                  <a:cubicBezTo>
                    <a:pt x="2" y="2"/>
                    <a:pt x="2" y="3"/>
                    <a:pt x="2" y="4"/>
                  </a:cubicBezTo>
                  <a:cubicBezTo>
                    <a:pt x="2" y="6"/>
                    <a:pt x="2" y="7"/>
                    <a:pt x="2" y="9"/>
                  </a:cubicBezTo>
                  <a:cubicBezTo>
                    <a:pt x="2" y="9"/>
                    <a:pt x="2" y="9"/>
                    <a:pt x="2" y="10"/>
                  </a:cubicBezTo>
                  <a:cubicBezTo>
                    <a:pt x="1" y="10"/>
                    <a:pt x="1" y="9"/>
                    <a:pt x="1" y="9"/>
                  </a:cubicBezTo>
                  <a:cubicBezTo>
                    <a:pt x="1" y="6"/>
                    <a:pt x="0" y="3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" name="Freeform 71"/>
            <p:cNvSpPr>
              <a:spLocks/>
            </p:cNvSpPr>
            <p:nvPr/>
          </p:nvSpPr>
          <p:spPr bwMode="auto">
            <a:xfrm>
              <a:off x="1487488" y="3673475"/>
              <a:ext cx="34925" cy="11113"/>
            </a:xfrm>
            <a:custGeom>
              <a:avLst/>
              <a:gdLst>
                <a:gd name="T0" fmla="*/ 0 w 9"/>
                <a:gd name="T1" fmla="*/ 2 h 3"/>
                <a:gd name="T2" fmla="*/ 3 w 9"/>
                <a:gd name="T3" fmla="*/ 1 h 3"/>
                <a:gd name="T4" fmla="*/ 8 w 9"/>
                <a:gd name="T5" fmla="*/ 0 h 3"/>
                <a:gd name="T6" fmla="*/ 9 w 9"/>
                <a:gd name="T7" fmla="*/ 0 h 3"/>
                <a:gd name="T8" fmla="*/ 8 w 9"/>
                <a:gd name="T9" fmla="*/ 1 h 3"/>
                <a:gd name="T10" fmla="*/ 0 w 9"/>
                <a:gd name="T11" fmla="*/ 3 h 3"/>
                <a:gd name="T12" fmla="*/ 0 w 9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3">
                  <a:moveTo>
                    <a:pt x="0" y="2"/>
                  </a:moveTo>
                  <a:cubicBezTo>
                    <a:pt x="1" y="2"/>
                    <a:pt x="2" y="1"/>
                    <a:pt x="3" y="1"/>
                  </a:cubicBezTo>
                  <a:cubicBezTo>
                    <a:pt x="5" y="0"/>
                    <a:pt x="6" y="0"/>
                    <a:pt x="8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9" y="0"/>
                    <a:pt x="9" y="1"/>
                    <a:pt x="8" y="1"/>
                  </a:cubicBezTo>
                  <a:cubicBezTo>
                    <a:pt x="6" y="2"/>
                    <a:pt x="3" y="2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1" name="Freeform 72"/>
            <p:cNvSpPr>
              <a:spLocks/>
            </p:cNvSpPr>
            <p:nvPr/>
          </p:nvSpPr>
          <p:spPr bwMode="auto">
            <a:xfrm>
              <a:off x="3006725" y="3311525"/>
              <a:ext cx="33338" cy="11113"/>
            </a:xfrm>
            <a:custGeom>
              <a:avLst/>
              <a:gdLst>
                <a:gd name="T0" fmla="*/ 9 w 9"/>
                <a:gd name="T1" fmla="*/ 2 h 3"/>
                <a:gd name="T2" fmla="*/ 0 w 9"/>
                <a:gd name="T3" fmla="*/ 3 h 3"/>
                <a:gd name="T4" fmla="*/ 9 w 9"/>
                <a:gd name="T5" fmla="*/ 1 h 3"/>
                <a:gd name="T6" fmla="*/ 9 w 9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3">
                  <a:moveTo>
                    <a:pt x="9" y="2"/>
                  </a:moveTo>
                  <a:cubicBezTo>
                    <a:pt x="6" y="2"/>
                    <a:pt x="4" y="2"/>
                    <a:pt x="0" y="3"/>
                  </a:cubicBezTo>
                  <a:cubicBezTo>
                    <a:pt x="2" y="1"/>
                    <a:pt x="7" y="0"/>
                    <a:pt x="9" y="1"/>
                  </a:cubicBezTo>
                  <a:cubicBezTo>
                    <a:pt x="9" y="1"/>
                    <a:pt x="9" y="1"/>
                    <a:pt x="9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2" name="Freeform 73"/>
            <p:cNvSpPr>
              <a:spLocks/>
            </p:cNvSpPr>
            <p:nvPr/>
          </p:nvSpPr>
          <p:spPr bwMode="auto">
            <a:xfrm>
              <a:off x="1917700" y="3021013"/>
              <a:ext cx="19050" cy="22225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5 w 5"/>
                <a:gd name="T5" fmla="*/ 5 h 6"/>
                <a:gd name="T6" fmla="*/ 5 w 5"/>
                <a:gd name="T7" fmla="*/ 6 h 6"/>
                <a:gd name="T8" fmla="*/ 4 w 5"/>
                <a:gd name="T9" fmla="*/ 6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"/>
                    <a:pt x="3" y="3"/>
                    <a:pt x="5" y="5"/>
                  </a:cubicBezTo>
                  <a:cubicBezTo>
                    <a:pt x="5" y="5"/>
                    <a:pt x="5" y="6"/>
                    <a:pt x="5" y="6"/>
                  </a:cubicBezTo>
                  <a:cubicBezTo>
                    <a:pt x="5" y="6"/>
                    <a:pt x="4" y="6"/>
                    <a:pt x="4" y="6"/>
                  </a:cubicBezTo>
                  <a:cubicBezTo>
                    <a:pt x="2" y="4"/>
                    <a:pt x="1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3" name="Freeform 74"/>
            <p:cNvSpPr>
              <a:spLocks/>
            </p:cNvSpPr>
            <p:nvPr/>
          </p:nvSpPr>
          <p:spPr bwMode="auto">
            <a:xfrm>
              <a:off x="2828925" y="3794125"/>
              <a:ext cx="26988" cy="19050"/>
            </a:xfrm>
            <a:custGeom>
              <a:avLst/>
              <a:gdLst>
                <a:gd name="T0" fmla="*/ 1 w 7"/>
                <a:gd name="T1" fmla="*/ 0 h 5"/>
                <a:gd name="T2" fmla="*/ 7 w 7"/>
                <a:gd name="T3" fmla="*/ 5 h 5"/>
                <a:gd name="T4" fmla="*/ 0 w 7"/>
                <a:gd name="T5" fmla="*/ 1 h 5"/>
                <a:gd name="T6" fmla="*/ 1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cubicBezTo>
                    <a:pt x="4" y="1"/>
                    <a:pt x="7" y="3"/>
                    <a:pt x="7" y="5"/>
                  </a:cubicBezTo>
                  <a:cubicBezTo>
                    <a:pt x="5" y="4"/>
                    <a:pt x="3" y="2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4" name="Freeform 75"/>
            <p:cNvSpPr>
              <a:spLocks/>
            </p:cNvSpPr>
            <p:nvPr/>
          </p:nvSpPr>
          <p:spPr bwMode="auto">
            <a:xfrm>
              <a:off x="2813050" y="3111500"/>
              <a:ext cx="23813" cy="14288"/>
            </a:xfrm>
            <a:custGeom>
              <a:avLst/>
              <a:gdLst>
                <a:gd name="T0" fmla="*/ 6 w 6"/>
                <a:gd name="T1" fmla="*/ 1 h 4"/>
                <a:gd name="T2" fmla="*/ 0 w 6"/>
                <a:gd name="T3" fmla="*/ 4 h 4"/>
                <a:gd name="T4" fmla="*/ 6 w 6"/>
                <a:gd name="T5" fmla="*/ 0 h 4"/>
                <a:gd name="T6" fmla="*/ 6 w 6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6" y="1"/>
                  </a:moveTo>
                  <a:cubicBezTo>
                    <a:pt x="4" y="2"/>
                    <a:pt x="2" y="3"/>
                    <a:pt x="0" y="4"/>
                  </a:cubicBezTo>
                  <a:cubicBezTo>
                    <a:pt x="0" y="2"/>
                    <a:pt x="4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5" name="Freeform 76"/>
            <p:cNvSpPr>
              <a:spLocks/>
            </p:cNvSpPr>
            <p:nvPr/>
          </p:nvSpPr>
          <p:spPr bwMode="auto">
            <a:xfrm>
              <a:off x="3032125" y="3451225"/>
              <a:ext cx="26988" cy="3175"/>
            </a:xfrm>
            <a:custGeom>
              <a:avLst/>
              <a:gdLst>
                <a:gd name="T0" fmla="*/ 7 w 7"/>
                <a:gd name="T1" fmla="*/ 1 h 1"/>
                <a:gd name="T2" fmla="*/ 0 w 7"/>
                <a:gd name="T3" fmla="*/ 1 h 1"/>
                <a:gd name="T4" fmla="*/ 7 w 7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1">
                  <a:moveTo>
                    <a:pt x="7" y="1"/>
                  </a:moveTo>
                  <a:cubicBezTo>
                    <a:pt x="4" y="1"/>
                    <a:pt x="2" y="1"/>
                    <a:pt x="0" y="1"/>
                  </a:cubicBezTo>
                  <a:cubicBezTo>
                    <a:pt x="1" y="0"/>
                    <a:pt x="4" y="0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6" name="Freeform 77"/>
            <p:cNvSpPr>
              <a:spLocks/>
            </p:cNvSpPr>
            <p:nvPr/>
          </p:nvSpPr>
          <p:spPr bwMode="auto">
            <a:xfrm>
              <a:off x="1684338" y="3876675"/>
              <a:ext cx="19050" cy="11113"/>
            </a:xfrm>
            <a:custGeom>
              <a:avLst/>
              <a:gdLst>
                <a:gd name="T0" fmla="*/ 0 w 5"/>
                <a:gd name="T1" fmla="*/ 3 h 3"/>
                <a:gd name="T2" fmla="*/ 4 w 5"/>
                <a:gd name="T3" fmla="*/ 0 h 3"/>
                <a:gd name="T4" fmla="*/ 5 w 5"/>
                <a:gd name="T5" fmla="*/ 0 h 3"/>
                <a:gd name="T6" fmla="*/ 0 w 5"/>
                <a:gd name="T7" fmla="*/ 3 h 3"/>
                <a:gd name="T8" fmla="*/ 0 w 5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1" y="2"/>
                    <a:pt x="3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4" y="2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7" name="Freeform 78"/>
            <p:cNvSpPr>
              <a:spLocks/>
            </p:cNvSpPr>
            <p:nvPr/>
          </p:nvSpPr>
          <p:spPr bwMode="auto">
            <a:xfrm>
              <a:off x="1804988" y="3084513"/>
              <a:ext cx="15875" cy="11113"/>
            </a:xfrm>
            <a:custGeom>
              <a:avLst/>
              <a:gdLst>
                <a:gd name="T0" fmla="*/ 0 w 4"/>
                <a:gd name="T1" fmla="*/ 1 h 3"/>
                <a:gd name="T2" fmla="*/ 4 w 4"/>
                <a:gd name="T3" fmla="*/ 3 h 3"/>
                <a:gd name="T4" fmla="*/ 0 w 4"/>
                <a:gd name="T5" fmla="*/ 0 h 3"/>
                <a:gd name="T6" fmla="*/ 0 w 4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3" y="0"/>
                    <a:pt x="3" y="2"/>
                    <a:pt x="4" y="3"/>
                  </a:cubicBezTo>
                  <a:cubicBezTo>
                    <a:pt x="2" y="3"/>
                    <a:pt x="1" y="2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8" name="Freeform 79"/>
            <p:cNvSpPr>
              <a:spLocks/>
            </p:cNvSpPr>
            <p:nvPr/>
          </p:nvSpPr>
          <p:spPr bwMode="auto">
            <a:xfrm>
              <a:off x="1979613" y="3670300"/>
              <a:ext cx="49213" cy="60325"/>
            </a:xfrm>
            <a:custGeom>
              <a:avLst/>
              <a:gdLst>
                <a:gd name="T0" fmla="*/ 13 w 13"/>
                <a:gd name="T1" fmla="*/ 16 h 16"/>
                <a:gd name="T2" fmla="*/ 12 w 13"/>
                <a:gd name="T3" fmla="*/ 13 h 16"/>
                <a:gd name="T4" fmla="*/ 0 w 13"/>
                <a:gd name="T5" fmla="*/ 0 h 16"/>
                <a:gd name="T6" fmla="*/ 0 w 13"/>
                <a:gd name="T7" fmla="*/ 0 h 16"/>
                <a:gd name="T8" fmla="*/ 13 w 13"/>
                <a:gd name="T9" fmla="*/ 14 h 16"/>
                <a:gd name="T10" fmla="*/ 13 w 13"/>
                <a:gd name="T11" fmla="*/ 16 h 16"/>
                <a:gd name="T12" fmla="*/ 13 w 13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3" y="16"/>
                  </a:moveTo>
                  <a:cubicBezTo>
                    <a:pt x="13" y="15"/>
                    <a:pt x="12" y="14"/>
                    <a:pt x="12" y="13"/>
                  </a:cubicBezTo>
                  <a:cubicBezTo>
                    <a:pt x="8" y="9"/>
                    <a:pt x="4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5"/>
                    <a:pt x="9" y="9"/>
                    <a:pt x="13" y="14"/>
                  </a:cubicBezTo>
                  <a:cubicBezTo>
                    <a:pt x="13" y="14"/>
                    <a:pt x="13" y="15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9" name="Freeform 80"/>
            <p:cNvSpPr>
              <a:spLocks/>
            </p:cNvSpPr>
            <p:nvPr/>
          </p:nvSpPr>
          <p:spPr bwMode="auto">
            <a:xfrm>
              <a:off x="2133600" y="3857625"/>
              <a:ext cx="192088" cy="147638"/>
            </a:xfrm>
            <a:custGeom>
              <a:avLst/>
              <a:gdLst>
                <a:gd name="T0" fmla="*/ 51 w 51"/>
                <a:gd name="T1" fmla="*/ 0 h 39"/>
                <a:gd name="T2" fmla="*/ 50 w 51"/>
                <a:gd name="T3" fmla="*/ 3 h 39"/>
                <a:gd name="T4" fmla="*/ 5 w 51"/>
                <a:gd name="T5" fmla="*/ 36 h 39"/>
                <a:gd name="T6" fmla="*/ 1 w 51"/>
                <a:gd name="T7" fmla="*/ 39 h 39"/>
                <a:gd name="T8" fmla="*/ 0 w 51"/>
                <a:gd name="T9" fmla="*/ 39 h 39"/>
                <a:gd name="T10" fmla="*/ 1 w 51"/>
                <a:gd name="T11" fmla="*/ 37 h 39"/>
                <a:gd name="T12" fmla="*/ 4 w 51"/>
                <a:gd name="T13" fmla="*/ 34 h 39"/>
                <a:gd name="T14" fmla="*/ 47 w 51"/>
                <a:gd name="T15" fmla="*/ 3 h 39"/>
                <a:gd name="T16" fmla="*/ 51 w 51"/>
                <a:gd name="T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39">
                  <a:moveTo>
                    <a:pt x="51" y="0"/>
                  </a:moveTo>
                  <a:cubicBezTo>
                    <a:pt x="51" y="1"/>
                    <a:pt x="51" y="2"/>
                    <a:pt x="50" y="3"/>
                  </a:cubicBezTo>
                  <a:cubicBezTo>
                    <a:pt x="35" y="14"/>
                    <a:pt x="20" y="25"/>
                    <a:pt x="5" y="36"/>
                  </a:cubicBezTo>
                  <a:cubicBezTo>
                    <a:pt x="3" y="37"/>
                    <a:pt x="2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38"/>
                    <a:pt x="0" y="38"/>
                    <a:pt x="1" y="37"/>
                  </a:cubicBezTo>
                  <a:cubicBezTo>
                    <a:pt x="2" y="36"/>
                    <a:pt x="3" y="35"/>
                    <a:pt x="4" y="34"/>
                  </a:cubicBezTo>
                  <a:cubicBezTo>
                    <a:pt x="19" y="24"/>
                    <a:pt x="33" y="13"/>
                    <a:pt x="47" y="3"/>
                  </a:cubicBezTo>
                  <a:cubicBezTo>
                    <a:pt x="49" y="2"/>
                    <a:pt x="50" y="1"/>
                    <a:pt x="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0" name="Freeform 81"/>
            <p:cNvSpPr>
              <a:spLocks/>
            </p:cNvSpPr>
            <p:nvPr/>
          </p:nvSpPr>
          <p:spPr bwMode="auto">
            <a:xfrm>
              <a:off x="2325688" y="3846513"/>
              <a:ext cx="19050" cy="15875"/>
            </a:xfrm>
            <a:custGeom>
              <a:avLst/>
              <a:gdLst>
                <a:gd name="T0" fmla="*/ 0 w 5"/>
                <a:gd name="T1" fmla="*/ 3 h 4"/>
                <a:gd name="T2" fmla="*/ 5 w 5"/>
                <a:gd name="T3" fmla="*/ 0 h 4"/>
                <a:gd name="T4" fmla="*/ 2 w 5"/>
                <a:gd name="T5" fmla="*/ 4 h 4"/>
                <a:gd name="T6" fmla="*/ 0 w 5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0" y="3"/>
                  </a:moveTo>
                  <a:cubicBezTo>
                    <a:pt x="2" y="2"/>
                    <a:pt x="3" y="1"/>
                    <a:pt x="5" y="0"/>
                  </a:cubicBezTo>
                  <a:cubicBezTo>
                    <a:pt x="5" y="2"/>
                    <a:pt x="3" y="3"/>
                    <a:pt x="2" y="4"/>
                  </a:cubicBezTo>
                  <a:cubicBezTo>
                    <a:pt x="2" y="4"/>
                    <a:pt x="1" y="3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1" name="Freeform 82"/>
            <p:cNvSpPr>
              <a:spLocks/>
            </p:cNvSpPr>
            <p:nvPr/>
          </p:nvSpPr>
          <p:spPr bwMode="auto">
            <a:xfrm>
              <a:off x="2620963" y="3933825"/>
              <a:ext cx="142875" cy="142875"/>
            </a:xfrm>
            <a:custGeom>
              <a:avLst/>
              <a:gdLst>
                <a:gd name="T0" fmla="*/ 18 w 38"/>
                <a:gd name="T1" fmla="*/ 38 h 38"/>
                <a:gd name="T2" fmla="*/ 16 w 38"/>
                <a:gd name="T3" fmla="*/ 36 h 38"/>
                <a:gd name="T4" fmla="*/ 14 w 38"/>
                <a:gd name="T5" fmla="*/ 28 h 38"/>
                <a:gd name="T6" fmla="*/ 11 w 38"/>
                <a:gd name="T7" fmla="*/ 25 h 38"/>
                <a:gd name="T8" fmla="*/ 3 w 38"/>
                <a:gd name="T9" fmla="*/ 24 h 38"/>
                <a:gd name="T10" fmla="*/ 0 w 38"/>
                <a:gd name="T11" fmla="*/ 23 h 38"/>
                <a:gd name="T12" fmla="*/ 2 w 38"/>
                <a:gd name="T13" fmla="*/ 21 h 38"/>
                <a:gd name="T14" fmla="*/ 7 w 38"/>
                <a:gd name="T15" fmla="*/ 17 h 38"/>
                <a:gd name="T16" fmla="*/ 8 w 38"/>
                <a:gd name="T17" fmla="*/ 13 h 38"/>
                <a:gd name="T18" fmla="*/ 6 w 38"/>
                <a:gd name="T19" fmla="*/ 7 h 38"/>
                <a:gd name="T20" fmla="*/ 6 w 38"/>
                <a:gd name="T21" fmla="*/ 2 h 38"/>
                <a:gd name="T22" fmla="*/ 11 w 38"/>
                <a:gd name="T23" fmla="*/ 3 h 38"/>
                <a:gd name="T24" fmla="*/ 16 w 38"/>
                <a:gd name="T25" fmla="*/ 7 h 38"/>
                <a:gd name="T26" fmla="*/ 20 w 38"/>
                <a:gd name="T27" fmla="*/ 7 h 38"/>
                <a:gd name="T28" fmla="*/ 28 w 38"/>
                <a:gd name="T29" fmla="*/ 1 h 38"/>
                <a:gd name="T30" fmla="*/ 30 w 38"/>
                <a:gd name="T31" fmla="*/ 0 h 38"/>
                <a:gd name="T32" fmla="*/ 30 w 38"/>
                <a:gd name="T33" fmla="*/ 3 h 38"/>
                <a:gd name="T34" fmla="*/ 29 w 38"/>
                <a:gd name="T35" fmla="*/ 9 h 38"/>
                <a:gd name="T36" fmla="*/ 30 w 38"/>
                <a:gd name="T37" fmla="*/ 14 h 38"/>
                <a:gd name="T38" fmla="*/ 37 w 38"/>
                <a:gd name="T39" fmla="*/ 22 h 38"/>
                <a:gd name="T40" fmla="*/ 38 w 38"/>
                <a:gd name="T41" fmla="*/ 24 h 38"/>
                <a:gd name="T42" fmla="*/ 35 w 38"/>
                <a:gd name="T43" fmla="*/ 25 h 38"/>
                <a:gd name="T44" fmla="*/ 25 w 38"/>
                <a:gd name="T45" fmla="*/ 26 h 38"/>
                <a:gd name="T46" fmla="*/ 21 w 38"/>
                <a:gd name="T47" fmla="*/ 29 h 38"/>
                <a:gd name="T48" fmla="*/ 19 w 38"/>
                <a:gd name="T49" fmla="*/ 36 h 38"/>
                <a:gd name="T50" fmla="*/ 18 w 38"/>
                <a:gd name="T51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" h="38">
                  <a:moveTo>
                    <a:pt x="18" y="38"/>
                  </a:moveTo>
                  <a:cubicBezTo>
                    <a:pt x="17" y="37"/>
                    <a:pt x="16" y="36"/>
                    <a:pt x="16" y="36"/>
                  </a:cubicBezTo>
                  <a:cubicBezTo>
                    <a:pt x="15" y="33"/>
                    <a:pt x="15" y="30"/>
                    <a:pt x="14" y="28"/>
                  </a:cubicBezTo>
                  <a:cubicBezTo>
                    <a:pt x="13" y="26"/>
                    <a:pt x="12" y="25"/>
                    <a:pt x="11" y="25"/>
                  </a:cubicBezTo>
                  <a:cubicBezTo>
                    <a:pt x="8" y="25"/>
                    <a:pt x="5" y="24"/>
                    <a:pt x="3" y="24"/>
                  </a:cubicBezTo>
                  <a:cubicBezTo>
                    <a:pt x="2" y="24"/>
                    <a:pt x="1" y="23"/>
                    <a:pt x="0" y="23"/>
                  </a:cubicBezTo>
                  <a:cubicBezTo>
                    <a:pt x="1" y="22"/>
                    <a:pt x="1" y="21"/>
                    <a:pt x="2" y="21"/>
                  </a:cubicBezTo>
                  <a:cubicBezTo>
                    <a:pt x="3" y="20"/>
                    <a:pt x="5" y="18"/>
                    <a:pt x="7" y="17"/>
                  </a:cubicBezTo>
                  <a:cubicBezTo>
                    <a:pt x="8" y="16"/>
                    <a:pt x="9" y="15"/>
                    <a:pt x="8" y="13"/>
                  </a:cubicBezTo>
                  <a:cubicBezTo>
                    <a:pt x="7" y="11"/>
                    <a:pt x="7" y="9"/>
                    <a:pt x="6" y="7"/>
                  </a:cubicBezTo>
                  <a:cubicBezTo>
                    <a:pt x="6" y="5"/>
                    <a:pt x="5" y="3"/>
                    <a:pt x="6" y="2"/>
                  </a:cubicBezTo>
                  <a:cubicBezTo>
                    <a:pt x="8" y="1"/>
                    <a:pt x="10" y="2"/>
                    <a:pt x="11" y="3"/>
                  </a:cubicBezTo>
                  <a:cubicBezTo>
                    <a:pt x="13" y="4"/>
                    <a:pt x="14" y="5"/>
                    <a:pt x="16" y="7"/>
                  </a:cubicBezTo>
                  <a:cubicBezTo>
                    <a:pt x="17" y="8"/>
                    <a:pt x="19" y="8"/>
                    <a:pt x="20" y="7"/>
                  </a:cubicBezTo>
                  <a:cubicBezTo>
                    <a:pt x="23" y="5"/>
                    <a:pt x="25" y="3"/>
                    <a:pt x="28" y="1"/>
                  </a:cubicBezTo>
                  <a:cubicBezTo>
                    <a:pt x="29" y="0"/>
                    <a:pt x="29" y="0"/>
                    <a:pt x="30" y="0"/>
                  </a:cubicBezTo>
                  <a:cubicBezTo>
                    <a:pt x="30" y="1"/>
                    <a:pt x="31" y="2"/>
                    <a:pt x="30" y="3"/>
                  </a:cubicBezTo>
                  <a:cubicBezTo>
                    <a:pt x="30" y="5"/>
                    <a:pt x="29" y="7"/>
                    <a:pt x="29" y="9"/>
                  </a:cubicBezTo>
                  <a:cubicBezTo>
                    <a:pt x="28" y="11"/>
                    <a:pt x="28" y="13"/>
                    <a:pt x="30" y="14"/>
                  </a:cubicBezTo>
                  <a:cubicBezTo>
                    <a:pt x="32" y="17"/>
                    <a:pt x="35" y="19"/>
                    <a:pt x="37" y="22"/>
                  </a:cubicBezTo>
                  <a:cubicBezTo>
                    <a:pt x="37" y="22"/>
                    <a:pt x="38" y="24"/>
                    <a:pt x="38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2" y="26"/>
                    <a:pt x="28" y="26"/>
                    <a:pt x="25" y="26"/>
                  </a:cubicBezTo>
                  <a:cubicBezTo>
                    <a:pt x="23" y="26"/>
                    <a:pt x="22" y="27"/>
                    <a:pt x="21" y="29"/>
                  </a:cubicBezTo>
                  <a:cubicBezTo>
                    <a:pt x="20" y="31"/>
                    <a:pt x="20" y="33"/>
                    <a:pt x="19" y="36"/>
                  </a:cubicBezTo>
                  <a:cubicBezTo>
                    <a:pt x="18" y="36"/>
                    <a:pt x="18" y="37"/>
                    <a:pt x="18" y="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4"/>
          <p:cNvSpPr txBox="1">
            <a:spLocks noGrp="1"/>
          </p:cNvSpPr>
          <p:nvPr>
            <p:ph type="subTitle" idx="4294967295"/>
          </p:nvPr>
        </p:nvSpPr>
        <p:spPr>
          <a:xfrm>
            <a:off x="761054" y="4225191"/>
            <a:ext cx="2339975" cy="365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4">
                    <a:lumMod val="50000"/>
                  </a:schemeClr>
                </a:solidFill>
              </a:rPr>
              <a:t>¿Cual es su historia?</a:t>
            </a:r>
            <a:endParaRPr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12" name="Google Shape;512;p44"/>
          <p:cNvSpPr txBox="1">
            <a:spLocks noGrp="1"/>
          </p:cNvSpPr>
          <p:nvPr>
            <p:ph type="title" idx="4294967295"/>
          </p:nvPr>
        </p:nvSpPr>
        <p:spPr>
          <a:xfrm>
            <a:off x="761054" y="3663216"/>
            <a:ext cx="2168525" cy="365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  <a:t>HISTORIA</a:t>
            </a:r>
            <a:endParaRPr sz="2400" b="1">
              <a:solidFill>
                <a:schemeClr val="accent4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13" name="Google Shape;513;p44"/>
          <p:cNvSpPr txBox="1">
            <a:spLocks noGrp="1"/>
          </p:cNvSpPr>
          <p:nvPr>
            <p:ph type="title" idx="4294967295"/>
          </p:nvPr>
        </p:nvSpPr>
        <p:spPr>
          <a:xfrm>
            <a:off x="761054" y="3118704"/>
            <a:ext cx="914400" cy="4984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>
                    <a:lumMod val="50000"/>
                  </a:schemeClr>
                </a:solidFill>
              </a:rPr>
              <a:t>03</a:t>
            </a:r>
            <a:r>
              <a:rPr lang="en">
                <a:solidFill>
                  <a:srgbClr val="BEB296"/>
                </a:solidFill>
              </a:rPr>
              <a:t>.</a:t>
            </a:r>
            <a:endParaRPr>
              <a:solidFill>
                <a:srgbClr val="BEB296"/>
              </a:solidFill>
            </a:endParaRPr>
          </a:p>
        </p:txBody>
      </p:sp>
      <p:sp>
        <p:nvSpPr>
          <p:cNvPr id="520" name="Google Shape;520;p44"/>
          <p:cNvSpPr txBox="1">
            <a:spLocks noGrp="1"/>
          </p:cNvSpPr>
          <p:nvPr>
            <p:ph type="title" idx="4294967295"/>
          </p:nvPr>
        </p:nvSpPr>
        <p:spPr>
          <a:xfrm>
            <a:off x="0" y="460376"/>
            <a:ext cx="7715250" cy="3667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CONTENIDO</a:t>
            </a:r>
            <a:endParaRPr b="1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0" name="Google Shape;511;p44"/>
          <p:cNvSpPr txBox="1">
            <a:spLocks/>
          </p:cNvSpPr>
          <p:nvPr/>
        </p:nvSpPr>
        <p:spPr>
          <a:xfrm>
            <a:off x="742950" y="2313993"/>
            <a:ext cx="2339975" cy="365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¿Qué es la Oratoria Sagrada?</a:t>
            </a:r>
          </a:p>
        </p:txBody>
      </p:sp>
      <p:sp>
        <p:nvSpPr>
          <p:cNvPr id="21" name="Google Shape;512;p44"/>
          <p:cNvSpPr txBox="1">
            <a:spLocks/>
          </p:cNvSpPr>
          <p:nvPr/>
        </p:nvSpPr>
        <p:spPr>
          <a:xfrm>
            <a:off x="744266" y="1751292"/>
            <a:ext cx="2255030" cy="365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Tx/>
              <a:buFontTx/>
            </a:pPr>
            <a:r>
              <a:rPr lang="es-PE" sz="2400" b="1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  <a:t>DEFINICIÓN</a:t>
            </a:r>
          </a:p>
        </p:txBody>
      </p:sp>
      <p:sp>
        <p:nvSpPr>
          <p:cNvPr id="22" name="Google Shape;513;p44"/>
          <p:cNvSpPr txBox="1">
            <a:spLocks/>
          </p:cNvSpPr>
          <p:nvPr/>
        </p:nvSpPr>
        <p:spPr>
          <a:xfrm>
            <a:off x="829455" y="1207303"/>
            <a:ext cx="914400" cy="4984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  <a:buClrTx/>
              <a:buFontTx/>
            </a:pPr>
            <a:r>
              <a:rPr lang="en">
                <a:solidFill>
                  <a:schemeClr val="accent4">
                    <a:lumMod val="50000"/>
                  </a:schemeClr>
                </a:solidFill>
              </a:rPr>
              <a:t>01</a:t>
            </a:r>
            <a:r>
              <a:rPr lang="en">
                <a:solidFill>
                  <a:srgbClr val="BEB296"/>
                </a:solidFill>
              </a:rPr>
              <a:t>.</a:t>
            </a:r>
          </a:p>
        </p:txBody>
      </p:sp>
      <p:sp>
        <p:nvSpPr>
          <p:cNvPr id="23" name="Google Shape;511;p44"/>
          <p:cNvSpPr txBox="1">
            <a:spLocks/>
          </p:cNvSpPr>
          <p:nvPr/>
        </p:nvSpPr>
        <p:spPr>
          <a:xfrm>
            <a:off x="3341812" y="4225917"/>
            <a:ext cx="2339975" cy="365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¿Quienes son sus represntantes y precursors?</a:t>
            </a:r>
          </a:p>
        </p:txBody>
      </p:sp>
      <p:sp>
        <p:nvSpPr>
          <p:cNvPr id="24" name="Google Shape;512;p44"/>
          <p:cNvSpPr txBox="1">
            <a:spLocks/>
          </p:cNvSpPr>
          <p:nvPr/>
        </p:nvSpPr>
        <p:spPr>
          <a:xfrm>
            <a:off x="3343128" y="3663216"/>
            <a:ext cx="2423848" cy="365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Tx/>
              <a:buFontTx/>
            </a:pPr>
            <a:r>
              <a:rPr lang="es-PE" sz="2400" b="1" dirty="0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  <a:t>PRECURSORES</a:t>
            </a:r>
          </a:p>
        </p:txBody>
      </p:sp>
      <p:sp>
        <p:nvSpPr>
          <p:cNvPr id="25" name="Google Shape;513;p44"/>
          <p:cNvSpPr txBox="1">
            <a:spLocks/>
          </p:cNvSpPr>
          <p:nvPr/>
        </p:nvSpPr>
        <p:spPr>
          <a:xfrm>
            <a:off x="3428317" y="3119227"/>
            <a:ext cx="914400" cy="4984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  <a:buClrTx/>
              <a:buFontTx/>
            </a:pPr>
            <a:r>
              <a:rPr lang="en">
                <a:solidFill>
                  <a:schemeClr val="accent4">
                    <a:lumMod val="50000"/>
                  </a:schemeClr>
                </a:solidFill>
              </a:rPr>
              <a:t>04</a:t>
            </a:r>
            <a:r>
              <a:rPr lang="en">
                <a:solidFill>
                  <a:srgbClr val="BEB296"/>
                </a:solidFill>
              </a:rPr>
              <a:t>.</a:t>
            </a:r>
          </a:p>
        </p:txBody>
      </p:sp>
      <p:sp>
        <p:nvSpPr>
          <p:cNvPr id="26" name="Google Shape;511;p44"/>
          <p:cNvSpPr txBox="1">
            <a:spLocks/>
          </p:cNvSpPr>
          <p:nvPr/>
        </p:nvSpPr>
        <p:spPr>
          <a:xfrm>
            <a:off x="3427001" y="2328912"/>
            <a:ext cx="2684050" cy="365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¿Como la identificamos?</a:t>
            </a:r>
          </a:p>
        </p:txBody>
      </p:sp>
      <p:sp>
        <p:nvSpPr>
          <p:cNvPr id="27" name="Google Shape;512;p44"/>
          <p:cNvSpPr txBox="1">
            <a:spLocks/>
          </p:cNvSpPr>
          <p:nvPr/>
        </p:nvSpPr>
        <p:spPr>
          <a:xfrm>
            <a:off x="3428317" y="1783320"/>
            <a:ext cx="2979627" cy="365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Tx/>
              <a:buFontTx/>
            </a:pPr>
            <a:r>
              <a:rPr lang="es-PE" sz="2400" b="1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  <a:t>CARACTERISTICAS</a:t>
            </a:r>
          </a:p>
        </p:txBody>
      </p:sp>
      <p:sp>
        <p:nvSpPr>
          <p:cNvPr id="28" name="Google Shape;513;p44"/>
          <p:cNvSpPr txBox="1">
            <a:spLocks/>
          </p:cNvSpPr>
          <p:nvPr/>
        </p:nvSpPr>
        <p:spPr>
          <a:xfrm>
            <a:off x="3513506" y="1239331"/>
            <a:ext cx="914400" cy="4984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  <a:buClrTx/>
              <a:buFontTx/>
            </a:pPr>
            <a:r>
              <a:rPr lang="en">
                <a:solidFill>
                  <a:schemeClr val="accent4">
                    <a:lumMod val="50000"/>
                  </a:schemeClr>
                </a:solidFill>
              </a:rPr>
              <a:t>02</a:t>
            </a:r>
            <a:r>
              <a:rPr lang="en">
                <a:solidFill>
                  <a:srgbClr val="BEB296"/>
                </a:solidFill>
              </a:rPr>
              <a:t>.</a:t>
            </a:r>
          </a:p>
        </p:txBody>
      </p:sp>
      <p:pic>
        <p:nvPicPr>
          <p:cNvPr id="596" name="Imagen 5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025863" y="1884637"/>
            <a:ext cx="3137406" cy="2373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60;p49"/>
          <p:cNvSpPr txBox="1">
            <a:spLocks/>
          </p:cNvSpPr>
          <p:nvPr/>
        </p:nvSpPr>
        <p:spPr>
          <a:xfrm>
            <a:off x="714125" y="729709"/>
            <a:ext cx="771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PE" sz="30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ibre Baskerville"/>
                <a:sym typeface="Libre Baskerville"/>
              </a:rPr>
              <a:t>Definición</a:t>
            </a:r>
          </a:p>
        </p:txBody>
      </p:sp>
      <p:sp>
        <p:nvSpPr>
          <p:cNvPr id="6" name="Google Shape;661;p49"/>
          <p:cNvSpPr txBox="1">
            <a:spLocks/>
          </p:cNvSpPr>
          <p:nvPr/>
        </p:nvSpPr>
        <p:spPr>
          <a:xfrm>
            <a:off x="799330" y="1390340"/>
            <a:ext cx="3060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None/>
              <a:defRPr sz="2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B296"/>
              </a:buClr>
              <a:buSzPts val="1800"/>
              <a:buFont typeface="Libre Baskerville"/>
              <a:buNone/>
              <a:tabLst/>
              <a:defRPr/>
            </a:pPr>
            <a:r>
              <a:rPr lang="es-PE" dirty="0">
                <a:solidFill>
                  <a:schemeClr val="accent4">
                    <a:lumMod val="75000"/>
                  </a:schemeClr>
                </a:solidFill>
              </a:rPr>
              <a:t>¿Qué es la oratoria?</a:t>
            </a:r>
            <a:endParaRPr kumimoji="0" lang="es-PE" sz="20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Libre Baskerville"/>
              <a:sym typeface="Libre Baskerville"/>
            </a:endParaRPr>
          </a:p>
        </p:txBody>
      </p:sp>
      <p:sp>
        <p:nvSpPr>
          <p:cNvPr id="7" name="Google Shape;662;p49"/>
          <p:cNvSpPr txBox="1">
            <a:spLocks/>
          </p:cNvSpPr>
          <p:nvPr/>
        </p:nvSpPr>
        <p:spPr>
          <a:xfrm>
            <a:off x="304077" y="2188648"/>
            <a:ext cx="4050506" cy="167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HN" kern="100" dirty="0">
                <a:effectLst/>
                <a:latin typeface="Libre Baskerville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 oratoria sagrada se refiere al arte de pronunciar discursos o hablar en público sobre temas religiosos, espirituales o sagrados.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HN" kern="100" dirty="0">
                <a:effectLst/>
                <a:latin typeface="Libre Baskerville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 Oratoria sagrada, el subgénero de la oratoria que utilizan los predicadores y utiliza recursos retóricos y teatrales.</a:t>
            </a:r>
          </a:p>
        </p:txBody>
      </p:sp>
      <p:sp>
        <p:nvSpPr>
          <p:cNvPr id="8" name="Google Shape;719;p49"/>
          <p:cNvSpPr/>
          <p:nvPr/>
        </p:nvSpPr>
        <p:spPr>
          <a:xfrm>
            <a:off x="4571994" y="1779720"/>
            <a:ext cx="292121" cy="292121"/>
          </a:xfrm>
          <a:custGeom>
            <a:avLst/>
            <a:gdLst/>
            <a:ahLst/>
            <a:cxnLst/>
            <a:rect l="l" t="t" r="r" b="b"/>
            <a:pathLst>
              <a:path w="7994" h="7994" extrusionOk="0">
                <a:moveTo>
                  <a:pt x="3997" y="0"/>
                </a:moveTo>
                <a:cubicBezTo>
                  <a:pt x="3537" y="0"/>
                  <a:pt x="3160" y="377"/>
                  <a:pt x="3160" y="837"/>
                </a:cubicBezTo>
                <a:lnTo>
                  <a:pt x="3160" y="3160"/>
                </a:lnTo>
                <a:lnTo>
                  <a:pt x="858" y="3160"/>
                </a:lnTo>
                <a:cubicBezTo>
                  <a:pt x="377" y="3160"/>
                  <a:pt x="1" y="3536"/>
                  <a:pt x="1" y="3997"/>
                </a:cubicBezTo>
                <a:cubicBezTo>
                  <a:pt x="1" y="4457"/>
                  <a:pt x="377" y="4834"/>
                  <a:pt x="858" y="4834"/>
                </a:cubicBezTo>
                <a:lnTo>
                  <a:pt x="3160" y="4834"/>
                </a:lnTo>
                <a:lnTo>
                  <a:pt x="3160" y="7156"/>
                </a:lnTo>
                <a:cubicBezTo>
                  <a:pt x="3160" y="7617"/>
                  <a:pt x="3537" y="7993"/>
                  <a:pt x="3997" y="7993"/>
                </a:cubicBezTo>
                <a:cubicBezTo>
                  <a:pt x="4457" y="7993"/>
                  <a:pt x="4855" y="7617"/>
                  <a:pt x="4855" y="7156"/>
                </a:cubicBezTo>
                <a:lnTo>
                  <a:pt x="4855" y="4834"/>
                </a:lnTo>
                <a:lnTo>
                  <a:pt x="7156" y="4834"/>
                </a:lnTo>
                <a:cubicBezTo>
                  <a:pt x="7617" y="4834"/>
                  <a:pt x="7993" y="4457"/>
                  <a:pt x="7993" y="3997"/>
                </a:cubicBezTo>
                <a:cubicBezTo>
                  <a:pt x="7993" y="3536"/>
                  <a:pt x="7617" y="3160"/>
                  <a:pt x="7156" y="3160"/>
                </a:cubicBezTo>
                <a:lnTo>
                  <a:pt x="4855" y="3160"/>
                </a:lnTo>
                <a:lnTo>
                  <a:pt x="4855" y="837"/>
                </a:lnTo>
                <a:cubicBezTo>
                  <a:pt x="4855" y="377"/>
                  <a:pt x="4457" y="0"/>
                  <a:pt x="3997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Google Shape;720;p49"/>
          <p:cNvSpPr/>
          <p:nvPr/>
        </p:nvSpPr>
        <p:spPr>
          <a:xfrm>
            <a:off x="7864843" y="553011"/>
            <a:ext cx="353398" cy="353314"/>
          </a:xfrm>
          <a:custGeom>
            <a:avLst/>
            <a:gdLst/>
            <a:ahLst/>
            <a:cxnLst/>
            <a:rect l="l" t="t" r="r" b="b"/>
            <a:pathLst>
              <a:path w="2931" h="2930" extrusionOk="0">
                <a:moveTo>
                  <a:pt x="1466" y="0"/>
                </a:moveTo>
                <a:cubicBezTo>
                  <a:pt x="1298" y="0"/>
                  <a:pt x="1152" y="147"/>
                  <a:pt x="1152" y="314"/>
                </a:cubicBezTo>
                <a:lnTo>
                  <a:pt x="1152" y="1172"/>
                </a:lnTo>
                <a:lnTo>
                  <a:pt x="315" y="1172"/>
                </a:lnTo>
                <a:cubicBezTo>
                  <a:pt x="147" y="1172"/>
                  <a:pt x="1" y="1298"/>
                  <a:pt x="1" y="1465"/>
                </a:cubicBezTo>
                <a:cubicBezTo>
                  <a:pt x="1" y="1632"/>
                  <a:pt x="147" y="1779"/>
                  <a:pt x="315" y="1779"/>
                </a:cubicBezTo>
                <a:lnTo>
                  <a:pt x="1152" y="1779"/>
                </a:lnTo>
                <a:lnTo>
                  <a:pt x="1152" y="2637"/>
                </a:lnTo>
                <a:cubicBezTo>
                  <a:pt x="1152" y="2804"/>
                  <a:pt x="1298" y="2930"/>
                  <a:pt x="1466" y="2930"/>
                </a:cubicBezTo>
                <a:cubicBezTo>
                  <a:pt x="1633" y="2930"/>
                  <a:pt x="1779" y="2804"/>
                  <a:pt x="1779" y="2637"/>
                </a:cubicBezTo>
                <a:lnTo>
                  <a:pt x="1779" y="1779"/>
                </a:lnTo>
                <a:lnTo>
                  <a:pt x="2616" y="1779"/>
                </a:lnTo>
                <a:cubicBezTo>
                  <a:pt x="2805" y="1779"/>
                  <a:pt x="2930" y="1632"/>
                  <a:pt x="2930" y="1465"/>
                </a:cubicBezTo>
                <a:cubicBezTo>
                  <a:pt x="2930" y="1298"/>
                  <a:pt x="2805" y="1172"/>
                  <a:pt x="2616" y="1172"/>
                </a:cubicBezTo>
                <a:lnTo>
                  <a:pt x="1779" y="1172"/>
                </a:lnTo>
                <a:lnTo>
                  <a:pt x="1779" y="314"/>
                </a:lnTo>
                <a:cubicBezTo>
                  <a:pt x="1779" y="147"/>
                  <a:pt x="1633" y="0"/>
                  <a:pt x="1466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148" y="3343274"/>
            <a:ext cx="5196277" cy="150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4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8;p55"/>
          <p:cNvSpPr txBox="1">
            <a:spLocks/>
          </p:cNvSpPr>
          <p:nvPr/>
        </p:nvSpPr>
        <p:spPr>
          <a:xfrm>
            <a:off x="651895" y="895025"/>
            <a:ext cx="771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2400"/>
              <a:buFont typeface="Libre Baskerville"/>
              <a:buNone/>
              <a:tabLst/>
              <a:defRPr/>
            </a:pPr>
            <a:r>
              <a:rPr kumimoji="0" lang="es-PE" sz="30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Libre Baskerville"/>
                <a:sym typeface="Libre Baskerville"/>
              </a:rPr>
              <a:t>Oratoria Sagrada</a:t>
            </a:r>
          </a:p>
        </p:txBody>
      </p:sp>
      <p:sp>
        <p:nvSpPr>
          <p:cNvPr id="3" name="Google Shape;829;p55"/>
          <p:cNvSpPr txBox="1"/>
          <p:nvPr/>
        </p:nvSpPr>
        <p:spPr>
          <a:xfrm>
            <a:off x="647715" y="1192955"/>
            <a:ext cx="8174816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HN" dirty="0">
                <a:effectLst/>
                <a:latin typeface="Libre Baskerville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 Este tipo de oratoria se caracteriza por su tono reverente, su uso de lenguaje religioso o espiritual, y su objetivo de inspirar, educar o motivar a una audiencia en cuestiones relacionadas con la fe, la moral y la espiritualidad. </a:t>
            </a:r>
            <a:endParaRPr sz="1100" dirty="0">
              <a:solidFill>
                <a:schemeClr val="bg1">
                  <a:lumMod val="50000"/>
                </a:schemeClr>
              </a:solidFill>
              <a:latin typeface="Libre Baskerville" panose="020B0604020202020204" charset="0"/>
              <a:ea typeface="Roboto"/>
              <a:cs typeface="Roboto"/>
              <a:sym typeface="Roboto"/>
            </a:endParaRPr>
          </a:p>
        </p:txBody>
      </p:sp>
      <p:grpSp>
        <p:nvGrpSpPr>
          <p:cNvPr id="81" name="Grupo 80"/>
          <p:cNvGrpSpPr/>
          <p:nvPr/>
        </p:nvGrpSpPr>
        <p:grpSpPr>
          <a:xfrm>
            <a:off x="3857624" y="2571750"/>
            <a:ext cx="5388951" cy="2586037"/>
            <a:chOff x="3421063" y="2207942"/>
            <a:chExt cx="5684836" cy="2763837"/>
          </a:xfrm>
        </p:grpSpPr>
        <p:sp>
          <p:nvSpPr>
            <p:cNvPr id="64" name="Freeform 55"/>
            <p:cNvSpPr>
              <a:spLocks/>
            </p:cNvSpPr>
            <p:nvPr/>
          </p:nvSpPr>
          <p:spPr bwMode="auto">
            <a:xfrm>
              <a:off x="5468937" y="2207942"/>
              <a:ext cx="1462087" cy="1485900"/>
            </a:xfrm>
            <a:custGeom>
              <a:avLst/>
              <a:gdLst>
                <a:gd name="T0" fmla="*/ 200 w 232"/>
                <a:gd name="T1" fmla="*/ 179 h 235"/>
                <a:gd name="T2" fmla="*/ 71 w 232"/>
                <a:gd name="T3" fmla="*/ 167 h 235"/>
                <a:gd name="T4" fmla="*/ 58 w 232"/>
                <a:gd name="T5" fmla="*/ 174 h 235"/>
                <a:gd name="T6" fmla="*/ 25 w 232"/>
                <a:gd name="T7" fmla="*/ 235 h 235"/>
                <a:gd name="T8" fmla="*/ 25 w 232"/>
                <a:gd name="T9" fmla="*/ 185 h 235"/>
                <a:gd name="T10" fmla="*/ 13 w 232"/>
                <a:gd name="T11" fmla="*/ 150 h 235"/>
                <a:gd name="T12" fmla="*/ 4 w 232"/>
                <a:gd name="T13" fmla="*/ 102 h 235"/>
                <a:gd name="T14" fmla="*/ 5 w 232"/>
                <a:gd name="T15" fmla="*/ 51 h 235"/>
                <a:gd name="T16" fmla="*/ 29 w 232"/>
                <a:gd name="T17" fmla="*/ 35 h 235"/>
                <a:gd name="T18" fmla="*/ 151 w 232"/>
                <a:gd name="T19" fmla="*/ 9 h 235"/>
                <a:gd name="T20" fmla="*/ 203 w 232"/>
                <a:gd name="T21" fmla="*/ 0 h 235"/>
                <a:gd name="T22" fmla="*/ 215 w 232"/>
                <a:gd name="T23" fmla="*/ 0 h 235"/>
                <a:gd name="T24" fmla="*/ 227 w 232"/>
                <a:gd name="T25" fmla="*/ 9 h 235"/>
                <a:gd name="T26" fmla="*/ 229 w 232"/>
                <a:gd name="T27" fmla="*/ 78 h 235"/>
                <a:gd name="T28" fmla="*/ 216 w 232"/>
                <a:gd name="T29" fmla="*/ 89 h 235"/>
                <a:gd name="T30" fmla="*/ 205 w 232"/>
                <a:gd name="T31" fmla="*/ 96 h 235"/>
                <a:gd name="T32" fmla="*/ 181 w 232"/>
                <a:gd name="T33" fmla="*/ 121 h 235"/>
                <a:gd name="T34" fmla="*/ 194 w 232"/>
                <a:gd name="T35" fmla="*/ 160 h 235"/>
                <a:gd name="T36" fmla="*/ 201 w 232"/>
                <a:gd name="T37" fmla="*/ 163 h 235"/>
                <a:gd name="T38" fmla="*/ 208 w 232"/>
                <a:gd name="T39" fmla="*/ 171 h 235"/>
                <a:gd name="T40" fmla="*/ 200 w 232"/>
                <a:gd name="T41" fmla="*/ 179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2" h="235">
                  <a:moveTo>
                    <a:pt x="200" y="179"/>
                  </a:moveTo>
                  <a:cubicBezTo>
                    <a:pt x="157" y="175"/>
                    <a:pt x="114" y="171"/>
                    <a:pt x="71" y="167"/>
                  </a:cubicBezTo>
                  <a:cubicBezTo>
                    <a:pt x="64" y="166"/>
                    <a:pt x="61" y="168"/>
                    <a:pt x="58" y="174"/>
                  </a:cubicBezTo>
                  <a:cubicBezTo>
                    <a:pt x="48" y="195"/>
                    <a:pt x="37" y="215"/>
                    <a:pt x="25" y="235"/>
                  </a:cubicBezTo>
                  <a:cubicBezTo>
                    <a:pt x="25" y="218"/>
                    <a:pt x="24" y="201"/>
                    <a:pt x="25" y="185"/>
                  </a:cubicBezTo>
                  <a:cubicBezTo>
                    <a:pt x="26" y="171"/>
                    <a:pt x="26" y="158"/>
                    <a:pt x="13" y="150"/>
                  </a:cubicBezTo>
                  <a:cubicBezTo>
                    <a:pt x="3" y="135"/>
                    <a:pt x="7" y="118"/>
                    <a:pt x="4" y="102"/>
                  </a:cubicBezTo>
                  <a:cubicBezTo>
                    <a:pt x="0" y="85"/>
                    <a:pt x="2" y="68"/>
                    <a:pt x="5" y="51"/>
                  </a:cubicBezTo>
                  <a:cubicBezTo>
                    <a:pt x="9" y="41"/>
                    <a:pt x="19" y="38"/>
                    <a:pt x="29" y="35"/>
                  </a:cubicBezTo>
                  <a:cubicBezTo>
                    <a:pt x="69" y="26"/>
                    <a:pt x="110" y="18"/>
                    <a:pt x="151" y="9"/>
                  </a:cubicBezTo>
                  <a:cubicBezTo>
                    <a:pt x="168" y="5"/>
                    <a:pt x="185" y="3"/>
                    <a:pt x="203" y="0"/>
                  </a:cubicBezTo>
                  <a:cubicBezTo>
                    <a:pt x="207" y="0"/>
                    <a:pt x="211" y="0"/>
                    <a:pt x="215" y="0"/>
                  </a:cubicBezTo>
                  <a:cubicBezTo>
                    <a:pt x="219" y="2"/>
                    <a:pt x="226" y="2"/>
                    <a:pt x="227" y="9"/>
                  </a:cubicBezTo>
                  <a:cubicBezTo>
                    <a:pt x="232" y="32"/>
                    <a:pt x="229" y="55"/>
                    <a:pt x="229" y="78"/>
                  </a:cubicBezTo>
                  <a:cubicBezTo>
                    <a:pt x="229" y="86"/>
                    <a:pt x="221" y="86"/>
                    <a:pt x="216" y="89"/>
                  </a:cubicBezTo>
                  <a:cubicBezTo>
                    <a:pt x="213" y="93"/>
                    <a:pt x="209" y="94"/>
                    <a:pt x="205" y="96"/>
                  </a:cubicBezTo>
                  <a:cubicBezTo>
                    <a:pt x="194" y="102"/>
                    <a:pt x="186" y="110"/>
                    <a:pt x="181" y="121"/>
                  </a:cubicBezTo>
                  <a:cubicBezTo>
                    <a:pt x="174" y="136"/>
                    <a:pt x="180" y="151"/>
                    <a:pt x="194" y="160"/>
                  </a:cubicBezTo>
                  <a:cubicBezTo>
                    <a:pt x="197" y="161"/>
                    <a:pt x="199" y="162"/>
                    <a:pt x="201" y="163"/>
                  </a:cubicBezTo>
                  <a:cubicBezTo>
                    <a:pt x="205" y="165"/>
                    <a:pt x="208" y="167"/>
                    <a:pt x="208" y="171"/>
                  </a:cubicBezTo>
                  <a:cubicBezTo>
                    <a:pt x="207" y="176"/>
                    <a:pt x="205" y="178"/>
                    <a:pt x="200" y="17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5" name="Freeform 56"/>
            <p:cNvSpPr>
              <a:spLocks/>
            </p:cNvSpPr>
            <p:nvPr/>
          </p:nvSpPr>
          <p:spPr bwMode="auto">
            <a:xfrm>
              <a:off x="7599362" y="3581129"/>
              <a:ext cx="1255712" cy="1390650"/>
            </a:xfrm>
            <a:custGeom>
              <a:avLst/>
              <a:gdLst>
                <a:gd name="T0" fmla="*/ 45 w 199"/>
                <a:gd name="T1" fmla="*/ 220 h 220"/>
                <a:gd name="T2" fmla="*/ 32 w 199"/>
                <a:gd name="T3" fmla="*/ 189 h 220"/>
                <a:gd name="T4" fmla="*/ 32 w 199"/>
                <a:gd name="T5" fmla="*/ 181 h 220"/>
                <a:gd name="T6" fmla="*/ 32 w 199"/>
                <a:gd name="T7" fmla="*/ 176 h 220"/>
                <a:gd name="T8" fmla="*/ 16 w 199"/>
                <a:gd name="T9" fmla="*/ 147 h 220"/>
                <a:gd name="T10" fmla="*/ 5 w 199"/>
                <a:gd name="T11" fmla="*/ 134 h 220"/>
                <a:gd name="T12" fmla="*/ 0 w 199"/>
                <a:gd name="T13" fmla="*/ 128 h 220"/>
                <a:gd name="T14" fmla="*/ 13 w 199"/>
                <a:gd name="T15" fmla="*/ 131 h 220"/>
                <a:gd name="T16" fmla="*/ 25 w 199"/>
                <a:gd name="T17" fmla="*/ 129 h 220"/>
                <a:gd name="T18" fmla="*/ 31 w 199"/>
                <a:gd name="T19" fmla="*/ 144 h 220"/>
                <a:gd name="T20" fmla="*/ 35 w 199"/>
                <a:gd name="T21" fmla="*/ 126 h 220"/>
                <a:gd name="T22" fmla="*/ 48 w 199"/>
                <a:gd name="T23" fmla="*/ 160 h 220"/>
                <a:gd name="T24" fmla="*/ 53 w 199"/>
                <a:gd name="T25" fmla="*/ 172 h 220"/>
                <a:gd name="T26" fmla="*/ 78 w 199"/>
                <a:gd name="T27" fmla="*/ 201 h 220"/>
                <a:gd name="T28" fmla="*/ 75 w 199"/>
                <a:gd name="T29" fmla="*/ 186 h 220"/>
                <a:gd name="T30" fmla="*/ 64 w 199"/>
                <a:gd name="T31" fmla="*/ 162 h 220"/>
                <a:gd name="T32" fmla="*/ 61 w 199"/>
                <a:gd name="T33" fmla="*/ 134 h 220"/>
                <a:gd name="T34" fmla="*/ 62 w 199"/>
                <a:gd name="T35" fmla="*/ 132 h 220"/>
                <a:gd name="T36" fmla="*/ 70 w 199"/>
                <a:gd name="T37" fmla="*/ 137 h 220"/>
                <a:gd name="T38" fmla="*/ 77 w 199"/>
                <a:gd name="T39" fmla="*/ 138 h 220"/>
                <a:gd name="T40" fmla="*/ 80 w 199"/>
                <a:gd name="T41" fmla="*/ 139 h 220"/>
                <a:gd name="T42" fmla="*/ 97 w 199"/>
                <a:gd name="T43" fmla="*/ 167 h 220"/>
                <a:gd name="T44" fmla="*/ 98 w 199"/>
                <a:gd name="T45" fmla="*/ 174 h 220"/>
                <a:gd name="T46" fmla="*/ 101 w 199"/>
                <a:gd name="T47" fmla="*/ 177 h 220"/>
                <a:gd name="T48" fmla="*/ 103 w 199"/>
                <a:gd name="T49" fmla="*/ 174 h 220"/>
                <a:gd name="T50" fmla="*/ 106 w 199"/>
                <a:gd name="T51" fmla="*/ 137 h 220"/>
                <a:gd name="T52" fmla="*/ 105 w 199"/>
                <a:gd name="T53" fmla="*/ 131 h 220"/>
                <a:gd name="T54" fmla="*/ 108 w 199"/>
                <a:gd name="T55" fmla="*/ 118 h 220"/>
                <a:gd name="T56" fmla="*/ 109 w 199"/>
                <a:gd name="T57" fmla="*/ 111 h 220"/>
                <a:gd name="T58" fmla="*/ 104 w 199"/>
                <a:gd name="T59" fmla="*/ 108 h 220"/>
                <a:gd name="T60" fmla="*/ 95 w 199"/>
                <a:gd name="T61" fmla="*/ 110 h 220"/>
                <a:gd name="T62" fmla="*/ 85 w 199"/>
                <a:gd name="T63" fmla="*/ 100 h 220"/>
                <a:gd name="T64" fmla="*/ 75 w 199"/>
                <a:gd name="T65" fmla="*/ 74 h 220"/>
                <a:gd name="T66" fmla="*/ 75 w 199"/>
                <a:gd name="T67" fmla="*/ 67 h 220"/>
                <a:gd name="T68" fmla="*/ 80 w 199"/>
                <a:gd name="T69" fmla="*/ 39 h 220"/>
                <a:gd name="T70" fmla="*/ 78 w 199"/>
                <a:gd name="T71" fmla="*/ 35 h 220"/>
                <a:gd name="T72" fmla="*/ 82 w 199"/>
                <a:gd name="T73" fmla="*/ 10 h 220"/>
                <a:gd name="T74" fmla="*/ 122 w 199"/>
                <a:gd name="T75" fmla="*/ 1 h 220"/>
                <a:gd name="T76" fmla="*/ 143 w 199"/>
                <a:gd name="T77" fmla="*/ 8 h 220"/>
                <a:gd name="T78" fmla="*/ 150 w 199"/>
                <a:gd name="T79" fmla="*/ 8 h 220"/>
                <a:gd name="T80" fmla="*/ 157 w 199"/>
                <a:gd name="T81" fmla="*/ 15 h 220"/>
                <a:gd name="T82" fmla="*/ 171 w 199"/>
                <a:gd name="T83" fmla="*/ 34 h 220"/>
                <a:gd name="T84" fmla="*/ 171 w 199"/>
                <a:gd name="T85" fmla="*/ 62 h 220"/>
                <a:gd name="T86" fmla="*/ 158 w 199"/>
                <a:gd name="T87" fmla="*/ 88 h 220"/>
                <a:gd name="T88" fmla="*/ 162 w 199"/>
                <a:gd name="T89" fmla="*/ 114 h 220"/>
                <a:gd name="T90" fmla="*/ 192 w 199"/>
                <a:gd name="T91" fmla="*/ 169 h 220"/>
                <a:gd name="T92" fmla="*/ 197 w 199"/>
                <a:gd name="T93" fmla="*/ 220 h 220"/>
                <a:gd name="T94" fmla="*/ 45 w 199"/>
                <a:gd name="T95" fmla="*/ 22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9" h="220">
                  <a:moveTo>
                    <a:pt x="45" y="220"/>
                  </a:moveTo>
                  <a:cubicBezTo>
                    <a:pt x="44" y="208"/>
                    <a:pt x="35" y="200"/>
                    <a:pt x="32" y="189"/>
                  </a:cubicBezTo>
                  <a:cubicBezTo>
                    <a:pt x="32" y="186"/>
                    <a:pt x="28" y="184"/>
                    <a:pt x="32" y="181"/>
                  </a:cubicBezTo>
                  <a:cubicBezTo>
                    <a:pt x="35" y="180"/>
                    <a:pt x="33" y="178"/>
                    <a:pt x="32" y="176"/>
                  </a:cubicBezTo>
                  <a:cubicBezTo>
                    <a:pt x="23" y="168"/>
                    <a:pt x="18" y="159"/>
                    <a:pt x="16" y="147"/>
                  </a:cubicBezTo>
                  <a:cubicBezTo>
                    <a:pt x="15" y="142"/>
                    <a:pt x="9" y="138"/>
                    <a:pt x="5" y="134"/>
                  </a:cubicBezTo>
                  <a:cubicBezTo>
                    <a:pt x="4" y="132"/>
                    <a:pt x="1" y="131"/>
                    <a:pt x="0" y="128"/>
                  </a:cubicBezTo>
                  <a:cubicBezTo>
                    <a:pt x="6" y="126"/>
                    <a:pt x="10" y="128"/>
                    <a:pt x="13" y="131"/>
                  </a:cubicBezTo>
                  <a:cubicBezTo>
                    <a:pt x="18" y="137"/>
                    <a:pt x="21" y="135"/>
                    <a:pt x="25" y="129"/>
                  </a:cubicBezTo>
                  <a:cubicBezTo>
                    <a:pt x="23" y="136"/>
                    <a:pt x="31" y="138"/>
                    <a:pt x="31" y="144"/>
                  </a:cubicBezTo>
                  <a:cubicBezTo>
                    <a:pt x="36" y="138"/>
                    <a:pt x="27" y="131"/>
                    <a:pt x="35" y="126"/>
                  </a:cubicBezTo>
                  <a:cubicBezTo>
                    <a:pt x="38" y="138"/>
                    <a:pt x="50" y="146"/>
                    <a:pt x="48" y="160"/>
                  </a:cubicBezTo>
                  <a:cubicBezTo>
                    <a:pt x="47" y="165"/>
                    <a:pt x="49" y="170"/>
                    <a:pt x="53" y="172"/>
                  </a:cubicBezTo>
                  <a:cubicBezTo>
                    <a:pt x="64" y="179"/>
                    <a:pt x="67" y="194"/>
                    <a:pt x="78" y="201"/>
                  </a:cubicBezTo>
                  <a:cubicBezTo>
                    <a:pt x="81" y="195"/>
                    <a:pt x="81" y="192"/>
                    <a:pt x="75" y="186"/>
                  </a:cubicBezTo>
                  <a:cubicBezTo>
                    <a:pt x="69" y="180"/>
                    <a:pt x="58" y="172"/>
                    <a:pt x="64" y="162"/>
                  </a:cubicBezTo>
                  <a:cubicBezTo>
                    <a:pt x="69" y="151"/>
                    <a:pt x="67" y="143"/>
                    <a:pt x="61" y="134"/>
                  </a:cubicBezTo>
                  <a:cubicBezTo>
                    <a:pt x="61" y="134"/>
                    <a:pt x="61" y="133"/>
                    <a:pt x="62" y="132"/>
                  </a:cubicBezTo>
                  <a:cubicBezTo>
                    <a:pt x="66" y="131"/>
                    <a:pt x="67" y="135"/>
                    <a:pt x="70" y="137"/>
                  </a:cubicBezTo>
                  <a:cubicBezTo>
                    <a:pt x="72" y="138"/>
                    <a:pt x="73" y="146"/>
                    <a:pt x="77" y="138"/>
                  </a:cubicBezTo>
                  <a:cubicBezTo>
                    <a:pt x="77" y="138"/>
                    <a:pt x="79" y="138"/>
                    <a:pt x="80" y="139"/>
                  </a:cubicBezTo>
                  <a:cubicBezTo>
                    <a:pt x="85" y="148"/>
                    <a:pt x="99" y="153"/>
                    <a:pt x="97" y="167"/>
                  </a:cubicBezTo>
                  <a:cubicBezTo>
                    <a:pt x="97" y="169"/>
                    <a:pt x="98" y="172"/>
                    <a:pt x="98" y="174"/>
                  </a:cubicBezTo>
                  <a:cubicBezTo>
                    <a:pt x="99" y="175"/>
                    <a:pt x="99" y="177"/>
                    <a:pt x="101" y="177"/>
                  </a:cubicBezTo>
                  <a:cubicBezTo>
                    <a:pt x="103" y="177"/>
                    <a:pt x="103" y="175"/>
                    <a:pt x="103" y="174"/>
                  </a:cubicBezTo>
                  <a:cubicBezTo>
                    <a:pt x="101" y="161"/>
                    <a:pt x="103" y="149"/>
                    <a:pt x="106" y="137"/>
                  </a:cubicBezTo>
                  <a:cubicBezTo>
                    <a:pt x="107" y="136"/>
                    <a:pt x="106" y="133"/>
                    <a:pt x="105" y="131"/>
                  </a:cubicBezTo>
                  <a:cubicBezTo>
                    <a:pt x="101" y="125"/>
                    <a:pt x="100" y="121"/>
                    <a:pt x="108" y="118"/>
                  </a:cubicBezTo>
                  <a:cubicBezTo>
                    <a:pt x="111" y="116"/>
                    <a:pt x="110" y="114"/>
                    <a:pt x="109" y="111"/>
                  </a:cubicBezTo>
                  <a:cubicBezTo>
                    <a:pt x="109" y="108"/>
                    <a:pt x="107" y="108"/>
                    <a:pt x="104" y="108"/>
                  </a:cubicBezTo>
                  <a:cubicBezTo>
                    <a:pt x="101" y="109"/>
                    <a:pt x="98" y="109"/>
                    <a:pt x="95" y="110"/>
                  </a:cubicBezTo>
                  <a:cubicBezTo>
                    <a:pt x="88" y="110"/>
                    <a:pt x="86" y="107"/>
                    <a:pt x="85" y="100"/>
                  </a:cubicBezTo>
                  <a:cubicBezTo>
                    <a:pt x="84" y="91"/>
                    <a:pt x="85" y="80"/>
                    <a:pt x="75" y="74"/>
                  </a:cubicBezTo>
                  <a:cubicBezTo>
                    <a:pt x="72" y="72"/>
                    <a:pt x="74" y="69"/>
                    <a:pt x="75" y="67"/>
                  </a:cubicBezTo>
                  <a:cubicBezTo>
                    <a:pt x="82" y="58"/>
                    <a:pt x="78" y="48"/>
                    <a:pt x="80" y="39"/>
                  </a:cubicBezTo>
                  <a:cubicBezTo>
                    <a:pt x="80" y="38"/>
                    <a:pt x="79" y="36"/>
                    <a:pt x="78" y="35"/>
                  </a:cubicBezTo>
                  <a:cubicBezTo>
                    <a:pt x="68" y="26"/>
                    <a:pt x="70" y="15"/>
                    <a:pt x="82" y="10"/>
                  </a:cubicBezTo>
                  <a:cubicBezTo>
                    <a:pt x="95" y="5"/>
                    <a:pt x="108" y="0"/>
                    <a:pt x="122" y="1"/>
                  </a:cubicBezTo>
                  <a:cubicBezTo>
                    <a:pt x="130" y="2"/>
                    <a:pt x="138" y="2"/>
                    <a:pt x="143" y="8"/>
                  </a:cubicBezTo>
                  <a:cubicBezTo>
                    <a:pt x="147" y="12"/>
                    <a:pt x="149" y="3"/>
                    <a:pt x="150" y="8"/>
                  </a:cubicBezTo>
                  <a:cubicBezTo>
                    <a:pt x="152" y="12"/>
                    <a:pt x="156" y="13"/>
                    <a:pt x="157" y="15"/>
                  </a:cubicBezTo>
                  <a:cubicBezTo>
                    <a:pt x="161" y="21"/>
                    <a:pt x="170" y="24"/>
                    <a:pt x="171" y="34"/>
                  </a:cubicBezTo>
                  <a:cubicBezTo>
                    <a:pt x="172" y="44"/>
                    <a:pt x="177" y="53"/>
                    <a:pt x="171" y="62"/>
                  </a:cubicBezTo>
                  <a:cubicBezTo>
                    <a:pt x="166" y="71"/>
                    <a:pt x="162" y="80"/>
                    <a:pt x="158" y="88"/>
                  </a:cubicBezTo>
                  <a:cubicBezTo>
                    <a:pt x="151" y="101"/>
                    <a:pt x="150" y="106"/>
                    <a:pt x="162" y="114"/>
                  </a:cubicBezTo>
                  <a:cubicBezTo>
                    <a:pt x="181" y="128"/>
                    <a:pt x="188" y="148"/>
                    <a:pt x="192" y="169"/>
                  </a:cubicBezTo>
                  <a:cubicBezTo>
                    <a:pt x="195" y="186"/>
                    <a:pt x="199" y="203"/>
                    <a:pt x="197" y="220"/>
                  </a:cubicBezTo>
                  <a:cubicBezTo>
                    <a:pt x="146" y="220"/>
                    <a:pt x="96" y="220"/>
                    <a:pt x="45" y="22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6" name="Freeform 57"/>
            <p:cNvSpPr>
              <a:spLocks/>
            </p:cNvSpPr>
            <p:nvPr/>
          </p:nvSpPr>
          <p:spPr bwMode="auto">
            <a:xfrm>
              <a:off x="7316787" y="4503467"/>
              <a:ext cx="346075" cy="468312"/>
            </a:xfrm>
            <a:custGeom>
              <a:avLst/>
              <a:gdLst>
                <a:gd name="T0" fmla="*/ 0 w 55"/>
                <a:gd name="T1" fmla="*/ 74 h 74"/>
                <a:gd name="T2" fmla="*/ 14 w 55"/>
                <a:gd name="T3" fmla="*/ 53 h 74"/>
                <a:gd name="T4" fmla="*/ 1 w 55"/>
                <a:gd name="T5" fmla="*/ 55 h 74"/>
                <a:gd name="T6" fmla="*/ 55 w 55"/>
                <a:gd name="T7" fmla="*/ 2 h 74"/>
                <a:gd name="T8" fmla="*/ 38 w 55"/>
                <a:gd name="T9" fmla="*/ 42 h 74"/>
                <a:gd name="T10" fmla="*/ 30 w 55"/>
                <a:gd name="T11" fmla="*/ 58 h 74"/>
                <a:gd name="T12" fmla="*/ 20 w 55"/>
                <a:gd name="T13" fmla="*/ 74 h 74"/>
                <a:gd name="T14" fmla="*/ 0 w 55"/>
                <a:gd name="T15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74">
                  <a:moveTo>
                    <a:pt x="0" y="74"/>
                  </a:moveTo>
                  <a:cubicBezTo>
                    <a:pt x="4" y="67"/>
                    <a:pt x="11" y="61"/>
                    <a:pt x="14" y="53"/>
                  </a:cubicBezTo>
                  <a:cubicBezTo>
                    <a:pt x="9" y="51"/>
                    <a:pt x="5" y="53"/>
                    <a:pt x="1" y="55"/>
                  </a:cubicBezTo>
                  <a:cubicBezTo>
                    <a:pt x="6" y="24"/>
                    <a:pt x="31" y="0"/>
                    <a:pt x="55" y="2"/>
                  </a:cubicBezTo>
                  <a:cubicBezTo>
                    <a:pt x="46" y="14"/>
                    <a:pt x="39" y="27"/>
                    <a:pt x="38" y="42"/>
                  </a:cubicBezTo>
                  <a:cubicBezTo>
                    <a:pt x="37" y="48"/>
                    <a:pt x="33" y="53"/>
                    <a:pt x="30" y="58"/>
                  </a:cubicBezTo>
                  <a:cubicBezTo>
                    <a:pt x="29" y="65"/>
                    <a:pt x="26" y="70"/>
                    <a:pt x="20" y="74"/>
                  </a:cubicBezTo>
                  <a:cubicBezTo>
                    <a:pt x="13" y="74"/>
                    <a:pt x="7" y="74"/>
                    <a:pt x="0" y="7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7" name="Freeform 58"/>
            <p:cNvSpPr>
              <a:spLocks/>
            </p:cNvSpPr>
            <p:nvPr/>
          </p:nvSpPr>
          <p:spPr bwMode="auto">
            <a:xfrm>
              <a:off x="6521450" y="2669904"/>
              <a:ext cx="1311275" cy="1377950"/>
            </a:xfrm>
            <a:custGeom>
              <a:avLst/>
              <a:gdLst>
                <a:gd name="T0" fmla="*/ 63 w 208"/>
                <a:gd name="T1" fmla="*/ 11 h 218"/>
                <a:gd name="T2" fmla="*/ 94 w 208"/>
                <a:gd name="T3" fmla="*/ 14 h 218"/>
                <a:gd name="T4" fmla="*/ 106 w 208"/>
                <a:gd name="T5" fmla="*/ 12 h 218"/>
                <a:gd name="T6" fmla="*/ 165 w 208"/>
                <a:gd name="T7" fmla="*/ 7 h 218"/>
                <a:gd name="T8" fmla="*/ 192 w 208"/>
                <a:gd name="T9" fmla="*/ 43 h 218"/>
                <a:gd name="T10" fmla="*/ 194 w 208"/>
                <a:gd name="T11" fmla="*/ 52 h 218"/>
                <a:gd name="T12" fmla="*/ 207 w 208"/>
                <a:gd name="T13" fmla="*/ 77 h 218"/>
                <a:gd name="T14" fmla="*/ 208 w 208"/>
                <a:gd name="T15" fmla="*/ 109 h 218"/>
                <a:gd name="T16" fmla="*/ 174 w 208"/>
                <a:gd name="T17" fmla="*/ 154 h 218"/>
                <a:gd name="T18" fmla="*/ 169 w 208"/>
                <a:gd name="T19" fmla="*/ 162 h 218"/>
                <a:gd name="T20" fmla="*/ 157 w 208"/>
                <a:gd name="T21" fmla="*/ 218 h 218"/>
                <a:gd name="T22" fmla="*/ 148 w 208"/>
                <a:gd name="T23" fmla="*/ 187 h 218"/>
                <a:gd name="T24" fmla="*/ 146 w 208"/>
                <a:gd name="T25" fmla="*/ 176 h 218"/>
                <a:gd name="T26" fmla="*/ 120 w 208"/>
                <a:gd name="T27" fmla="*/ 158 h 218"/>
                <a:gd name="T28" fmla="*/ 66 w 208"/>
                <a:gd name="T29" fmla="*/ 161 h 218"/>
                <a:gd name="T30" fmla="*/ 32 w 208"/>
                <a:gd name="T31" fmla="*/ 140 h 218"/>
                <a:gd name="T32" fmla="*/ 33 w 208"/>
                <a:gd name="T33" fmla="*/ 106 h 218"/>
                <a:gd name="T34" fmla="*/ 31 w 208"/>
                <a:gd name="T35" fmla="*/ 92 h 218"/>
                <a:gd name="T36" fmla="*/ 24 w 208"/>
                <a:gd name="T37" fmla="*/ 29 h 218"/>
                <a:gd name="T38" fmla="*/ 46 w 208"/>
                <a:gd name="T39" fmla="*/ 16 h 218"/>
                <a:gd name="T40" fmla="*/ 63 w 208"/>
                <a:gd name="T41" fmla="*/ 11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8" h="218">
                  <a:moveTo>
                    <a:pt x="63" y="11"/>
                  </a:moveTo>
                  <a:cubicBezTo>
                    <a:pt x="74" y="11"/>
                    <a:pt x="84" y="10"/>
                    <a:pt x="94" y="14"/>
                  </a:cubicBezTo>
                  <a:cubicBezTo>
                    <a:pt x="99" y="16"/>
                    <a:pt x="102" y="13"/>
                    <a:pt x="106" y="12"/>
                  </a:cubicBezTo>
                  <a:cubicBezTo>
                    <a:pt x="125" y="2"/>
                    <a:pt x="145" y="0"/>
                    <a:pt x="165" y="7"/>
                  </a:cubicBezTo>
                  <a:cubicBezTo>
                    <a:pt x="183" y="13"/>
                    <a:pt x="191" y="25"/>
                    <a:pt x="192" y="43"/>
                  </a:cubicBezTo>
                  <a:cubicBezTo>
                    <a:pt x="192" y="47"/>
                    <a:pt x="192" y="50"/>
                    <a:pt x="194" y="52"/>
                  </a:cubicBezTo>
                  <a:cubicBezTo>
                    <a:pt x="201" y="59"/>
                    <a:pt x="204" y="68"/>
                    <a:pt x="207" y="77"/>
                  </a:cubicBezTo>
                  <a:cubicBezTo>
                    <a:pt x="199" y="88"/>
                    <a:pt x="204" y="99"/>
                    <a:pt x="208" y="109"/>
                  </a:cubicBezTo>
                  <a:cubicBezTo>
                    <a:pt x="205" y="130"/>
                    <a:pt x="194" y="146"/>
                    <a:pt x="174" y="154"/>
                  </a:cubicBezTo>
                  <a:cubicBezTo>
                    <a:pt x="170" y="155"/>
                    <a:pt x="169" y="159"/>
                    <a:pt x="169" y="162"/>
                  </a:cubicBezTo>
                  <a:cubicBezTo>
                    <a:pt x="165" y="180"/>
                    <a:pt x="161" y="197"/>
                    <a:pt x="157" y="218"/>
                  </a:cubicBezTo>
                  <a:cubicBezTo>
                    <a:pt x="151" y="206"/>
                    <a:pt x="151" y="196"/>
                    <a:pt x="148" y="187"/>
                  </a:cubicBezTo>
                  <a:cubicBezTo>
                    <a:pt x="147" y="183"/>
                    <a:pt x="147" y="179"/>
                    <a:pt x="146" y="176"/>
                  </a:cubicBezTo>
                  <a:cubicBezTo>
                    <a:pt x="141" y="155"/>
                    <a:pt x="141" y="155"/>
                    <a:pt x="120" y="158"/>
                  </a:cubicBezTo>
                  <a:cubicBezTo>
                    <a:pt x="102" y="160"/>
                    <a:pt x="84" y="162"/>
                    <a:pt x="66" y="161"/>
                  </a:cubicBezTo>
                  <a:cubicBezTo>
                    <a:pt x="49" y="163"/>
                    <a:pt x="39" y="153"/>
                    <a:pt x="32" y="140"/>
                  </a:cubicBezTo>
                  <a:cubicBezTo>
                    <a:pt x="27" y="128"/>
                    <a:pt x="27" y="117"/>
                    <a:pt x="33" y="106"/>
                  </a:cubicBezTo>
                  <a:cubicBezTo>
                    <a:pt x="41" y="97"/>
                    <a:pt x="41" y="97"/>
                    <a:pt x="31" y="92"/>
                  </a:cubicBezTo>
                  <a:cubicBezTo>
                    <a:pt x="3" y="80"/>
                    <a:pt x="0" y="49"/>
                    <a:pt x="24" y="29"/>
                  </a:cubicBezTo>
                  <a:cubicBezTo>
                    <a:pt x="31" y="24"/>
                    <a:pt x="38" y="20"/>
                    <a:pt x="46" y="16"/>
                  </a:cubicBezTo>
                  <a:cubicBezTo>
                    <a:pt x="51" y="12"/>
                    <a:pt x="57" y="11"/>
                    <a:pt x="63" y="11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8" name="Freeform 59"/>
            <p:cNvSpPr>
              <a:spLocks/>
            </p:cNvSpPr>
            <p:nvPr/>
          </p:nvSpPr>
          <p:spPr bwMode="auto">
            <a:xfrm>
              <a:off x="4637087" y="2341292"/>
              <a:ext cx="844550" cy="1093787"/>
            </a:xfrm>
            <a:custGeom>
              <a:avLst/>
              <a:gdLst>
                <a:gd name="T0" fmla="*/ 2 w 134"/>
                <a:gd name="T1" fmla="*/ 76 h 173"/>
                <a:gd name="T2" fmla="*/ 31 w 134"/>
                <a:gd name="T3" fmla="*/ 16 h 173"/>
                <a:gd name="T4" fmla="*/ 107 w 134"/>
                <a:gd name="T5" fmla="*/ 17 h 173"/>
                <a:gd name="T6" fmla="*/ 132 w 134"/>
                <a:gd name="T7" fmla="*/ 75 h 173"/>
                <a:gd name="T8" fmla="*/ 125 w 134"/>
                <a:gd name="T9" fmla="*/ 97 h 173"/>
                <a:gd name="T10" fmla="*/ 92 w 134"/>
                <a:gd name="T11" fmla="*/ 125 h 173"/>
                <a:gd name="T12" fmla="*/ 73 w 134"/>
                <a:gd name="T13" fmla="*/ 156 h 173"/>
                <a:gd name="T14" fmla="*/ 71 w 134"/>
                <a:gd name="T15" fmla="*/ 167 h 173"/>
                <a:gd name="T16" fmla="*/ 66 w 134"/>
                <a:gd name="T17" fmla="*/ 173 h 173"/>
                <a:gd name="T18" fmla="*/ 61 w 134"/>
                <a:gd name="T19" fmla="*/ 167 h 173"/>
                <a:gd name="T20" fmla="*/ 55 w 134"/>
                <a:gd name="T21" fmla="*/ 138 h 173"/>
                <a:gd name="T22" fmla="*/ 48 w 134"/>
                <a:gd name="T23" fmla="*/ 129 h 173"/>
                <a:gd name="T24" fmla="*/ 16 w 134"/>
                <a:gd name="T25" fmla="*/ 107 h 173"/>
                <a:gd name="T26" fmla="*/ 16 w 134"/>
                <a:gd name="T27" fmla="*/ 107 h 173"/>
                <a:gd name="T28" fmla="*/ 15 w 134"/>
                <a:gd name="T29" fmla="*/ 107 h 173"/>
                <a:gd name="T30" fmla="*/ 2 w 134"/>
                <a:gd name="T31" fmla="*/ 79 h 173"/>
                <a:gd name="T32" fmla="*/ 2 w 134"/>
                <a:gd name="T33" fmla="*/ 76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173">
                  <a:moveTo>
                    <a:pt x="2" y="76"/>
                  </a:moveTo>
                  <a:cubicBezTo>
                    <a:pt x="0" y="50"/>
                    <a:pt x="10" y="30"/>
                    <a:pt x="31" y="16"/>
                  </a:cubicBezTo>
                  <a:cubicBezTo>
                    <a:pt x="53" y="0"/>
                    <a:pt x="84" y="2"/>
                    <a:pt x="107" y="17"/>
                  </a:cubicBezTo>
                  <a:cubicBezTo>
                    <a:pt x="128" y="31"/>
                    <a:pt x="134" y="51"/>
                    <a:pt x="132" y="75"/>
                  </a:cubicBezTo>
                  <a:cubicBezTo>
                    <a:pt x="130" y="82"/>
                    <a:pt x="129" y="90"/>
                    <a:pt x="125" y="97"/>
                  </a:cubicBezTo>
                  <a:cubicBezTo>
                    <a:pt x="118" y="111"/>
                    <a:pt x="106" y="120"/>
                    <a:pt x="92" y="125"/>
                  </a:cubicBezTo>
                  <a:cubicBezTo>
                    <a:pt x="76" y="131"/>
                    <a:pt x="74" y="143"/>
                    <a:pt x="73" y="156"/>
                  </a:cubicBezTo>
                  <a:cubicBezTo>
                    <a:pt x="72" y="160"/>
                    <a:pt x="72" y="164"/>
                    <a:pt x="71" y="167"/>
                  </a:cubicBezTo>
                  <a:cubicBezTo>
                    <a:pt x="71" y="170"/>
                    <a:pt x="69" y="173"/>
                    <a:pt x="66" y="173"/>
                  </a:cubicBezTo>
                  <a:cubicBezTo>
                    <a:pt x="62" y="173"/>
                    <a:pt x="60" y="170"/>
                    <a:pt x="61" y="167"/>
                  </a:cubicBezTo>
                  <a:cubicBezTo>
                    <a:pt x="61" y="157"/>
                    <a:pt x="53" y="149"/>
                    <a:pt x="55" y="138"/>
                  </a:cubicBezTo>
                  <a:cubicBezTo>
                    <a:pt x="56" y="133"/>
                    <a:pt x="52" y="131"/>
                    <a:pt x="48" y="129"/>
                  </a:cubicBezTo>
                  <a:cubicBezTo>
                    <a:pt x="36" y="123"/>
                    <a:pt x="26" y="116"/>
                    <a:pt x="16" y="107"/>
                  </a:cubicBezTo>
                  <a:cubicBezTo>
                    <a:pt x="16" y="107"/>
                    <a:pt x="16" y="107"/>
                    <a:pt x="16" y="107"/>
                  </a:cubicBezTo>
                  <a:cubicBezTo>
                    <a:pt x="15" y="107"/>
                    <a:pt x="15" y="107"/>
                    <a:pt x="15" y="107"/>
                  </a:cubicBezTo>
                  <a:cubicBezTo>
                    <a:pt x="6" y="100"/>
                    <a:pt x="4" y="90"/>
                    <a:pt x="2" y="79"/>
                  </a:cubicBezTo>
                  <a:cubicBezTo>
                    <a:pt x="2" y="78"/>
                    <a:pt x="2" y="77"/>
                    <a:pt x="2" y="76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9" name="Freeform 60"/>
            <p:cNvSpPr>
              <a:spLocks/>
            </p:cNvSpPr>
            <p:nvPr/>
          </p:nvSpPr>
          <p:spPr bwMode="auto">
            <a:xfrm>
              <a:off x="4738687" y="2815954"/>
              <a:ext cx="730250" cy="758825"/>
            </a:xfrm>
            <a:custGeom>
              <a:avLst/>
              <a:gdLst>
                <a:gd name="T0" fmla="*/ 0 w 116"/>
                <a:gd name="T1" fmla="*/ 32 h 120"/>
                <a:gd name="T2" fmla="*/ 26 w 116"/>
                <a:gd name="T3" fmla="*/ 48 h 120"/>
                <a:gd name="T4" fmla="*/ 37 w 116"/>
                <a:gd name="T5" fmla="*/ 55 h 120"/>
                <a:gd name="T6" fmla="*/ 42 w 116"/>
                <a:gd name="T7" fmla="*/ 63 h 120"/>
                <a:gd name="T8" fmla="*/ 47 w 116"/>
                <a:gd name="T9" fmla="*/ 93 h 120"/>
                <a:gd name="T10" fmla="*/ 50 w 116"/>
                <a:gd name="T11" fmla="*/ 96 h 120"/>
                <a:gd name="T12" fmla="*/ 54 w 116"/>
                <a:gd name="T13" fmla="*/ 90 h 120"/>
                <a:gd name="T14" fmla="*/ 56 w 116"/>
                <a:gd name="T15" fmla="*/ 68 h 120"/>
                <a:gd name="T16" fmla="*/ 67 w 116"/>
                <a:gd name="T17" fmla="*/ 53 h 120"/>
                <a:gd name="T18" fmla="*/ 85 w 116"/>
                <a:gd name="T19" fmla="*/ 43 h 120"/>
                <a:gd name="T20" fmla="*/ 113 w 116"/>
                <a:gd name="T21" fmla="*/ 6 h 120"/>
                <a:gd name="T22" fmla="*/ 116 w 116"/>
                <a:gd name="T23" fmla="*/ 0 h 120"/>
                <a:gd name="T24" fmla="*/ 116 w 116"/>
                <a:gd name="T25" fmla="*/ 12 h 120"/>
                <a:gd name="T26" fmla="*/ 68 w 116"/>
                <a:gd name="T27" fmla="*/ 57 h 120"/>
                <a:gd name="T28" fmla="*/ 59 w 116"/>
                <a:gd name="T29" fmla="*/ 82 h 120"/>
                <a:gd name="T30" fmla="*/ 50 w 116"/>
                <a:gd name="T31" fmla="*/ 120 h 120"/>
                <a:gd name="T32" fmla="*/ 44 w 116"/>
                <a:gd name="T33" fmla="*/ 103 h 120"/>
                <a:gd name="T34" fmla="*/ 38 w 116"/>
                <a:gd name="T35" fmla="*/ 65 h 120"/>
                <a:gd name="T36" fmla="*/ 25 w 116"/>
                <a:gd name="T37" fmla="*/ 52 h 120"/>
                <a:gd name="T38" fmla="*/ 0 w 116"/>
                <a:gd name="T39" fmla="*/ 3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" h="120">
                  <a:moveTo>
                    <a:pt x="0" y="32"/>
                  </a:moveTo>
                  <a:cubicBezTo>
                    <a:pt x="11" y="34"/>
                    <a:pt x="17" y="44"/>
                    <a:pt x="26" y="48"/>
                  </a:cubicBezTo>
                  <a:cubicBezTo>
                    <a:pt x="30" y="49"/>
                    <a:pt x="34" y="53"/>
                    <a:pt x="37" y="55"/>
                  </a:cubicBezTo>
                  <a:cubicBezTo>
                    <a:pt x="40" y="57"/>
                    <a:pt x="44" y="60"/>
                    <a:pt x="42" y="63"/>
                  </a:cubicBezTo>
                  <a:cubicBezTo>
                    <a:pt x="36" y="74"/>
                    <a:pt x="49" y="83"/>
                    <a:pt x="47" y="93"/>
                  </a:cubicBezTo>
                  <a:cubicBezTo>
                    <a:pt x="46" y="95"/>
                    <a:pt x="48" y="96"/>
                    <a:pt x="50" y="96"/>
                  </a:cubicBezTo>
                  <a:cubicBezTo>
                    <a:pt x="53" y="95"/>
                    <a:pt x="54" y="93"/>
                    <a:pt x="54" y="90"/>
                  </a:cubicBezTo>
                  <a:cubicBezTo>
                    <a:pt x="54" y="83"/>
                    <a:pt x="55" y="75"/>
                    <a:pt x="56" y="68"/>
                  </a:cubicBezTo>
                  <a:cubicBezTo>
                    <a:pt x="58" y="61"/>
                    <a:pt x="60" y="56"/>
                    <a:pt x="67" y="53"/>
                  </a:cubicBezTo>
                  <a:cubicBezTo>
                    <a:pt x="73" y="50"/>
                    <a:pt x="79" y="46"/>
                    <a:pt x="85" y="43"/>
                  </a:cubicBezTo>
                  <a:cubicBezTo>
                    <a:pt x="100" y="35"/>
                    <a:pt x="109" y="23"/>
                    <a:pt x="113" y="6"/>
                  </a:cubicBezTo>
                  <a:cubicBezTo>
                    <a:pt x="113" y="3"/>
                    <a:pt x="114" y="2"/>
                    <a:pt x="116" y="0"/>
                  </a:cubicBezTo>
                  <a:cubicBezTo>
                    <a:pt x="116" y="4"/>
                    <a:pt x="116" y="8"/>
                    <a:pt x="116" y="12"/>
                  </a:cubicBezTo>
                  <a:cubicBezTo>
                    <a:pt x="107" y="35"/>
                    <a:pt x="91" y="48"/>
                    <a:pt x="68" y="57"/>
                  </a:cubicBezTo>
                  <a:cubicBezTo>
                    <a:pt x="60" y="60"/>
                    <a:pt x="60" y="73"/>
                    <a:pt x="59" y="82"/>
                  </a:cubicBezTo>
                  <a:cubicBezTo>
                    <a:pt x="57" y="95"/>
                    <a:pt x="53" y="107"/>
                    <a:pt x="50" y="120"/>
                  </a:cubicBezTo>
                  <a:cubicBezTo>
                    <a:pt x="45" y="114"/>
                    <a:pt x="45" y="109"/>
                    <a:pt x="44" y="103"/>
                  </a:cubicBezTo>
                  <a:cubicBezTo>
                    <a:pt x="42" y="91"/>
                    <a:pt x="40" y="78"/>
                    <a:pt x="38" y="65"/>
                  </a:cubicBezTo>
                  <a:cubicBezTo>
                    <a:pt x="36" y="58"/>
                    <a:pt x="32" y="55"/>
                    <a:pt x="25" y="52"/>
                  </a:cubicBezTo>
                  <a:cubicBezTo>
                    <a:pt x="15" y="48"/>
                    <a:pt x="5" y="43"/>
                    <a:pt x="0" y="3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0" name="Freeform 61"/>
            <p:cNvSpPr>
              <a:spLocks/>
            </p:cNvSpPr>
            <p:nvPr/>
          </p:nvSpPr>
          <p:spPr bwMode="auto">
            <a:xfrm>
              <a:off x="4554537" y="2841354"/>
              <a:ext cx="184150" cy="561975"/>
            </a:xfrm>
            <a:custGeom>
              <a:avLst/>
              <a:gdLst>
                <a:gd name="T0" fmla="*/ 15 w 29"/>
                <a:gd name="T1" fmla="*/ 0 h 89"/>
                <a:gd name="T2" fmla="*/ 28 w 29"/>
                <a:gd name="T3" fmla="*/ 28 h 89"/>
                <a:gd name="T4" fmla="*/ 2 w 29"/>
                <a:gd name="T5" fmla="*/ 89 h 89"/>
                <a:gd name="T6" fmla="*/ 7 w 29"/>
                <a:gd name="T7" fmla="*/ 75 h 89"/>
                <a:gd name="T8" fmla="*/ 23 w 29"/>
                <a:gd name="T9" fmla="*/ 27 h 89"/>
                <a:gd name="T10" fmla="*/ 15 w 29"/>
                <a:gd name="T11" fmla="*/ 8 h 89"/>
                <a:gd name="T12" fmla="*/ 15 w 29"/>
                <a:gd name="T1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89">
                  <a:moveTo>
                    <a:pt x="15" y="0"/>
                  </a:moveTo>
                  <a:cubicBezTo>
                    <a:pt x="19" y="10"/>
                    <a:pt x="23" y="19"/>
                    <a:pt x="28" y="28"/>
                  </a:cubicBezTo>
                  <a:cubicBezTo>
                    <a:pt x="29" y="53"/>
                    <a:pt x="21" y="73"/>
                    <a:pt x="2" y="89"/>
                  </a:cubicBezTo>
                  <a:cubicBezTo>
                    <a:pt x="0" y="83"/>
                    <a:pt x="2" y="78"/>
                    <a:pt x="7" y="75"/>
                  </a:cubicBezTo>
                  <a:cubicBezTo>
                    <a:pt x="21" y="64"/>
                    <a:pt x="29" y="43"/>
                    <a:pt x="23" y="27"/>
                  </a:cubicBezTo>
                  <a:cubicBezTo>
                    <a:pt x="20" y="21"/>
                    <a:pt x="18" y="14"/>
                    <a:pt x="15" y="8"/>
                  </a:cubicBezTo>
                  <a:cubicBezTo>
                    <a:pt x="14" y="5"/>
                    <a:pt x="13" y="3"/>
                    <a:pt x="15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1" name="Freeform 62"/>
            <p:cNvSpPr>
              <a:spLocks/>
            </p:cNvSpPr>
            <p:nvPr/>
          </p:nvSpPr>
          <p:spPr bwMode="auto">
            <a:xfrm>
              <a:off x="5481637" y="2536554"/>
              <a:ext cx="88900" cy="620712"/>
            </a:xfrm>
            <a:custGeom>
              <a:avLst/>
              <a:gdLst>
                <a:gd name="T0" fmla="*/ 0 w 14"/>
                <a:gd name="T1" fmla="*/ 56 h 98"/>
                <a:gd name="T2" fmla="*/ 0 w 14"/>
                <a:gd name="T3" fmla="*/ 16 h 98"/>
                <a:gd name="T4" fmla="*/ 5 w 14"/>
                <a:gd name="T5" fmla="*/ 0 h 98"/>
                <a:gd name="T6" fmla="*/ 2 w 14"/>
                <a:gd name="T7" fmla="*/ 30 h 98"/>
                <a:gd name="T8" fmla="*/ 6 w 14"/>
                <a:gd name="T9" fmla="*/ 84 h 98"/>
                <a:gd name="T10" fmla="*/ 11 w 14"/>
                <a:gd name="T11" fmla="*/ 98 h 98"/>
                <a:gd name="T12" fmla="*/ 2 w 14"/>
                <a:gd name="T13" fmla="*/ 73 h 98"/>
                <a:gd name="T14" fmla="*/ 0 w 14"/>
                <a:gd name="T15" fmla="*/ 5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98">
                  <a:moveTo>
                    <a:pt x="0" y="56"/>
                  </a:moveTo>
                  <a:cubicBezTo>
                    <a:pt x="0" y="43"/>
                    <a:pt x="0" y="29"/>
                    <a:pt x="0" y="16"/>
                  </a:cubicBezTo>
                  <a:cubicBezTo>
                    <a:pt x="0" y="10"/>
                    <a:pt x="0" y="5"/>
                    <a:pt x="5" y="0"/>
                  </a:cubicBezTo>
                  <a:cubicBezTo>
                    <a:pt x="8" y="10"/>
                    <a:pt x="1" y="20"/>
                    <a:pt x="2" y="30"/>
                  </a:cubicBezTo>
                  <a:cubicBezTo>
                    <a:pt x="5" y="48"/>
                    <a:pt x="6" y="66"/>
                    <a:pt x="6" y="84"/>
                  </a:cubicBezTo>
                  <a:cubicBezTo>
                    <a:pt x="7" y="90"/>
                    <a:pt x="14" y="92"/>
                    <a:pt x="11" y="98"/>
                  </a:cubicBezTo>
                  <a:cubicBezTo>
                    <a:pt x="4" y="91"/>
                    <a:pt x="3" y="82"/>
                    <a:pt x="2" y="73"/>
                  </a:cubicBezTo>
                  <a:cubicBezTo>
                    <a:pt x="2" y="67"/>
                    <a:pt x="3" y="62"/>
                    <a:pt x="0" y="56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2" name="Freeform 63"/>
            <p:cNvSpPr>
              <a:spLocks/>
            </p:cNvSpPr>
            <p:nvPr/>
          </p:nvSpPr>
          <p:spPr bwMode="auto">
            <a:xfrm>
              <a:off x="7807325" y="3441429"/>
              <a:ext cx="146050" cy="165100"/>
            </a:xfrm>
            <a:custGeom>
              <a:avLst/>
              <a:gdLst>
                <a:gd name="T0" fmla="*/ 9 w 23"/>
                <a:gd name="T1" fmla="*/ 0 h 26"/>
                <a:gd name="T2" fmla="*/ 23 w 23"/>
                <a:gd name="T3" fmla="*/ 14 h 26"/>
                <a:gd name="T4" fmla="*/ 14 w 23"/>
                <a:gd name="T5" fmla="*/ 25 h 26"/>
                <a:gd name="T6" fmla="*/ 0 w 23"/>
                <a:gd name="T7" fmla="*/ 11 h 26"/>
                <a:gd name="T8" fmla="*/ 9 w 2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6">
                  <a:moveTo>
                    <a:pt x="9" y="0"/>
                  </a:moveTo>
                  <a:cubicBezTo>
                    <a:pt x="16" y="0"/>
                    <a:pt x="23" y="8"/>
                    <a:pt x="23" y="14"/>
                  </a:cubicBezTo>
                  <a:cubicBezTo>
                    <a:pt x="23" y="20"/>
                    <a:pt x="21" y="24"/>
                    <a:pt x="14" y="25"/>
                  </a:cubicBezTo>
                  <a:cubicBezTo>
                    <a:pt x="8" y="26"/>
                    <a:pt x="0" y="18"/>
                    <a:pt x="0" y="11"/>
                  </a:cubicBezTo>
                  <a:cubicBezTo>
                    <a:pt x="0" y="5"/>
                    <a:pt x="4" y="1"/>
                    <a:pt x="9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3" name="Freeform 64"/>
            <p:cNvSpPr>
              <a:spLocks/>
            </p:cNvSpPr>
            <p:nvPr/>
          </p:nvSpPr>
          <p:spPr bwMode="auto">
            <a:xfrm>
              <a:off x="7883525" y="3644629"/>
              <a:ext cx="101600" cy="100012"/>
            </a:xfrm>
            <a:custGeom>
              <a:avLst/>
              <a:gdLst>
                <a:gd name="T0" fmla="*/ 16 w 16"/>
                <a:gd name="T1" fmla="*/ 9 h 16"/>
                <a:gd name="T2" fmla="*/ 8 w 16"/>
                <a:gd name="T3" fmla="*/ 16 h 16"/>
                <a:gd name="T4" fmla="*/ 0 w 16"/>
                <a:gd name="T5" fmla="*/ 8 h 16"/>
                <a:gd name="T6" fmla="*/ 7 w 16"/>
                <a:gd name="T7" fmla="*/ 0 h 16"/>
                <a:gd name="T8" fmla="*/ 16 w 16"/>
                <a:gd name="T9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9"/>
                  </a:moveTo>
                  <a:cubicBezTo>
                    <a:pt x="15" y="14"/>
                    <a:pt x="13" y="16"/>
                    <a:pt x="8" y="16"/>
                  </a:cubicBezTo>
                  <a:cubicBezTo>
                    <a:pt x="4" y="15"/>
                    <a:pt x="0" y="13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1"/>
                    <a:pt x="15" y="5"/>
                    <a:pt x="16" y="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4" name="Freeform 65"/>
            <p:cNvSpPr>
              <a:spLocks/>
            </p:cNvSpPr>
            <p:nvPr/>
          </p:nvSpPr>
          <p:spPr bwMode="auto">
            <a:xfrm>
              <a:off x="5772150" y="3928792"/>
              <a:ext cx="61912" cy="95250"/>
            </a:xfrm>
            <a:custGeom>
              <a:avLst/>
              <a:gdLst>
                <a:gd name="T0" fmla="*/ 5 w 10"/>
                <a:gd name="T1" fmla="*/ 0 h 15"/>
                <a:gd name="T2" fmla="*/ 6 w 10"/>
                <a:gd name="T3" fmla="*/ 15 h 15"/>
                <a:gd name="T4" fmla="*/ 5 w 10"/>
                <a:gd name="T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9" y="5"/>
                    <a:pt x="10" y="10"/>
                    <a:pt x="6" y="15"/>
                  </a:cubicBezTo>
                  <a:cubicBezTo>
                    <a:pt x="0" y="11"/>
                    <a:pt x="3" y="5"/>
                    <a:pt x="5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5" name="Freeform 66"/>
            <p:cNvSpPr>
              <a:spLocks/>
            </p:cNvSpPr>
            <p:nvPr/>
          </p:nvSpPr>
          <p:spPr bwMode="auto">
            <a:xfrm>
              <a:off x="7064375" y="4422504"/>
              <a:ext cx="214312" cy="366712"/>
            </a:xfrm>
            <a:custGeom>
              <a:avLst/>
              <a:gdLst>
                <a:gd name="T0" fmla="*/ 18 w 34"/>
                <a:gd name="T1" fmla="*/ 58 h 58"/>
                <a:gd name="T2" fmla="*/ 1 w 34"/>
                <a:gd name="T3" fmla="*/ 12 h 58"/>
                <a:gd name="T4" fmla="*/ 5 w 34"/>
                <a:gd name="T5" fmla="*/ 1 h 58"/>
                <a:gd name="T6" fmla="*/ 23 w 34"/>
                <a:gd name="T7" fmla="*/ 2 h 58"/>
                <a:gd name="T8" fmla="*/ 23 w 34"/>
                <a:gd name="T9" fmla="*/ 14 h 58"/>
                <a:gd name="T10" fmla="*/ 25 w 34"/>
                <a:gd name="T11" fmla="*/ 20 h 58"/>
                <a:gd name="T12" fmla="*/ 18 w 34"/>
                <a:gd name="T1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58">
                  <a:moveTo>
                    <a:pt x="18" y="58"/>
                  </a:moveTo>
                  <a:cubicBezTo>
                    <a:pt x="10" y="41"/>
                    <a:pt x="0" y="29"/>
                    <a:pt x="1" y="12"/>
                  </a:cubicBezTo>
                  <a:cubicBezTo>
                    <a:pt x="2" y="8"/>
                    <a:pt x="1" y="2"/>
                    <a:pt x="5" y="1"/>
                  </a:cubicBezTo>
                  <a:cubicBezTo>
                    <a:pt x="11" y="0"/>
                    <a:pt x="18" y="0"/>
                    <a:pt x="23" y="2"/>
                  </a:cubicBezTo>
                  <a:cubicBezTo>
                    <a:pt x="26" y="3"/>
                    <a:pt x="27" y="10"/>
                    <a:pt x="23" y="14"/>
                  </a:cubicBezTo>
                  <a:cubicBezTo>
                    <a:pt x="21" y="17"/>
                    <a:pt x="24" y="20"/>
                    <a:pt x="25" y="20"/>
                  </a:cubicBezTo>
                  <a:cubicBezTo>
                    <a:pt x="34" y="35"/>
                    <a:pt x="21" y="44"/>
                    <a:pt x="18" y="58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6" name="Freeform 67"/>
            <p:cNvSpPr>
              <a:spLocks noEditPoints="1"/>
            </p:cNvSpPr>
            <p:nvPr/>
          </p:nvSpPr>
          <p:spPr bwMode="auto">
            <a:xfrm>
              <a:off x="3641725" y="3371579"/>
              <a:ext cx="3736975" cy="1600200"/>
            </a:xfrm>
            <a:custGeom>
              <a:avLst/>
              <a:gdLst>
                <a:gd name="T0" fmla="*/ 576 w 593"/>
                <a:gd name="T1" fmla="*/ 155 h 253"/>
                <a:gd name="T2" fmla="*/ 581 w 593"/>
                <a:gd name="T3" fmla="*/ 133 h 253"/>
                <a:gd name="T4" fmla="*/ 564 w 593"/>
                <a:gd name="T5" fmla="*/ 76 h 253"/>
                <a:gd name="T6" fmla="*/ 501 w 593"/>
                <a:gd name="T7" fmla="*/ 75 h 253"/>
                <a:gd name="T8" fmla="*/ 488 w 593"/>
                <a:gd name="T9" fmla="*/ 113 h 253"/>
                <a:gd name="T10" fmla="*/ 510 w 593"/>
                <a:gd name="T11" fmla="*/ 150 h 253"/>
                <a:gd name="T12" fmla="*/ 488 w 593"/>
                <a:gd name="T13" fmla="*/ 226 h 253"/>
                <a:gd name="T14" fmla="*/ 458 w 593"/>
                <a:gd name="T15" fmla="*/ 135 h 253"/>
                <a:gd name="T16" fmla="*/ 435 w 593"/>
                <a:gd name="T17" fmla="*/ 109 h 253"/>
                <a:gd name="T18" fmla="*/ 394 w 593"/>
                <a:gd name="T19" fmla="*/ 32 h 253"/>
                <a:gd name="T20" fmla="*/ 338 w 593"/>
                <a:gd name="T21" fmla="*/ 69 h 253"/>
                <a:gd name="T22" fmla="*/ 344 w 593"/>
                <a:gd name="T23" fmla="*/ 103 h 253"/>
                <a:gd name="T24" fmla="*/ 352 w 593"/>
                <a:gd name="T25" fmla="*/ 120 h 253"/>
                <a:gd name="T26" fmla="*/ 377 w 593"/>
                <a:gd name="T27" fmla="*/ 144 h 253"/>
                <a:gd name="T28" fmla="*/ 398 w 593"/>
                <a:gd name="T29" fmla="*/ 144 h 253"/>
                <a:gd name="T30" fmla="*/ 392 w 593"/>
                <a:gd name="T31" fmla="*/ 169 h 253"/>
                <a:gd name="T32" fmla="*/ 376 w 593"/>
                <a:gd name="T33" fmla="*/ 221 h 253"/>
                <a:gd name="T34" fmla="*/ 362 w 593"/>
                <a:gd name="T35" fmla="*/ 202 h 253"/>
                <a:gd name="T36" fmla="*/ 317 w 593"/>
                <a:gd name="T37" fmla="*/ 166 h 253"/>
                <a:gd name="T38" fmla="*/ 317 w 593"/>
                <a:gd name="T39" fmla="*/ 178 h 253"/>
                <a:gd name="T40" fmla="*/ 294 w 593"/>
                <a:gd name="T41" fmla="*/ 164 h 253"/>
                <a:gd name="T42" fmla="*/ 305 w 593"/>
                <a:gd name="T43" fmla="*/ 76 h 253"/>
                <a:gd name="T44" fmla="*/ 287 w 593"/>
                <a:gd name="T45" fmla="*/ 16 h 253"/>
                <a:gd name="T46" fmla="*/ 270 w 593"/>
                <a:gd name="T47" fmla="*/ 10 h 253"/>
                <a:gd name="T48" fmla="*/ 278 w 593"/>
                <a:gd name="T49" fmla="*/ 51 h 253"/>
                <a:gd name="T50" fmla="*/ 276 w 593"/>
                <a:gd name="T51" fmla="*/ 82 h 253"/>
                <a:gd name="T52" fmla="*/ 248 w 593"/>
                <a:gd name="T53" fmla="*/ 143 h 253"/>
                <a:gd name="T54" fmla="*/ 227 w 593"/>
                <a:gd name="T55" fmla="*/ 146 h 253"/>
                <a:gd name="T56" fmla="*/ 236 w 593"/>
                <a:gd name="T57" fmla="*/ 133 h 253"/>
                <a:gd name="T58" fmla="*/ 256 w 593"/>
                <a:gd name="T59" fmla="*/ 89 h 253"/>
                <a:gd name="T60" fmla="*/ 233 w 593"/>
                <a:gd name="T61" fmla="*/ 48 h 253"/>
                <a:gd name="T62" fmla="*/ 166 w 593"/>
                <a:gd name="T63" fmla="*/ 43 h 253"/>
                <a:gd name="T64" fmla="*/ 174 w 593"/>
                <a:gd name="T65" fmla="*/ 117 h 253"/>
                <a:gd name="T66" fmla="*/ 162 w 593"/>
                <a:gd name="T67" fmla="*/ 162 h 253"/>
                <a:gd name="T68" fmla="*/ 146 w 593"/>
                <a:gd name="T69" fmla="*/ 221 h 253"/>
                <a:gd name="T70" fmla="*/ 137 w 593"/>
                <a:gd name="T71" fmla="*/ 204 h 253"/>
                <a:gd name="T72" fmla="*/ 92 w 593"/>
                <a:gd name="T73" fmla="*/ 121 h 253"/>
                <a:gd name="T74" fmla="*/ 61 w 593"/>
                <a:gd name="T75" fmla="*/ 47 h 253"/>
                <a:gd name="T76" fmla="*/ 0 w 593"/>
                <a:gd name="T77" fmla="*/ 65 h 253"/>
                <a:gd name="T78" fmla="*/ 8 w 593"/>
                <a:gd name="T79" fmla="*/ 136 h 253"/>
                <a:gd name="T80" fmla="*/ 19 w 593"/>
                <a:gd name="T81" fmla="*/ 151 h 253"/>
                <a:gd name="T82" fmla="*/ 23 w 593"/>
                <a:gd name="T83" fmla="*/ 219 h 253"/>
                <a:gd name="T84" fmla="*/ 16 w 593"/>
                <a:gd name="T85" fmla="*/ 253 h 253"/>
                <a:gd name="T86" fmla="*/ 303 w 593"/>
                <a:gd name="T87" fmla="*/ 234 h 253"/>
                <a:gd name="T88" fmla="*/ 319 w 593"/>
                <a:gd name="T89" fmla="*/ 209 h 253"/>
                <a:gd name="T90" fmla="*/ 301 w 593"/>
                <a:gd name="T91" fmla="*/ 202 h 253"/>
                <a:gd name="T92" fmla="*/ 277 w 593"/>
                <a:gd name="T93" fmla="*/ 194 h 253"/>
                <a:gd name="T94" fmla="*/ 253 w 593"/>
                <a:gd name="T95" fmla="*/ 213 h 253"/>
                <a:gd name="T96" fmla="*/ 275 w 593"/>
                <a:gd name="T97" fmla="*/ 181 h 253"/>
                <a:gd name="T98" fmla="*/ 326 w 593"/>
                <a:gd name="T99" fmla="*/ 201 h 253"/>
                <a:gd name="T100" fmla="*/ 332 w 593"/>
                <a:gd name="T101" fmla="*/ 223 h 253"/>
                <a:gd name="T102" fmla="*/ 571 w 593"/>
                <a:gd name="T103" fmla="*/ 253 h 253"/>
                <a:gd name="T104" fmla="*/ 590 w 593"/>
                <a:gd name="T105" fmla="*/ 175 h 253"/>
                <a:gd name="T106" fmla="*/ 57 w 593"/>
                <a:gd name="T107" fmla="*/ 190 h 253"/>
                <a:gd name="T108" fmla="*/ 48 w 593"/>
                <a:gd name="T109" fmla="*/ 180 h 253"/>
                <a:gd name="T110" fmla="*/ 56 w 593"/>
                <a:gd name="T111" fmla="*/ 150 h 253"/>
                <a:gd name="T112" fmla="*/ 569 w 593"/>
                <a:gd name="T113" fmla="*/ 157 h 253"/>
                <a:gd name="T114" fmla="*/ 569 w 593"/>
                <a:gd name="T115" fmla="*/ 157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93" h="253">
                  <a:moveTo>
                    <a:pt x="590" y="175"/>
                  </a:moveTo>
                  <a:cubicBezTo>
                    <a:pt x="585" y="169"/>
                    <a:pt x="584" y="159"/>
                    <a:pt x="576" y="155"/>
                  </a:cubicBezTo>
                  <a:cubicBezTo>
                    <a:pt x="574" y="154"/>
                    <a:pt x="573" y="151"/>
                    <a:pt x="575" y="148"/>
                  </a:cubicBezTo>
                  <a:cubicBezTo>
                    <a:pt x="577" y="142"/>
                    <a:pt x="584" y="138"/>
                    <a:pt x="581" y="133"/>
                  </a:cubicBezTo>
                  <a:cubicBezTo>
                    <a:pt x="577" y="124"/>
                    <a:pt x="577" y="115"/>
                    <a:pt x="576" y="106"/>
                  </a:cubicBezTo>
                  <a:cubicBezTo>
                    <a:pt x="575" y="95"/>
                    <a:pt x="576" y="82"/>
                    <a:pt x="564" y="76"/>
                  </a:cubicBezTo>
                  <a:cubicBezTo>
                    <a:pt x="546" y="68"/>
                    <a:pt x="528" y="66"/>
                    <a:pt x="511" y="75"/>
                  </a:cubicBezTo>
                  <a:cubicBezTo>
                    <a:pt x="507" y="76"/>
                    <a:pt x="505" y="76"/>
                    <a:pt x="501" y="75"/>
                  </a:cubicBezTo>
                  <a:cubicBezTo>
                    <a:pt x="489" y="70"/>
                    <a:pt x="483" y="73"/>
                    <a:pt x="479" y="83"/>
                  </a:cubicBezTo>
                  <a:cubicBezTo>
                    <a:pt x="473" y="95"/>
                    <a:pt x="477" y="109"/>
                    <a:pt x="488" y="113"/>
                  </a:cubicBezTo>
                  <a:cubicBezTo>
                    <a:pt x="493" y="115"/>
                    <a:pt x="495" y="118"/>
                    <a:pt x="496" y="123"/>
                  </a:cubicBezTo>
                  <a:cubicBezTo>
                    <a:pt x="497" y="134"/>
                    <a:pt x="502" y="143"/>
                    <a:pt x="510" y="150"/>
                  </a:cubicBezTo>
                  <a:cubicBezTo>
                    <a:pt x="520" y="161"/>
                    <a:pt x="522" y="169"/>
                    <a:pt x="513" y="180"/>
                  </a:cubicBezTo>
                  <a:cubicBezTo>
                    <a:pt x="502" y="194"/>
                    <a:pt x="490" y="207"/>
                    <a:pt x="488" y="226"/>
                  </a:cubicBezTo>
                  <a:cubicBezTo>
                    <a:pt x="483" y="214"/>
                    <a:pt x="481" y="203"/>
                    <a:pt x="477" y="191"/>
                  </a:cubicBezTo>
                  <a:cubicBezTo>
                    <a:pt x="472" y="172"/>
                    <a:pt x="461" y="155"/>
                    <a:pt x="458" y="135"/>
                  </a:cubicBezTo>
                  <a:cubicBezTo>
                    <a:pt x="458" y="131"/>
                    <a:pt x="455" y="126"/>
                    <a:pt x="449" y="126"/>
                  </a:cubicBezTo>
                  <a:cubicBezTo>
                    <a:pt x="437" y="126"/>
                    <a:pt x="433" y="121"/>
                    <a:pt x="435" y="109"/>
                  </a:cubicBezTo>
                  <a:cubicBezTo>
                    <a:pt x="437" y="94"/>
                    <a:pt x="441" y="79"/>
                    <a:pt x="434" y="63"/>
                  </a:cubicBezTo>
                  <a:cubicBezTo>
                    <a:pt x="426" y="46"/>
                    <a:pt x="414" y="32"/>
                    <a:pt x="394" y="32"/>
                  </a:cubicBezTo>
                  <a:cubicBezTo>
                    <a:pt x="373" y="31"/>
                    <a:pt x="357" y="41"/>
                    <a:pt x="341" y="51"/>
                  </a:cubicBezTo>
                  <a:cubicBezTo>
                    <a:pt x="336" y="55"/>
                    <a:pt x="334" y="65"/>
                    <a:pt x="338" y="69"/>
                  </a:cubicBezTo>
                  <a:cubicBezTo>
                    <a:pt x="343" y="75"/>
                    <a:pt x="341" y="82"/>
                    <a:pt x="343" y="88"/>
                  </a:cubicBezTo>
                  <a:cubicBezTo>
                    <a:pt x="344" y="93"/>
                    <a:pt x="343" y="98"/>
                    <a:pt x="344" y="103"/>
                  </a:cubicBezTo>
                  <a:cubicBezTo>
                    <a:pt x="347" y="108"/>
                    <a:pt x="333" y="120"/>
                    <a:pt x="351" y="117"/>
                  </a:cubicBezTo>
                  <a:cubicBezTo>
                    <a:pt x="351" y="117"/>
                    <a:pt x="352" y="119"/>
                    <a:pt x="352" y="120"/>
                  </a:cubicBezTo>
                  <a:cubicBezTo>
                    <a:pt x="357" y="127"/>
                    <a:pt x="366" y="131"/>
                    <a:pt x="367" y="141"/>
                  </a:cubicBezTo>
                  <a:cubicBezTo>
                    <a:pt x="367" y="145"/>
                    <a:pt x="373" y="145"/>
                    <a:pt x="377" y="144"/>
                  </a:cubicBezTo>
                  <a:cubicBezTo>
                    <a:pt x="379" y="143"/>
                    <a:pt x="382" y="142"/>
                    <a:pt x="384" y="141"/>
                  </a:cubicBezTo>
                  <a:cubicBezTo>
                    <a:pt x="390" y="138"/>
                    <a:pt x="395" y="137"/>
                    <a:pt x="398" y="144"/>
                  </a:cubicBezTo>
                  <a:cubicBezTo>
                    <a:pt x="401" y="151"/>
                    <a:pt x="392" y="147"/>
                    <a:pt x="392" y="152"/>
                  </a:cubicBezTo>
                  <a:cubicBezTo>
                    <a:pt x="398" y="157"/>
                    <a:pt x="398" y="162"/>
                    <a:pt x="392" y="169"/>
                  </a:cubicBezTo>
                  <a:cubicBezTo>
                    <a:pt x="386" y="176"/>
                    <a:pt x="383" y="185"/>
                    <a:pt x="380" y="194"/>
                  </a:cubicBezTo>
                  <a:cubicBezTo>
                    <a:pt x="377" y="203"/>
                    <a:pt x="378" y="212"/>
                    <a:pt x="376" y="221"/>
                  </a:cubicBezTo>
                  <a:cubicBezTo>
                    <a:pt x="371" y="217"/>
                    <a:pt x="368" y="212"/>
                    <a:pt x="366" y="207"/>
                  </a:cubicBezTo>
                  <a:cubicBezTo>
                    <a:pt x="365" y="205"/>
                    <a:pt x="364" y="202"/>
                    <a:pt x="362" y="202"/>
                  </a:cubicBezTo>
                  <a:cubicBezTo>
                    <a:pt x="349" y="208"/>
                    <a:pt x="351" y="197"/>
                    <a:pt x="350" y="191"/>
                  </a:cubicBezTo>
                  <a:cubicBezTo>
                    <a:pt x="347" y="179"/>
                    <a:pt x="331" y="166"/>
                    <a:pt x="317" y="166"/>
                  </a:cubicBezTo>
                  <a:cubicBezTo>
                    <a:pt x="318" y="172"/>
                    <a:pt x="325" y="175"/>
                    <a:pt x="328" y="180"/>
                  </a:cubicBezTo>
                  <a:cubicBezTo>
                    <a:pt x="324" y="181"/>
                    <a:pt x="321" y="181"/>
                    <a:pt x="317" y="178"/>
                  </a:cubicBezTo>
                  <a:cubicBezTo>
                    <a:pt x="311" y="173"/>
                    <a:pt x="306" y="166"/>
                    <a:pt x="295" y="169"/>
                  </a:cubicBezTo>
                  <a:cubicBezTo>
                    <a:pt x="290" y="171"/>
                    <a:pt x="293" y="166"/>
                    <a:pt x="294" y="164"/>
                  </a:cubicBezTo>
                  <a:cubicBezTo>
                    <a:pt x="298" y="139"/>
                    <a:pt x="302" y="113"/>
                    <a:pt x="311" y="89"/>
                  </a:cubicBezTo>
                  <a:cubicBezTo>
                    <a:pt x="313" y="83"/>
                    <a:pt x="315" y="77"/>
                    <a:pt x="305" y="76"/>
                  </a:cubicBezTo>
                  <a:cubicBezTo>
                    <a:pt x="298" y="75"/>
                    <a:pt x="298" y="70"/>
                    <a:pt x="299" y="64"/>
                  </a:cubicBezTo>
                  <a:cubicBezTo>
                    <a:pt x="301" y="47"/>
                    <a:pt x="300" y="30"/>
                    <a:pt x="287" y="16"/>
                  </a:cubicBezTo>
                  <a:cubicBezTo>
                    <a:pt x="284" y="13"/>
                    <a:pt x="283" y="12"/>
                    <a:pt x="280" y="15"/>
                  </a:cubicBezTo>
                  <a:cubicBezTo>
                    <a:pt x="274" y="19"/>
                    <a:pt x="271" y="17"/>
                    <a:pt x="270" y="10"/>
                  </a:cubicBezTo>
                  <a:cubicBezTo>
                    <a:pt x="269" y="5"/>
                    <a:pt x="268" y="0"/>
                    <a:pt x="261" y="0"/>
                  </a:cubicBezTo>
                  <a:cubicBezTo>
                    <a:pt x="265" y="18"/>
                    <a:pt x="267" y="36"/>
                    <a:pt x="278" y="51"/>
                  </a:cubicBezTo>
                  <a:cubicBezTo>
                    <a:pt x="282" y="55"/>
                    <a:pt x="281" y="61"/>
                    <a:pt x="279" y="66"/>
                  </a:cubicBezTo>
                  <a:cubicBezTo>
                    <a:pt x="278" y="71"/>
                    <a:pt x="277" y="77"/>
                    <a:pt x="276" y="82"/>
                  </a:cubicBezTo>
                  <a:cubicBezTo>
                    <a:pt x="274" y="102"/>
                    <a:pt x="267" y="121"/>
                    <a:pt x="257" y="138"/>
                  </a:cubicBezTo>
                  <a:cubicBezTo>
                    <a:pt x="255" y="140"/>
                    <a:pt x="253" y="144"/>
                    <a:pt x="248" y="143"/>
                  </a:cubicBezTo>
                  <a:cubicBezTo>
                    <a:pt x="244" y="142"/>
                    <a:pt x="239" y="145"/>
                    <a:pt x="235" y="146"/>
                  </a:cubicBezTo>
                  <a:cubicBezTo>
                    <a:pt x="232" y="147"/>
                    <a:pt x="228" y="149"/>
                    <a:pt x="227" y="146"/>
                  </a:cubicBezTo>
                  <a:cubicBezTo>
                    <a:pt x="225" y="143"/>
                    <a:pt x="227" y="138"/>
                    <a:pt x="230" y="135"/>
                  </a:cubicBezTo>
                  <a:cubicBezTo>
                    <a:pt x="232" y="134"/>
                    <a:pt x="235" y="134"/>
                    <a:pt x="236" y="133"/>
                  </a:cubicBezTo>
                  <a:cubicBezTo>
                    <a:pt x="241" y="128"/>
                    <a:pt x="250" y="127"/>
                    <a:pt x="250" y="120"/>
                  </a:cubicBezTo>
                  <a:cubicBezTo>
                    <a:pt x="250" y="109"/>
                    <a:pt x="250" y="98"/>
                    <a:pt x="256" y="89"/>
                  </a:cubicBezTo>
                  <a:cubicBezTo>
                    <a:pt x="257" y="88"/>
                    <a:pt x="256" y="86"/>
                    <a:pt x="255" y="85"/>
                  </a:cubicBezTo>
                  <a:cubicBezTo>
                    <a:pt x="247" y="74"/>
                    <a:pt x="239" y="61"/>
                    <a:pt x="233" y="48"/>
                  </a:cubicBezTo>
                  <a:cubicBezTo>
                    <a:pt x="232" y="44"/>
                    <a:pt x="229" y="41"/>
                    <a:pt x="225" y="38"/>
                  </a:cubicBezTo>
                  <a:cubicBezTo>
                    <a:pt x="206" y="27"/>
                    <a:pt x="182" y="29"/>
                    <a:pt x="166" y="43"/>
                  </a:cubicBezTo>
                  <a:cubicBezTo>
                    <a:pt x="155" y="53"/>
                    <a:pt x="151" y="65"/>
                    <a:pt x="155" y="80"/>
                  </a:cubicBezTo>
                  <a:cubicBezTo>
                    <a:pt x="159" y="94"/>
                    <a:pt x="164" y="107"/>
                    <a:pt x="174" y="117"/>
                  </a:cubicBezTo>
                  <a:cubicBezTo>
                    <a:pt x="180" y="122"/>
                    <a:pt x="181" y="131"/>
                    <a:pt x="177" y="135"/>
                  </a:cubicBezTo>
                  <a:cubicBezTo>
                    <a:pt x="171" y="143"/>
                    <a:pt x="171" y="155"/>
                    <a:pt x="162" y="162"/>
                  </a:cubicBezTo>
                  <a:cubicBezTo>
                    <a:pt x="160" y="164"/>
                    <a:pt x="158" y="168"/>
                    <a:pt x="157" y="171"/>
                  </a:cubicBezTo>
                  <a:cubicBezTo>
                    <a:pt x="153" y="188"/>
                    <a:pt x="150" y="204"/>
                    <a:pt x="146" y="221"/>
                  </a:cubicBezTo>
                  <a:cubicBezTo>
                    <a:pt x="146" y="223"/>
                    <a:pt x="147" y="227"/>
                    <a:pt x="143" y="228"/>
                  </a:cubicBezTo>
                  <a:cubicBezTo>
                    <a:pt x="141" y="220"/>
                    <a:pt x="139" y="212"/>
                    <a:pt x="137" y="204"/>
                  </a:cubicBezTo>
                  <a:cubicBezTo>
                    <a:pt x="132" y="178"/>
                    <a:pt x="124" y="155"/>
                    <a:pt x="101" y="138"/>
                  </a:cubicBezTo>
                  <a:cubicBezTo>
                    <a:pt x="96" y="135"/>
                    <a:pt x="91" y="129"/>
                    <a:pt x="92" y="121"/>
                  </a:cubicBezTo>
                  <a:cubicBezTo>
                    <a:pt x="93" y="108"/>
                    <a:pt x="92" y="95"/>
                    <a:pt x="90" y="82"/>
                  </a:cubicBezTo>
                  <a:cubicBezTo>
                    <a:pt x="88" y="63"/>
                    <a:pt x="79" y="51"/>
                    <a:pt x="61" y="47"/>
                  </a:cubicBezTo>
                  <a:cubicBezTo>
                    <a:pt x="53" y="44"/>
                    <a:pt x="46" y="42"/>
                    <a:pt x="37" y="44"/>
                  </a:cubicBezTo>
                  <a:cubicBezTo>
                    <a:pt x="23" y="47"/>
                    <a:pt x="11" y="54"/>
                    <a:pt x="0" y="65"/>
                  </a:cubicBezTo>
                  <a:cubicBezTo>
                    <a:pt x="0" y="80"/>
                    <a:pt x="0" y="95"/>
                    <a:pt x="0" y="111"/>
                  </a:cubicBezTo>
                  <a:cubicBezTo>
                    <a:pt x="2" y="119"/>
                    <a:pt x="8" y="127"/>
                    <a:pt x="8" y="136"/>
                  </a:cubicBezTo>
                  <a:cubicBezTo>
                    <a:pt x="8" y="140"/>
                    <a:pt x="10" y="143"/>
                    <a:pt x="14" y="145"/>
                  </a:cubicBezTo>
                  <a:cubicBezTo>
                    <a:pt x="16" y="146"/>
                    <a:pt x="18" y="148"/>
                    <a:pt x="19" y="151"/>
                  </a:cubicBezTo>
                  <a:cubicBezTo>
                    <a:pt x="22" y="167"/>
                    <a:pt x="37" y="181"/>
                    <a:pt x="30" y="201"/>
                  </a:cubicBezTo>
                  <a:cubicBezTo>
                    <a:pt x="28" y="207"/>
                    <a:pt x="28" y="214"/>
                    <a:pt x="23" y="219"/>
                  </a:cubicBezTo>
                  <a:cubicBezTo>
                    <a:pt x="16" y="225"/>
                    <a:pt x="14" y="234"/>
                    <a:pt x="12" y="243"/>
                  </a:cubicBezTo>
                  <a:cubicBezTo>
                    <a:pt x="11" y="247"/>
                    <a:pt x="12" y="251"/>
                    <a:pt x="16" y="253"/>
                  </a:cubicBezTo>
                  <a:cubicBezTo>
                    <a:pt x="104" y="253"/>
                    <a:pt x="191" y="253"/>
                    <a:pt x="278" y="253"/>
                  </a:cubicBezTo>
                  <a:cubicBezTo>
                    <a:pt x="289" y="250"/>
                    <a:pt x="297" y="244"/>
                    <a:pt x="303" y="234"/>
                  </a:cubicBezTo>
                  <a:cubicBezTo>
                    <a:pt x="307" y="228"/>
                    <a:pt x="308" y="221"/>
                    <a:pt x="315" y="216"/>
                  </a:cubicBezTo>
                  <a:cubicBezTo>
                    <a:pt x="318" y="215"/>
                    <a:pt x="320" y="213"/>
                    <a:pt x="319" y="209"/>
                  </a:cubicBezTo>
                  <a:cubicBezTo>
                    <a:pt x="318" y="205"/>
                    <a:pt x="315" y="203"/>
                    <a:pt x="311" y="202"/>
                  </a:cubicBezTo>
                  <a:cubicBezTo>
                    <a:pt x="308" y="202"/>
                    <a:pt x="305" y="202"/>
                    <a:pt x="301" y="202"/>
                  </a:cubicBezTo>
                  <a:cubicBezTo>
                    <a:pt x="298" y="202"/>
                    <a:pt x="295" y="200"/>
                    <a:pt x="293" y="197"/>
                  </a:cubicBezTo>
                  <a:cubicBezTo>
                    <a:pt x="287" y="188"/>
                    <a:pt x="285" y="188"/>
                    <a:pt x="277" y="194"/>
                  </a:cubicBezTo>
                  <a:cubicBezTo>
                    <a:pt x="270" y="199"/>
                    <a:pt x="265" y="205"/>
                    <a:pt x="259" y="211"/>
                  </a:cubicBezTo>
                  <a:cubicBezTo>
                    <a:pt x="258" y="212"/>
                    <a:pt x="256" y="215"/>
                    <a:pt x="253" y="213"/>
                  </a:cubicBezTo>
                  <a:cubicBezTo>
                    <a:pt x="247" y="208"/>
                    <a:pt x="248" y="194"/>
                    <a:pt x="255" y="190"/>
                  </a:cubicBezTo>
                  <a:cubicBezTo>
                    <a:pt x="261" y="187"/>
                    <a:pt x="268" y="185"/>
                    <a:pt x="275" y="181"/>
                  </a:cubicBezTo>
                  <a:cubicBezTo>
                    <a:pt x="284" y="175"/>
                    <a:pt x="293" y="176"/>
                    <a:pt x="301" y="183"/>
                  </a:cubicBezTo>
                  <a:cubicBezTo>
                    <a:pt x="309" y="189"/>
                    <a:pt x="317" y="196"/>
                    <a:pt x="326" y="201"/>
                  </a:cubicBezTo>
                  <a:cubicBezTo>
                    <a:pt x="331" y="204"/>
                    <a:pt x="334" y="209"/>
                    <a:pt x="332" y="215"/>
                  </a:cubicBezTo>
                  <a:cubicBezTo>
                    <a:pt x="331" y="218"/>
                    <a:pt x="331" y="221"/>
                    <a:pt x="332" y="223"/>
                  </a:cubicBezTo>
                  <a:cubicBezTo>
                    <a:pt x="337" y="234"/>
                    <a:pt x="341" y="244"/>
                    <a:pt x="349" y="253"/>
                  </a:cubicBezTo>
                  <a:cubicBezTo>
                    <a:pt x="423" y="253"/>
                    <a:pt x="497" y="253"/>
                    <a:pt x="571" y="253"/>
                  </a:cubicBezTo>
                  <a:cubicBezTo>
                    <a:pt x="577" y="230"/>
                    <a:pt x="580" y="207"/>
                    <a:pt x="591" y="185"/>
                  </a:cubicBezTo>
                  <a:cubicBezTo>
                    <a:pt x="593" y="182"/>
                    <a:pt x="593" y="178"/>
                    <a:pt x="590" y="175"/>
                  </a:cubicBezTo>
                  <a:close/>
                  <a:moveTo>
                    <a:pt x="64" y="158"/>
                  </a:moveTo>
                  <a:cubicBezTo>
                    <a:pt x="59" y="168"/>
                    <a:pt x="67" y="180"/>
                    <a:pt x="57" y="190"/>
                  </a:cubicBezTo>
                  <a:cubicBezTo>
                    <a:pt x="55" y="190"/>
                    <a:pt x="58" y="184"/>
                    <a:pt x="53" y="185"/>
                  </a:cubicBezTo>
                  <a:cubicBezTo>
                    <a:pt x="48" y="187"/>
                    <a:pt x="49" y="183"/>
                    <a:pt x="48" y="180"/>
                  </a:cubicBezTo>
                  <a:cubicBezTo>
                    <a:pt x="47" y="171"/>
                    <a:pt x="54" y="164"/>
                    <a:pt x="51" y="155"/>
                  </a:cubicBezTo>
                  <a:cubicBezTo>
                    <a:pt x="50" y="152"/>
                    <a:pt x="54" y="150"/>
                    <a:pt x="56" y="150"/>
                  </a:cubicBezTo>
                  <a:cubicBezTo>
                    <a:pt x="60" y="151"/>
                    <a:pt x="64" y="156"/>
                    <a:pt x="64" y="158"/>
                  </a:cubicBezTo>
                  <a:close/>
                  <a:moveTo>
                    <a:pt x="569" y="157"/>
                  </a:moveTo>
                  <a:cubicBezTo>
                    <a:pt x="573" y="160"/>
                    <a:pt x="577" y="162"/>
                    <a:pt x="578" y="169"/>
                  </a:cubicBezTo>
                  <a:cubicBezTo>
                    <a:pt x="572" y="166"/>
                    <a:pt x="569" y="164"/>
                    <a:pt x="569" y="15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7" name="Freeform 68"/>
            <p:cNvSpPr>
              <a:spLocks/>
            </p:cNvSpPr>
            <p:nvPr/>
          </p:nvSpPr>
          <p:spPr bwMode="auto">
            <a:xfrm>
              <a:off x="6811962" y="2258742"/>
              <a:ext cx="106362" cy="512762"/>
            </a:xfrm>
            <a:custGeom>
              <a:avLst/>
              <a:gdLst>
                <a:gd name="T0" fmla="*/ 17 w 17"/>
                <a:gd name="T1" fmla="*/ 76 h 81"/>
                <a:gd name="T2" fmla="*/ 0 w 17"/>
                <a:gd name="T3" fmla="*/ 81 h 81"/>
                <a:gd name="T4" fmla="*/ 1 w 17"/>
                <a:gd name="T5" fmla="*/ 78 h 81"/>
                <a:gd name="T6" fmla="*/ 14 w 17"/>
                <a:gd name="T7" fmla="*/ 56 h 81"/>
                <a:gd name="T8" fmla="*/ 14 w 17"/>
                <a:gd name="T9" fmla="*/ 26 h 81"/>
                <a:gd name="T10" fmla="*/ 11 w 17"/>
                <a:gd name="T11" fmla="*/ 0 h 81"/>
                <a:gd name="T12" fmla="*/ 17 w 17"/>
                <a:gd name="T13" fmla="*/ 19 h 81"/>
                <a:gd name="T14" fmla="*/ 17 w 17"/>
                <a:gd name="T15" fmla="*/ 7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81">
                  <a:moveTo>
                    <a:pt x="17" y="76"/>
                  </a:moveTo>
                  <a:cubicBezTo>
                    <a:pt x="12" y="79"/>
                    <a:pt x="6" y="79"/>
                    <a:pt x="0" y="81"/>
                  </a:cubicBezTo>
                  <a:cubicBezTo>
                    <a:pt x="0" y="80"/>
                    <a:pt x="1" y="78"/>
                    <a:pt x="1" y="78"/>
                  </a:cubicBezTo>
                  <a:cubicBezTo>
                    <a:pt x="15" y="76"/>
                    <a:pt x="14" y="66"/>
                    <a:pt x="14" y="56"/>
                  </a:cubicBezTo>
                  <a:cubicBezTo>
                    <a:pt x="13" y="46"/>
                    <a:pt x="13" y="36"/>
                    <a:pt x="14" y="26"/>
                  </a:cubicBezTo>
                  <a:cubicBezTo>
                    <a:pt x="15" y="17"/>
                    <a:pt x="12" y="9"/>
                    <a:pt x="11" y="0"/>
                  </a:cubicBezTo>
                  <a:cubicBezTo>
                    <a:pt x="17" y="5"/>
                    <a:pt x="17" y="12"/>
                    <a:pt x="17" y="19"/>
                  </a:cubicBezTo>
                  <a:cubicBezTo>
                    <a:pt x="17" y="38"/>
                    <a:pt x="17" y="57"/>
                    <a:pt x="17" y="76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8" name="Freeform 69"/>
            <p:cNvSpPr>
              <a:spLocks/>
            </p:cNvSpPr>
            <p:nvPr/>
          </p:nvSpPr>
          <p:spPr bwMode="auto">
            <a:xfrm>
              <a:off x="7832725" y="3473179"/>
              <a:ext cx="101600" cy="101600"/>
            </a:xfrm>
            <a:custGeom>
              <a:avLst/>
              <a:gdLst>
                <a:gd name="T0" fmla="*/ 7 w 16"/>
                <a:gd name="T1" fmla="*/ 0 h 16"/>
                <a:gd name="T2" fmla="*/ 16 w 16"/>
                <a:gd name="T3" fmla="*/ 9 h 16"/>
                <a:gd name="T4" fmla="*/ 10 w 16"/>
                <a:gd name="T5" fmla="*/ 16 h 16"/>
                <a:gd name="T6" fmla="*/ 0 w 16"/>
                <a:gd name="T7" fmla="*/ 6 h 16"/>
                <a:gd name="T8" fmla="*/ 7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7" y="0"/>
                  </a:moveTo>
                  <a:cubicBezTo>
                    <a:pt x="12" y="1"/>
                    <a:pt x="16" y="3"/>
                    <a:pt x="16" y="9"/>
                  </a:cubicBezTo>
                  <a:cubicBezTo>
                    <a:pt x="16" y="12"/>
                    <a:pt x="14" y="16"/>
                    <a:pt x="10" y="16"/>
                  </a:cubicBezTo>
                  <a:cubicBezTo>
                    <a:pt x="4" y="15"/>
                    <a:pt x="1" y="11"/>
                    <a:pt x="0" y="6"/>
                  </a:cubicBezTo>
                  <a:cubicBezTo>
                    <a:pt x="0" y="2"/>
                    <a:pt x="4" y="1"/>
                    <a:pt x="7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9" name="Freeform 70"/>
            <p:cNvSpPr>
              <a:spLocks/>
            </p:cNvSpPr>
            <p:nvPr/>
          </p:nvSpPr>
          <p:spPr bwMode="auto">
            <a:xfrm>
              <a:off x="3421063" y="2555604"/>
              <a:ext cx="1323975" cy="1271587"/>
            </a:xfrm>
            <a:custGeom>
              <a:avLst/>
              <a:gdLst>
                <a:gd name="T0" fmla="*/ 202 w 210"/>
                <a:gd name="T1" fmla="*/ 64 h 201"/>
                <a:gd name="T2" fmla="*/ 197 w 210"/>
                <a:gd name="T3" fmla="*/ 45 h 201"/>
                <a:gd name="T4" fmla="*/ 196 w 210"/>
                <a:gd name="T5" fmla="*/ 40 h 201"/>
                <a:gd name="T6" fmla="*/ 158 w 210"/>
                <a:gd name="T7" fmla="*/ 11 h 201"/>
                <a:gd name="T8" fmla="*/ 90 w 210"/>
                <a:gd name="T9" fmla="*/ 3 h 201"/>
                <a:gd name="T10" fmla="*/ 35 w 210"/>
                <a:gd name="T11" fmla="*/ 29 h 201"/>
                <a:gd name="T12" fmla="*/ 35 w 210"/>
                <a:gd name="T13" fmla="*/ 133 h 201"/>
                <a:gd name="T14" fmla="*/ 138 w 210"/>
                <a:gd name="T15" fmla="*/ 156 h 201"/>
                <a:gd name="T16" fmla="*/ 142 w 210"/>
                <a:gd name="T17" fmla="*/ 163 h 201"/>
                <a:gd name="T18" fmla="*/ 135 w 210"/>
                <a:gd name="T19" fmla="*/ 201 h 201"/>
                <a:gd name="T20" fmla="*/ 143 w 210"/>
                <a:gd name="T21" fmla="*/ 191 h 201"/>
                <a:gd name="T22" fmla="*/ 182 w 210"/>
                <a:gd name="T23" fmla="*/ 134 h 201"/>
                <a:gd name="T24" fmla="*/ 190 w 210"/>
                <a:gd name="T25" fmla="*/ 121 h 201"/>
                <a:gd name="T26" fmla="*/ 202 w 210"/>
                <a:gd name="T27" fmla="*/ 6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0" h="201">
                  <a:moveTo>
                    <a:pt x="202" y="64"/>
                  </a:moveTo>
                  <a:cubicBezTo>
                    <a:pt x="199" y="58"/>
                    <a:pt x="197" y="52"/>
                    <a:pt x="197" y="45"/>
                  </a:cubicBezTo>
                  <a:cubicBezTo>
                    <a:pt x="197" y="43"/>
                    <a:pt x="197" y="42"/>
                    <a:pt x="196" y="40"/>
                  </a:cubicBezTo>
                  <a:cubicBezTo>
                    <a:pt x="187" y="27"/>
                    <a:pt x="173" y="18"/>
                    <a:pt x="158" y="11"/>
                  </a:cubicBezTo>
                  <a:cubicBezTo>
                    <a:pt x="136" y="1"/>
                    <a:pt x="113" y="0"/>
                    <a:pt x="90" y="3"/>
                  </a:cubicBezTo>
                  <a:cubicBezTo>
                    <a:pt x="69" y="5"/>
                    <a:pt x="50" y="14"/>
                    <a:pt x="35" y="29"/>
                  </a:cubicBezTo>
                  <a:cubicBezTo>
                    <a:pt x="35" y="29"/>
                    <a:pt x="0" y="79"/>
                    <a:pt x="35" y="133"/>
                  </a:cubicBezTo>
                  <a:cubicBezTo>
                    <a:pt x="66" y="157"/>
                    <a:pt x="100" y="165"/>
                    <a:pt x="138" y="156"/>
                  </a:cubicBezTo>
                  <a:cubicBezTo>
                    <a:pt x="144" y="155"/>
                    <a:pt x="143" y="159"/>
                    <a:pt x="142" y="163"/>
                  </a:cubicBezTo>
                  <a:cubicBezTo>
                    <a:pt x="140" y="175"/>
                    <a:pt x="138" y="188"/>
                    <a:pt x="135" y="201"/>
                  </a:cubicBezTo>
                  <a:cubicBezTo>
                    <a:pt x="141" y="199"/>
                    <a:pt x="141" y="194"/>
                    <a:pt x="143" y="191"/>
                  </a:cubicBezTo>
                  <a:cubicBezTo>
                    <a:pt x="156" y="172"/>
                    <a:pt x="162" y="148"/>
                    <a:pt x="182" y="134"/>
                  </a:cubicBezTo>
                  <a:cubicBezTo>
                    <a:pt x="183" y="129"/>
                    <a:pt x="186" y="125"/>
                    <a:pt x="190" y="121"/>
                  </a:cubicBezTo>
                  <a:cubicBezTo>
                    <a:pt x="206" y="107"/>
                    <a:pt x="210" y="83"/>
                    <a:pt x="202" y="6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80" name="Freeform 71"/>
            <p:cNvSpPr>
              <a:spLocks/>
            </p:cNvSpPr>
            <p:nvPr/>
          </p:nvSpPr>
          <p:spPr bwMode="auto">
            <a:xfrm>
              <a:off x="7764462" y="2246042"/>
              <a:ext cx="1341437" cy="1227137"/>
            </a:xfrm>
            <a:custGeom>
              <a:avLst/>
              <a:gdLst>
                <a:gd name="T0" fmla="*/ 175 w 213"/>
                <a:gd name="T1" fmla="*/ 66 h 194"/>
                <a:gd name="T2" fmla="*/ 171 w 213"/>
                <a:gd name="T3" fmla="*/ 56 h 194"/>
                <a:gd name="T4" fmla="*/ 95 w 213"/>
                <a:gd name="T5" fmla="*/ 6 h 194"/>
                <a:gd name="T6" fmla="*/ 28 w 213"/>
                <a:gd name="T7" fmla="*/ 34 h 194"/>
                <a:gd name="T8" fmla="*/ 20 w 213"/>
                <a:gd name="T9" fmla="*/ 69 h 194"/>
                <a:gd name="T10" fmla="*/ 18 w 213"/>
                <a:gd name="T11" fmla="*/ 81 h 194"/>
                <a:gd name="T12" fmla="*/ 13 w 213"/>
                <a:gd name="T13" fmla="*/ 124 h 194"/>
                <a:gd name="T14" fmla="*/ 8 w 213"/>
                <a:gd name="T15" fmla="*/ 144 h 194"/>
                <a:gd name="T16" fmla="*/ 11 w 213"/>
                <a:gd name="T17" fmla="*/ 176 h 194"/>
                <a:gd name="T18" fmla="*/ 45 w 213"/>
                <a:gd name="T19" fmla="*/ 166 h 194"/>
                <a:gd name="T20" fmla="*/ 51 w 213"/>
                <a:gd name="T21" fmla="*/ 165 h 194"/>
                <a:gd name="T22" fmla="*/ 71 w 213"/>
                <a:gd name="T23" fmla="*/ 166 h 194"/>
                <a:gd name="T24" fmla="*/ 85 w 213"/>
                <a:gd name="T25" fmla="*/ 168 h 194"/>
                <a:gd name="T26" fmla="*/ 175 w 213"/>
                <a:gd name="T27" fmla="*/ 174 h 194"/>
                <a:gd name="T28" fmla="*/ 175 w 213"/>
                <a:gd name="T29" fmla="*/ 6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3" h="194">
                  <a:moveTo>
                    <a:pt x="175" y="66"/>
                  </a:moveTo>
                  <a:cubicBezTo>
                    <a:pt x="173" y="63"/>
                    <a:pt x="173" y="59"/>
                    <a:pt x="171" y="56"/>
                  </a:cubicBezTo>
                  <a:cubicBezTo>
                    <a:pt x="151" y="31"/>
                    <a:pt x="127" y="13"/>
                    <a:pt x="95" y="6"/>
                  </a:cubicBezTo>
                  <a:cubicBezTo>
                    <a:pt x="65" y="0"/>
                    <a:pt x="40" y="11"/>
                    <a:pt x="28" y="34"/>
                  </a:cubicBezTo>
                  <a:cubicBezTo>
                    <a:pt x="22" y="45"/>
                    <a:pt x="20" y="57"/>
                    <a:pt x="20" y="69"/>
                  </a:cubicBezTo>
                  <a:cubicBezTo>
                    <a:pt x="20" y="73"/>
                    <a:pt x="20" y="77"/>
                    <a:pt x="18" y="81"/>
                  </a:cubicBezTo>
                  <a:cubicBezTo>
                    <a:pt x="8" y="95"/>
                    <a:pt x="8" y="109"/>
                    <a:pt x="13" y="124"/>
                  </a:cubicBezTo>
                  <a:cubicBezTo>
                    <a:pt x="17" y="133"/>
                    <a:pt x="16" y="139"/>
                    <a:pt x="8" y="144"/>
                  </a:cubicBezTo>
                  <a:cubicBezTo>
                    <a:pt x="0" y="157"/>
                    <a:pt x="1" y="167"/>
                    <a:pt x="11" y="176"/>
                  </a:cubicBezTo>
                  <a:cubicBezTo>
                    <a:pt x="31" y="189"/>
                    <a:pt x="37" y="187"/>
                    <a:pt x="45" y="166"/>
                  </a:cubicBezTo>
                  <a:cubicBezTo>
                    <a:pt x="47" y="162"/>
                    <a:pt x="48" y="164"/>
                    <a:pt x="51" y="165"/>
                  </a:cubicBezTo>
                  <a:cubicBezTo>
                    <a:pt x="58" y="167"/>
                    <a:pt x="64" y="169"/>
                    <a:pt x="71" y="166"/>
                  </a:cubicBezTo>
                  <a:cubicBezTo>
                    <a:pt x="77" y="164"/>
                    <a:pt x="80" y="165"/>
                    <a:pt x="85" y="168"/>
                  </a:cubicBezTo>
                  <a:cubicBezTo>
                    <a:pt x="114" y="185"/>
                    <a:pt x="144" y="194"/>
                    <a:pt x="175" y="174"/>
                  </a:cubicBezTo>
                  <a:cubicBezTo>
                    <a:pt x="213" y="140"/>
                    <a:pt x="175" y="66"/>
                    <a:pt x="175" y="66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27367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79;p52"/>
          <p:cNvSpPr txBox="1">
            <a:spLocks/>
          </p:cNvSpPr>
          <p:nvPr/>
        </p:nvSpPr>
        <p:spPr>
          <a:xfrm>
            <a:off x="714125" y="1514552"/>
            <a:ext cx="4962900" cy="25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17500">
              <a:buClr>
                <a:srgbClr val="7F694C"/>
              </a:buClr>
              <a:buSzPts val="1400"/>
              <a:defRPr/>
            </a:pPr>
            <a:r>
              <a:rPr kumimoji="0" lang="es-HN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La oratoria sagrada suele utilizar un lenguaje elevado y formal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Libre Baskerville" panose="020B0604020202020204" charset="0"/>
              <a:sym typeface="Roboto"/>
            </a:endParaRP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300"/>
              <a:buFont typeface="Roboto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Libre Baskerville" panose="020B0604020202020204" charset="0"/>
              <a:sym typeface="Roboto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400"/>
              <a:buFont typeface="Roboto"/>
              <a:buChar char="●"/>
              <a:tabLst/>
              <a:defRPr/>
            </a:pPr>
            <a:r>
              <a:rPr kumimoji="0" lang="es-HN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Utiliza imágenes vívidas para ilustrar los puntos del discurso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Libre Baskerville" panose="020B0604020202020204" charset="0"/>
              <a:sym typeface="Roboto"/>
            </a:endParaRP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300"/>
              <a:buFont typeface="Roboto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Libre Baskerville" panose="020B0604020202020204" charset="0"/>
              <a:sym typeface="Roboto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400"/>
              <a:buFont typeface="Roboto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Utiliza argumentos persuasivos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300"/>
              <a:buFont typeface="Roboto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Libre Baskerville" panose="020B0604020202020204" charset="0"/>
              <a:sym typeface="Roboto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400"/>
              <a:buFont typeface="Roboto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Se centra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en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 temas religiosos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300"/>
              <a:buFont typeface="Roboto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Libre Baskerville" panose="020B0604020202020204" charset="0"/>
              <a:sym typeface="Roboto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400"/>
              <a:buFont typeface="Roboto"/>
              <a:buChar char="●"/>
              <a:tabLst/>
              <a:defRPr/>
            </a:pPr>
            <a:r>
              <a:rPr kumimoji="0" lang="es-HN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Utilizan técnicas persuasivas y emotivas para comunicar sus mensajes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Libre Baskerville" panose="020B0604020202020204" charset="0"/>
              <a:sym typeface="Roboto"/>
            </a:endParaRPr>
          </a:p>
        </p:txBody>
      </p:sp>
      <p:sp>
        <p:nvSpPr>
          <p:cNvPr id="6" name="Google Shape;780;p52"/>
          <p:cNvSpPr txBox="1">
            <a:spLocks/>
          </p:cNvSpPr>
          <p:nvPr/>
        </p:nvSpPr>
        <p:spPr>
          <a:xfrm>
            <a:off x="714125" y="740902"/>
            <a:ext cx="77157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B296"/>
              </a:buClr>
              <a:buSzPts val="2400"/>
              <a:buFont typeface="Libre Baskerville"/>
              <a:buNone/>
              <a:tabLst/>
              <a:defRPr/>
            </a:pPr>
            <a:r>
              <a:rPr kumimoji="0" lang="es-PE" sz="30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ibre Baskerville"/>
                <a:sym typeface="Libre Baskerville"/>
              </a:rPr>
              <a:t>CARACTERISTICAS</a:t>
            </a:r>
          </a:p>
        </p:txBody>
      </p:sp>
      <p:grpSp>
        <p:nvGrpSpPr>
          <p:cNvPr id="76" name="Grupo 75"/>
          <p:cNvGrpSpPr/>
          <p:nvPr/>
        </p:nvGrpSpPr>
        <p:grpSpPr>
          <a:xfrm>
            <a:off x="6298987" y="1377686"/>
            <a:ext cx="2130838" cy="2388127"/>
            <a:chOff x="6911975" y="5900738"/>
            <a:chExt cx="1212851" cy="1362075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7513638" y="6762750"/>
              <a:ext cx="269875" cy="388938"/>
            </a:xfrm>
            <a:custGeom>
              <a:avLst/>
              <a:gdLst>
                <a:gd name="T0" fmla="*/ 5 w 71"/>
                <a:gd name="T1" fmla="*/ 103 h 103"/>
                <a:gd name="T2" fmla="*/ 5 w 71"/>
                <a:gd name="T3" fmla="*/ 87 h 103"/>
                <a:gd name="T4" fmla="*/ 14 w 71"/>
                <a:gd name="T5" fmla="*/ 81 h 103"/>
                <a:gd name="T6" fmla="*/ 19 w 71"/>
                <a:gd name="T7" fmla="*/ 62 h 103"/>
                <a:gd name="T8" fmla="*/ 19 w 71"/>
                <a:gd name="T9" fmla="*/ 52 h 103"/>
                <a:gd name="T10" fmla="*/ 17 w 71"/>
                <a:gd name="T11" fmla="*/ 48 h 103"/>
                <a:gd name="T12" fmla="*/ 9 w 71"/>
                <a:gd name="T13" fmla="*/ 48 h 103"/>
                <a:gd name="T14" fmla="*/ 6 w 71"/>
                <a:gd name="T15" fmla="*/ 54 h 103"/>
                <a:gd name="T16" fmla="*/ 5 w 71"/>
                <a:gd name="T17" fmla="*/ 57 h 103"/>
                <a:gd name="T18" fmla="*/ 2 w 71"/>
                <a:gd name="T19" fmla="*/ 39 h 103"/>
                <a:gd name="T20" fmla="*/ 0 w 71"/>
                <a:gd name="T21" fmla="*/ 15 h 103"/>
                <a:gd name="T22" fmla="*/ 1 w 71"/>
                <a:gd name="T23" fmla="*/ 13 h 103"/>
                <a:gd name="T24" fmla="*/ 1 w 71"/>
                <a:gd name="T25" fmla="*/ 19 h 103"/>
                <a:gd name="T26" fmla="*/ 5 w 71"/>
                <a:gd name="T27" fmla="*/ 25 h 103"/>
                <a:gd name="T28" fmla="*/ 11 w 71"/>
                <a:gd name="T29" fmla="*/ 22 h 103"/>
                <a:gd name="T30" fmla="*/ 19 w 71"/>
                <a:gd name="T31" fmla="*/ 8 h 103"/>
                <a:gd name="T32" fmla="*/ 19 w 71"/>
                <a:gd name="T33" fmla="*/ 7 h 103"/>
                <a:gd name="T34" fmla="*/ 28 w 71"/>
                <a:gd name="T35" fmla="*/ 1 h 103"/>
                <a:gd name="T36" fmla="*/ 29 w 71"/>
                <a:gd name="T37" fmla="*/ 2 h 103"/>
                <a:gd name="T38" fmla="*/ 36 w 71"/>
                <a:gd name="T39" fmla="*/ 14 h 103"/>
                <a:gd name="T40" fmla="*/ 37 w 71"/>
                <a:gd name="T41" fmla="*/ 16 h 103"/>
                <a:gd name="T42" fmla="*/ 38 w 71"/>
                <a:gd name="T43" fmla="*/ 23 h 103"/>
                <a:gd name="T44" fmla="*/ 44 w 71"/>
                <a:gd name="T45" fmla="*/ 28 h 103"/>
                <a:gd name="T46" fmla="*/ 50 w 71"/>
                <a:gd name="T47" fmla="*/ 24 h 103"/>
                <a:gd name="T48" fmla="*/ 52 w 71"/>
                <a:gd name="T49" fmla="*/ 18 h 103"/>
                <a:gd name="T50" fmla="*/ 53 w 71"/>
                <a:gd name="T51" fmla="*/ 14 h 103"/>
                <a:gd name="T52" fmla="*/ 59 w 71"/>
                <a:gd name="T53" fmla="*/ 2 h 103"/>
                <a:gd name="T54" fmla="*/ 61 w 71"/>
                <a:gd name="T55" fmla="*/ 1 h 103"/>
                <a:gd name="T56" fmla="*/ 69 w 71"/>
                <a:gd name="T57" fmla="*/ 3 h 103"/>
                <a:gd name="T58" fmla="*/ 68 w 71"/>
                <a:gd name="T59" fmla="*/ 15 h 103"/>
                <a:gd name="T60" fmla="*/ 67 w 71"/>
                <a:gd name="T61" fmla="*/ 15 h 103"/>
                <a:gd name="T62" fmla="*/ 61 w 71"/>
                <a:gd name="T63" fmla="*/ 22 h 103"/>
                <a:gd name="T64" fmla="*/ 64 w 71"/>
                <a:gd name="T65" fmla="*/ 28 h 103"/>
                <a:gd name="T66" fmla="*/ 70 w 71"/>
                <a:gd name="T67" fmla="*/ 30 h 103"/>
                <a:gd name="T68" fmla="*/ 71 w 71"/>
                <a:gd name="T69" fmla="*/ 100 h 103"/>
                <a:gd name="T70" fmla="*/ 38 w 71"/>
                <a:gd name="T71" fmla="*/ 95 h 103"/>
                <a:gd name="T72" fmla="*/ 5 w 71"/>
                <a:gd name="T73" fmla="*/ 103 h 103"/>
                <a:gd name="T74" fmla="*/ 33 w 71"/>
                <a:gd name="T75" fmla="*/ 51 h 103"/>
                <a:gd name="T76" fmla="*/ 39 w 71"/>
                <a:gd name="T77" fmla="*/ 48 h 103"/>
                <a:gd name="T78" fmla="*/ 38 w 71"/>
                <a:gd name="T79" fmla="*/ 38 h 103"/>
                <a:gd name="T80" fmla="*/ 28 w 71"/>
                <a:gd name="T81" fmla="*/ 26 h 103"/>
                <a:gd name="T82" fmla="*/ 23 w 71"/>
                <a:gd name="T83" fmla="*/ 23 h 103"/>
                <a:gd name="T84" fmla="*/ 14 w 71"/>
                <a:gd name="T85" fmla="*/ 25 h 103"/>
                <a:gd name="T86" fmla="*/ 14 w 71"/>
                <a:gd name="T87" fmla="*/ 34 h 103"/>
                <a:gd name="T88" fmla="*/ 23 w 71"/>
                <a:gd name="T89" fmla="*/ 46 h 103"/>
                <a:gd name="T90" fmla="*/ 33 w 71"/>
                <a:gd name="T91" fmla="*/ 51 h 103"/>
                <a:gd name="T92" fmla="*/ 45 w 71"/>
                <a:gd name="T93" fmla="*/ 64 h 103"/>
                <a:gd name="T94" fmla="*/ 54 w 71"/>
                <a:gd name="T95" fmla="*/ 56 h 103"/>
                <a:gd name="T96" fmla="*/ 46 w 71"/>
                <a:gd name="T97" fmla="*/ 49 h 103"/>
                <a:gd name="T98" fmla="*/ 38 w 71"/>
                <a:gd name="T99" fmla="*/ 57 h 103"/>
                <a:gd name="T100" fmla="*/ 45 w 71"/>
                <a:gd name="T101" fmla="*/ 6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1" h="103">
                  <a:moveTo>
                    <a:pt x="5" y="103"/>
                  </a:moveTo>
                  <a:cubicBezTo>
                    <a:pt x="5" y="97"/>
                    <a:pt x="5" y="92"/>
                    <a:pt x="5" y="87"/>
                  </a:cubicBezTo>
                  <a:cubicBezTo>
                    <a:pt x="9" y="87"/>
                    <a:pt x="12" y="85"/>
                    <a:pt x="14" y="81"/>
                  </a:cubicBezTo>
                  <a:cubicBezTo>
                    <a:pt x="17" y="75"/>
                    <a:pt x="18" y="68"/>
                    <a:pt x="19" y="62"/>
                  </a:cubicBezTo>
                  <a:cubicBezTo>
                    <a:pt x="19" y="58"/>
                    <a:pt x="19" y="55"/>
                    <a:pt x="19" y="52"/>
                  </a:cubicBezTo>
                  <a:cubicBezTo>
                    <a:pt x="19" y="50"/>
                    <a:pt x="18" y="49"/>
                    <a:pt x="17" y="48"/>
                  </a:cubicBezTo>
                  <a:cubicBezTo>
                    <a:pt x="15" y="45"/>
                    <a:pt x="11" y="45"/>
                    <a:pt x="9" y="48"/>
                  </a:cubicBezTo>
                  <a:cubicBezTo>
                    <a:pt x="8" y="50"/>
                    <a:pt x="7" y="52"/>
                    <a:pt x="6" y="54"/>
                  </a:cubicBezTo>
                  <a:cubicBezTo>
                    <a:pt x="6" y="55"/>
                    <a:pt x="5" y="56"/>
                    <a:pt x="5" y="57"/>
                  </a:cubicBezTo>
                  <a:cubicBezTo>
                    <a:pt x="3" y="51"/>
                    <a:pt x="3" y="45"/>
                    <a:pt x="2" y="39"/>
                  </a:cubicBezTo>
                  <a:cubicBezTo>
                    <a:pt x="1" y="31"/>
                    <a:pt x="1" y="23"/>
                    <a:pt x="0" y="15"/>
                  </a:cubicBezTo>
                  <a:cubicBezTo>
                    <a:pt x="0" y="14"/>
                    <a:pt x="0" y="14"/>
                    <a:pt x="1" y="13"/>
                  </a:cubicBezTo>
                  <a:cubicBezTo>
                    <a:pt x="1" y="15"/>
                    <a:pt x="1" y="17"/>
                    <a:pt x="1" y="19"/>
                  </a:cubicBezTo>
                  <a:cubicBezTo>
                    <a:pt x="2" y="22"/>
                    <a:pt x="3" y="24"/>
                    <a:pt x="5" y="25"/>
                  </a:cubicBezTo>
                  <a:cubicBezTo>
                    <a:pt x="8" y="26"/>
                    <a:pt x="10" y="24"/>
                    <a:pt x="11" y="22"/>
                  </a:cubicBezTo>
                  <a:cubicBezTo>
                    <a:pt x="14" y="17"/>
                    <a:pt x="17" y="12"/>
                    <a:pt x="19" y="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2"/>
                    <a:pt x="24" y="2"/>
                    <a:pt x="28" y="1"/>
                  </a:cubicBezTo>
                  <a:cubicBezTo>
                    <a:pt x="28" y="1"/>
                    <a:pt x="29" y="1"/>
                    <a:pt x="29" y="2"/>
                  </a:cubicBezTo>
                  <a:cubicBezTo>
                    <a:pt x="32" y="6"/>
                    <a:pt x="34" y="10"/>
                    <a:pt x="36" y="14"/>
                  </a:cubicBezTo>
                  <a:cubicBezTo>
                    <a:pt x="37" y="15"/>
                    <a:pt x="37" y="16"/>
                    <a:pt x="37" y="16"/>
                  </a:cubicBezTo>
                  <a:cubicBezTo>
                    <a:pt x="37" y="19"/>
                    <a:pt x="37" y="21"/>
                    <a:pt x="38" y="23"/>
                  </a:cubicBezTo>
                  <a:cubicBezTo>
                    <a:pt x="39" y="26"/>
                    <a:pt x="41" y="28"/>
                    <a:pt x="44" y="28"/>
                  </a:cubicBezTo>
                  <a:cubicBezTo>
                    <a:pt x="47" y="28"/>
                    <a:pt x="49" y="26"/>
                    <a:pt x="50" y="24"/>
                  </a:cubicBezTo>
                  <a:cubicBezTo>
                    <a:pt x="51" y="22"/>
                    <a:pt x="51" y="20"/>
                    <a:pt x="52" y="18"/>
                  </a:cubicBezTo>
                  <a:cubicBezTo>
                    <a:pt x="52" y="17"/>
                    <a:pt x="52" y="15"/>
                    <a:pt x="53" y="14"/>
                  </a:cubicBezTo>
                  <a:cubicBezTo>
                    <a:pt x="55" y="10"/>
                    <a:pt x="57" y="6"/>
                    <a:pt x="59" y="2"/>
                  </a:cubicBezTo>
                  <a:cubicBezTo>
                    <a:pt x="60" y="1"/>
                    <a:pt x="61" y="0"/>
                    <a:pt x="61" y="1"/>
                  </a:cubicBezTo>
                  <a:cubicBezTo>
                    <a:pt x="63" y="1"/>
                    <a:pt x="66" y="2"/>
                    <a:pt x="69" y="3"/>
                  </a:cubicBezTo>
                  <a:cubicBezTo>
                    <a:pt x="64" y="7"/>
                    <a:pt x="64" y="12"/>
                    <a:pt x="68" y="15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3" y="16"/>
                    <a:pt x="61" y="18"/>
                    <a:pt x="61" y="22"/>
                  </a:cubicBezTo>
                  <a:cubicBezTo>
                    <a:pt x="60" y="25"/>
                    <a:pt x="61" y="27"/>
                    <a:pt x="64" y="28"/>
                  </a:cubicBezTo>
                  <a:cubicBezTo>
                    <a:pt x="66" y="29"/>
                    <a:pt x="68" y="29"/>
                    <a:pt x="70" y="30"/>
                  </a:cubicBezTo>
                  <a:cubicBezTo>
                    <a:pt x="71" y="53"/>
                    <a:pt x="71" y="76"/>
                    <a:pt x="71" y="100"/>
                  </a:cubicBezTo>
                  <a:cubicBezTo>
                    <a:pt x="60" y="96"/>
                    <a:pt x="49" y="95"/>
                    <a:pt x="38" y="95"/>
                  </a:cubicBezTo>
                  <a:cubicBezTo>
                    <a:pt x="26" y="95"/>
                    <a:pt x="15" y="97"/>
                    <a:pt x="5" y="103"/>
                  </a:cubicBezTo>
                  <a:close/>
                  <a:moveTo>
                    <a:pt x="33" y="51"/>
                  </a:moveTo>
                  <a:cubicBezTo>
                    <a:pt x="35" y="51"/>
                    <a:pt x="38" y="50"/>
                    <a:pt x="39" y="48"/>
                  </a:cubicBezTo>
                  <a:cubicBezTo>
                    <a:pt x="42" y="44"/>
                    <a:pt x="40" y="41"/>
                    <a:pt x="38" y="38"/>
                  </a:cubicBezTo>
                  <a:cubicBezTo>
                    <a:pt x="35" y="33"/>
                    <a:pt x="32" y="29"/>
                    <a:pt x="28" y="26"/>
                  </a:cubicBezTo>
                  <a:cubicBezTo>
                    <a:pt x="26" y="25"/>
                    <a:pt x="24" y="24"/>
                    <a:pt x="23" y="23"/>
                  </a:cubicBezTo>
                  <a:cubicBezTo>
                    <a:pt x="19" y="22"/>
                    <a:pt x="16" y="23"/>
                    <a:pt x="14" y="25"/>
                  </a:cubicBezTo>
                  <a:cubicBezTo>
                    <a:pt x="12" y="28"/>
                    <a:pt x="12" y="31"/>
                    <a:pt x="14" y="34"/>
                  </a:cubicBezTo>
                  <a:cubicBezTo>
                    <a:pt x="17" y="38"/>
                    <a:pt x="20" y="43"/>
                    <a:pt x="23" y="46"/>
                  </a:cubicBezTo>
                  <a:cubicBezTo>
                    <a:pt x="26" y="49"/>
                    <a:pt x="29" y="51"/>
                    <a:pt x="33" y="51"/>
                  </a:cubicBezTo>
                  <a:close/>
                  <a:moveTo>
                    <a:pt x="45" y="64"/>
                  </a:moveTo>
                  <a:cubicBezTo>
                    <a:pt x="50" y="64"/>
                    <a:pt x="54" y="60"/>
                    <a:pt x="54" y="56"/>
                  </a:cubicBezTo>
                  <a:cubicBezTo>
                    <a:pt x="54" y="52"/>
                    <a:pt x="50" y="49"/>
                    <a:pt x="46" y="49"/>
                  </a:cubicBezTo>
                  <a:cubicBezTo>
                    <a:pt x="42" y="49"/>
                    <a:pt x="38" y="52"/>
                    <a:pt x="38" y="57"/>
                  </a:cubicBezTo>
                  <a:cubicBezTo>
                    <a:pt x="38" y="60"/>
                    <a:pt x="42" y="64"/>
                    <a:pt x="45" y="6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7237413" y="6770688"/>
              <a:ext cx="276225" cy="393700"/>
            </a:xfrm>
            <a:custGeom>
              <a:avLst/>
              <a:gdLst>
                <a:gd name="T0" fmla="*/ 48 w 73"/>
                <a:gd name="T1" fmla="*/ 42 h 104"/>
                <a:gd name="T2" fmla="*/ 57 w 73"/>
                <a:gd name="T3" fmla="*/ 36 h 104"/>
                <a:gd name="T4" fmla="*/ 48 w 73"/>
                <a:gd name="T5" fmla="*/ 5 h 104"/>
                <a:gd name="T6" fmla="*/ 49 w 73"/>
                <a:gd name="T7" fmla="*/ 2 h 104"/>
                <a:gd name="T8" fmla="*/ 57 w 73"/>
                <a:gd name="T9" fmla="*/ 5 h 104"/>
                <a:gd name="T10" fmla="*/ 70 w 73"/>
                <a:gd name="T11" fmla="*/ 14 h 104"/>
                <a:gd name="T12" fmla="*/ 72 w 73"/>
                <a:gd name="T13" fmla="*/ 44 h 104"/>
                <a:gd name="T14" fmla="*/ 59 w 73"/>
                <a:gd name="T15" fmla="*/ 57 h 104"/>
                <a:gd name="T16" fmla="*/ 54 w 73"/>
                <a:gd name="T17" fmla="*/ 46 h 104"/>
                <a:gd name="T18" fmla="*/ 44 w 73"/>
                <a:gd name="T19" fmla="*/ 59 h 104"/>
                <a:gd name="T20" fmla="*/ 54 w 73"/>
                <a:gd name="T21" fmla="*/ 84 h 104"/>
                <a:gd name="T22" fmla="*/ 67 w 73"/>
                <a:gd name="T23" fmla="*/ 76 h 104"/>
                <a:gd name="T24" fmla="*/ 71 w 73"/>
                <a:gd name="T25" fmla="*/ 80 h 104"/>
                <a:gd name="T26" fmla="*/ 72 w 73"/>
                <a:gd name="T27" fmla="*/ 102 h 104"/>
                <a:gd name="T28" fmla="*/ 49 w 73"/>
                <a:gd name="T29" fmla="*/ 97 h 104"/>
                <a:gd name="T30" fmla="*/ 1 w 73"/>
                <a:gd name="T31" fmla="*/ 103 h 104"/>
                <a:gd name="T32" fmla="*/ 1 w 73"/>
                <a:gd name="T33" fmla="*/ 17 h 104"/>
                <a:gd name="T34" fmla="*/ 9 w 73"/>
                <a:gd name="T35" fmla="*/ 26 h 104"/>
                <a:gd name="T36" fmla="*/ 16 w 73"/>
                <a:gd name="T37" fmla="*/ 22 h 104"/>
                <a:gd name="T38" fmla="*/ 9 w 73"/>
                <a:gd name="T39" fmla="*/ 5 h 104"/>
                <a:gd name="T40" fmla="*/ 14 w 73"/>
                <a:gd name="T41" fmla="*/ 0 h 104"/>
                <a:gd name="T42" fmla="*/ 36 w 73"/>
                <a:gd name="T43" fmla="*/ 13 h 104"/>
                <a:gd name="T44" fmla="*/ 31 w 73"/>
                <a:gd name="T45" fmla="*/ 16 h 104"/>
                <a:gd name="T46" fmla="*/ 17 w 73"/>
                <a:gd name="T47" fmla="*/ 19 h 104"/>
                <a:gd name="T48" fmla="*/ 38 w 73"/>
                <a:gd name="T49" fmla="*/ 40 h 104"/>
                <a:gd name="T50" fmla="*/ 18 w 73"/>
                <a:gd name="T51" fmla="*/ 44 h 104"/>
                <a:gd name="T52" fmla="*/ 6 w 73"/>
                <a:gd name="T53" fmla="*/ 41 h 104"/>
                <a:gd name="T54" fmla="*/ 11 w 73"/>
                <a:gd name="T55" fmla="*/ 54 h 104"/>
                <a:gd name="T56" fmla="*/ 11 w 73"/>
                <a:gd name="T57" fmla="*/ 67 h 104"/>
                <a:gd name="T58" fmla="*/ 21 w 73"/>
                <a:gd name="T59" fmla="*/ 69 h 104"/>
                <a:gd name="T60" fmla="*/ 28 w 73"/>
                <a:gd name="T61" fmla="*/ 66 h 104"/>
                <a:gd name="T62" fmla="*/ 34 w 73"/>
                <a:gd name="T63" fmla="*/ 57 h 104"/>
                <a:gd name="T64" fmla="*/ 29 w 73"/>
                <a:gd name="T65" fmla="*/ 52 h 104"/>
                <a:gd name="T66" fmla="*/ 29 w 73"/>
                <a:gd name="T67" fmla="*/ 39 h 104"/>
                <a:gd name="T68" fmla="*/ 21 w 73"/>
                <a:gd name="T69" fmla="*/ 37 h 104"/>
                <a:gd name="T70" fmla="*/ 18 w 73"/>
                <a:gd name="T71" fmla="*/ 4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3" h="104">
                  <a:moveTo>
                    <a:pt x="39" y="40"/>
                  </a:moveTo>
                  <a:cubicBezTo>
                    <a:pt x="42" y="42"/>
                    <a:pt x="45" y="43"/>
                    <a:pt x="48" y="42"/>
                  </a:cubicBezTo>
                  <a:cubicBezTo>
                    <a:pt x="53" y="42"/>
                    <a:pt x="56" y="40"/>
                    <a:pt x="57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8" y="31"/>
                    <a:pt x="57" y="26"/>
                    <a:pt x="56" y="21"/>
                  </a:cubicBezTo>
                  <a:cubicBezTo>
                    <a:pt x="54" y="15"/>
                    <a:pt x="52" y="10"/>
                    <a:pt x="48" y="5"/>
                  </a:cubicBezTo>
                  <a:cubicBezTo>
                    <a:pt x="47" y="4"/>
                    <a:pt x="46" y="3"/>
                    <a:pt x="45" y="2"/>
                  </a:cubicBezTo>
                  <a:cubicBezTo>
                    <a:pt x="47" y="2"/>
                    <a:pt x="48" y="2"/>
                    <a:pt x="49" y="2"/>
                  </a:cubicBezTo>
                  <a:cubicBezTo>
                    <a:pt x="51" y="3"/>
                    <a:pt x="54" y="3"/>
                    <a:pt x="56" y="4"/>
                  </a:cubicBezTo>
                  <a:cubicBezTo>
                    <a:pt x="56" y="4"/>
                    <a:pt x="57" y="5"/>
                    <a:pt x="57" y="5"/>
                  </a:cubicBezTo>
                  <a:cubicBezTo>
                    <a:pt x="58" y="8"/>
                    <a:pt x="61" y="10"/>
                    <a:pt x="64" y="10"/>
                  </a:cubicBezTo>
                  <a:cubicBezTo>
                    <a:pt x="67" y="10"/>
                    <a:pt x="69" y="11"/>
                    <a:pt x="70" y="14"/>
                  </a:cubicBezTo>
                  <a:cubicBezTo>
                    <a:pt x="70" y="20"/>
                    <a:pt x="71" y="25"/>
                    <a:pt x="71" y="31"/>
                  </a:cubicBezTo>
                  <a:cubicBezTo>
                    <a:pt x="72" y="35"/>
                    <a:pt x="72" y="40"/>
                    <a:pt x="72" y="44"/>
                  </a:cubicBezTo>
                  <a:cubicBezTo>
                    <a:pt x="67" y="43"/>
                    <a:pt x="64" y="46"/>
                    <a:pt x="62" y="50"/>
                  </a:cubicBezTo>
                  <a:cubicBezTo>
                    <a:pt x="61" y="52"/>
                    <a:pt x="60" y="54"/>
                    <a:pt x="59" y="57"/>
                  </a:cubicBezTo>
                  <a:cubicBezTo>
                    <a:pt x="58" y="53"/>
                    <a:pt x="57" y="49"/>
                    <a:pt x="54" y="46"/>
                  </a:cubicBezTo>
                  <a:cubicBezTo>
                    <a:pt x="54" y="46"/>
                    <a:pt x="54" y="46"/>
                    <a:pt x="54" y="46"/>
                  </a:cubicBezTo>
                  <a:cubicBezTo>
                    <a:pt x="52" y="43"/>
                    <a:pt x="48" y="43"/>
                    <a:pt x="46" y="46"/>
                  </a:cubicBezTo>
                  <a:cubicBezTo>
                    <a:pt x="44" y="50"/>
                    <a:pt x="43" y="54"/>
                    <a:pt x="44" y="59"/>
                  </a:cubicBezTo>
                  <a:cubicBezTo>
                    <a:pt x="45" y="65"/>
                    <a:pt x="46" y="72"/>
                    <a:pt x="49" y="77"/>
                  </a:cubicBezTo>
                  <a:cubicBezTo>
                    <a:pt x="50" y="80"/>
                    <a:pt x="52" y="82"/>
                    <a:pt x="54" y="84"/>
                  </a:cubicBezTo>
                  <a:cubicBezTo>
                    <a:pt x="56" y="86"/>
                    <a:pt x="59" y="86"/>
                    <a:pt x="61" y="84"/>
                  </a:cubicBezTo>
                  <a:cubicBezTo>
                    <a:pt x="63" y="81"/>
                    <a:pt x="65" y="79"/>
                    <a:pt x="67" y="76"/>
                  </a:cubicBezTo>
                  <a:cubicBezTo>
                    <a:pt x="67" y="75"/>
                    <a:pt x="67" y="75"/>
                    <a:pt x="68" y="74"/>
                  </a:cubicBezTo>
                  <a:cubicBezTo>
                    <a:pt x="69" y="76"/>
                    <a:pt x="70" y="78"/>
                    <a:pt x="71" y="80"/>
                  </a:cubicBezTo>
                  <a:cubicBezTo>
                    <a:pt x="73" y="82"/>
                    <a:pt x="73" y="84"/>
                    <a:pt x="73" y="86"/>
                  </a:cubicBezTo>
                  <a:cubicBezTo>
                    <a:pt x="73" y="91"/>
                    <a:pt x="72" y="97"/>
                    <a:pt x="72" y="102"/>
                  </a:cubicBezTo>
                  <a:cubicBezTo>
                    <a:pt x="72" y="103"/>
                    <a:pt x="72" y="103"/>
                    <a:pt x="72" y="104"/>
                  </a:cubicBezTo>
                  <a:cubicBezTo>
                    <a:pt x="65" y="98"/>
                    <a:pt x="57" y="98"/>
                    <a:pt x="49" y="97"/>
                  </a:cubicBezTo>
                  <a:cubicBezTo>
                    <a:pt x="35" y="95"/>
                    <a:pt x="22" y="96"/>
                    <a:pt x="8" y="100"/>
                  </a:cubicBezTo>
                  <a:cubicBezTo>
                    <a:pt x="6" y="101"/>
                    <a:pt x="4" y="102"/>
                    <a:pt x="1" y="103"/>
                  </a:cubicBezTo>
                  <a:cubicBezTo>
                    <a:pt x="1" y="74"/>
                    <a:pt x="0" y="46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1" y="19"/>
                    <a:pt x="2" y="20"/>
                    <a:pt x="3" y="21"/>
                  </a:cubicBezTo>
                  <a:cubicBezTo>
                    <a:pt x="5" y="23"/>
                    <a:pt x="7" y="25"/>
                    <a:pt x="9" y="26"/>
                  </a:cubicBezTo>
                  <a:cubicBezTo>
                    <a:pt x="11" y="28"/>
                    <a:pt x="13" y="28"/>
                    <a:pt x="14" y="26"/>
                  </a:cubicBezTo>
                  <a:cubicBezTo>
                    <a:pt x="16" y="25"/>
                    <a:pt x="16" y="24"/>
                    <a:pt x="16" y="22"/>
                  </a:cubicBezTo>
                  <a:cubicBezTo>
                    <a:pt x="15" y="17"/>
                    <a:pt x="13" y="13"/>
                    <a:pt x="11" y="8"/>
                  </a:cubicBezTo>
                  <a:cubicBezTo>
                    <a:pt x="10" y="7"/>
                    <a:pt x="9" y="6"/>
                    <a:pt x="9" y="5"/>
                  </a:cubicBezTo>
                  <a:cubicBezTo>
                    <a:pt x="10" y="3"/>
                    <a:pt x="11" y="2"/>
                    <a:pt x="12" y="1"/>
                  </a:cubicBezTo>
                  <a:cubicBezTo>
                    <a:pt x="13" y="0"/>
                    <a:pt x="14" y="0"/>
                    <a:pt x="14" y="0"/>
                  </a:cubicBezTo>
                  <a:cubicBezTo>
                    <a:pt x="22" y="0"/>
                    <a:pt x="30" y="0"/>
                    <a:pt x="37" y="0"/>
                  </a:cubicBezTo>
                  <a:cubicBezTo>
                    <a:pt x="34" y="4"/>
                    <a:pt x="35" y="8"/>
                    <a:pt x="36" y="13"/>
                  </a:cubicBezTo>
                  <a:cubicBezTo>
                    <a:pt x="37" y="15"/>
                    <a:pt x="38" y="18"/>
                    <a:pt x="38" y="21"/>
                  </a:cubicBezTo>
                  <a:cubicBezTo>
                    <a:pt x="36" y="19"/>
                    <a:pt x="34" y="17"/>
                    <a:pt x="31" y="16"/>
                  </a:cubicBezTo>
                  <a:cubicBezTo>
                    <a:pt x="29" y="15"/>
                    <a:pt x="26" y="14"/>
                    <a:pt x="24" y="13"/>
                  </a:cubicBezTo>
                  <a:cubicBezTo>
                    <a:pt x="20" y="12"/>
                    <a:pt x="16" y="15"/>
                    <a:pt x="17" y="19"/>
                  </a:cubicBezTo>
                  <a:cubicBezTo>
                    <a:pt x="19" y="25"/>
                    <a:pt x="22" y="29"/>
                    <a:pt x="26" y="32"/>
                  </a:cubicBezTo>
                  <a:cubicBezTo>
                    <a:pt x="30" y="35"/>
                    <a:pt x="34" y="37"/>
                    <a:pt x="38" y="40"/>
                  </a:cubicBezTo>
                  <a:cubicBezTo>
                    <a:pt x="38" y="40"/>
                    <a:pt x="39" y="40"/>
                    <a:pt x="39" y="40"/>
                  </a:cubicBezTo>
                  <a:close/>
                  <a:moveTo>
                    <a:pt x="18" y="44"/>
                  </a:moveTo>
                  <a:cubicBezTo>
                    <a:pt x="16" y="42"/>
                    <a:pt x="14" y="41"/>
                    <a:pt x="12" y="40"/>
                  </a:cubicBezTo>
                  <a:cubicBezTo>
                    <a:pt x="10" y="39"/>
                    <a:pt x="7" y="39"/>
                    <a:pt x="6" y="41"/>
                  </a:cubicBezTo>
                  <a:cubicBezTo>
                    <a:pt x="4" y="43"/>
                    <a:pt x="5" y="45"/>
                    <a:pt x="5" y="47"/>
                  </a:cubicBezTo>
                  <a:cubicBezTo>
                    <a:pt x="7" y="50"/>
                    <a:pt x="9" y="52"/>
                    <a:pt x="11" y="54"/>
                  </a:cubicBezTo>
                  <a:cubicBezTo>
                    <a:pt x="13" y="55"/>
                    <a:pt x="13" y="56"/>
                    <a:pt x="12" y="58"/>
                  </a:cubicBezTo>
                  <a:cubicBezTo>
                    <a:pt x="12" y="61"/>
                    <a:pt x="11" y="64"/>
                    <a:pt x="11" y="67"/>
                  </a:cubicBezTo>
                  <a:cubicBezTo>
                    <a:pt x="11" y="70"/>
                    <a:pt x="13" y="72"/>
                    <a:pt x="15" y="72"/>
                  </a:cubicBezTo>
                  <a:cubicBezTo>
                    <a:pt x="18" y="73"/>
                    <a:pt x="20" y="71"/>
                    <a:pt x="21" y="69"/>
                  </a:cubicBezTo>
                  <a:cubicBezTo>
                    <a:pt x="22" y="68"/>
                    <a:pt x="23" y="66"/>
                    <a:pt x="24" y="64"/>
                  </a:cubicBezTo>
                  <a:cubicBezTo>
                    <a:pt x="25" y="65"/>
                    <a:pt x="26" y="65"/>
                    <a:pt x="28" y="66"/>
                  </a:cubicBezTo>
                  <a:cubicBezTo>
                    <a:pt x="31" y="67"/>
                    <a:pt x="34" y="66"/>
                    <a:pt x="35" y="64"/>
                  </a:cubicBezTo>
                  <a:cubicBezTo>
                    <a:pt x="37" y="62"/>
                    <a:pt x="36" y="59"/>
                    <a:pt x="34" y="57"/>
                  </a:cubicBezTo>
                  <a:cubicBezTo>
                    <a:pt x="34" y="56"/>
                    <a:pt x="33" y="56"/>
                    <a:pt x="33" y="56"/>
                  </a:cubicBezTo>
                  <a:cubicBezTo>
                    <a:pt x="32" y="54"/>
                    <a:pt x="30" y="53"/>
                    <a:pt x="29" y="52"/>
                  </a:cubicBezTo>
                  <a:cubicBezTo>
                    <a:pt x="28" y="51"/>
                    <a:pt x="28" y="50"/>
                    <a:pt x="28" y="49"/>
                  </a:cubicBezTo>
                  <a:cubicBezTo>
                    <a:pt x="29" y="46"/>
                    <a:pt x="29" y="43"/>
                    <a:pt x="29" y="39"/>
                  </a:cubicBezTo>
                  <a:cubicBezTo>
                    <a:pt x="29" y="37"/>
                    <a:pt x="28" y="36"/>
                    <a:pt x="26" y="35"/>
                  </a:cubicBezTo>
                  <a:cubicBezTo>
                    <a:pt x="25" y="34"/>
                    <a:pt x="23" y="35"/>
                    <a:pt x="21" y="37"/>
                  </a:cubicBezTo>
                  <a:cubicBezTo>
                    <a:pt x="21" y="37"/>
                    <a:pt x="20" y="38"/>
                    <a:pt x="20" y="39"/>
                  </a:cubicBezTo>
                  <a:cubicBezTo>
                    <a:pt x="19" y="40"/>
                    <a:pt x="18" y="42"/>
                    <a:pt x="18" y="4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7108825" y="6815138"/>
              <a:ext cx="757238" cy="447675"/>
            </a:xfrm>
            <a:custGeom>
              <a:avLst/>
              <a:gdLst>
                <a:gd name="T0" fmla="*/ 198 w 200"/>
                <a:gd name="T1" fmla="*/ 12 h 118"/>
                <a:gd name="T2" fmla="*/ 200 w 200"/>
                <a:gd name="T3" fmla="*/ 81 h 118"/>
                <a:gd name="T4" fmla="*/ 200 w 200"/>
                <a:gd name="T5" fmla="*/ 110 h 118"/>
                <a:gd name="T6" fmla="*/ 168 w 200"/>
                <a:gd name="T7" fmla="*/ 116 h 118"/>
                <a:gd name="T8" fmla="*/ 122 w 200"/>
                <a:gd name="T9" fmla="*/ 109 h 118"/>
                <a:gd name="T10" fmla="*/ 108 w 200"/>
                <a:gd name="T11" fmla="*/ 114 h 118"/>
                <a:gd name="T12" fmla="*/ 93 w 200"/>
                <a:gd name="T13" fmla="*/ 109 h 118"/>
                <a:gd name="T14" fmla="*/ 34 w 200"/>
                <a:gd name="T15" fmla="*/ 117 h 118"/>
                <a:gd name="T16" fmla="*/ 16 w 200"/>
                <a:gd name="T17" fmla="*/ 108 h 118"/>
                <a:gd name="T18" fmla="*/ 15 w 200"/>
                <a:gd name="T19" fmla="*/ 24 h 118"/>
                <a:gd name="T20" fmla="*/ 5 w 200"/>
                <a:gd name="T21" fmla="*/ 36 h 118"/>
                <a:gd name="T22" fmla="*/ 1 w 200"/>
                <a:gd name="T23" fmla="*/ 34 h 118"/>
                <a:gd name="T24" fmla="*/ 13 w 200"/>
                <a:gd name="T25" fmla="*/ 19 h 118"/>
                <a:gd name="T26" fmla="*/ 18 w 200"/>
                <a:gd name="T27" fmla="*/ 11 h 118"/>
                <a:gd name="T28" fmla="*/ 19 w 200"/>
                <a:gd name="T29" fmla="*/ 18 h 118"/>
                <a:gd name="T30" fmla="*/ 19 w 200"/>
                <a:gd name="T31" fmla="*/ 88 h 118"/>
                <a:gd name="T32" fmla="*/ 25 w 200"/>
                <a:gd name="T33" fmla="*/ 114 h 118"/>
                <a:gd name="T34" fmla="*/ 67 w 200"/>
                <a:gd name="T35" fmla="*/ 110 h 118"/>
                <a:gd name="T36" fmla="*/ 96 w 200"/>
                <a:gd name="T37" fmla="*/ 105 h 118"/>
                <a:gd name="T38" fmla="*/ 27 w 200"/>
                <a:gd name="T39" fmla="*/ 108 h 118"/>
                <a:gd name="T40" fmla="*/ 28 w 200"/>
                <a:gd name="T41" fmla="*/ 104 h 118"/>
                <a:gd name="T42" fmla="*/ 63 w 200"/>
                <a:gd name="T43" fmla="*/ 95 h 118"/>
                <a:gd name="T44" fmla="*/ 101 w 200"/>
                <a:gd name="T45" fmla="*/ 98 h 118"/>
                <a:gd name="T46" fmla="*/ 31 w 200"/>
                <a:gd name="T47" fmla="*/ 99 h 118"/>
                <a:gd name="T48" fmla="*/ 29 w 200"/>
                <a:gd name="T49" fmla="*/ 27 h 118"/>
                <a:gd name="T50" fmla="*/ 31 w 200"/>
                <a:gd name="T51" fmla="*/ 0 h 118"/>
                <a:gd name="T52" fmla="*/ 33 w 200"/>
                <a:gd name="T53" fmla="*/ 96 h 118"/>
                <a:gd name="T54" fmla="*/ 93 w 200"/>
                <a:gd name="T55" fmla="*/ 89 h 118"/>
                <a:gd name="T56" fmla="*/ 106 w 200"/>
                <a:gd name="T57" fmla="*/ 96 h 118"/>
                <a:gd name="T58" fmla="*/ 121 w 200"/>
                <a:gd name="T59" fmla="*/ 105 h 118"/>
                <a:gd name="T60" fmla="*/ 170 w 200"/>
                <a:gd name="T61" fmla="*/ 113 h 118"/>
                <a:gd name="T62" fmla="*/ 189 w 200"/>
                <a:gd name="T63" fmla="*/ 115 h 118"/>
                <a:gd name="T64" fmla="*/ 197 w 200"/>
                <a:gd name="T65" fmla="*/ 85 h 118"/>
                <a:gd name="T66" fmla="*/ 195 w 200"/>
                <a:gd name="T67" fmla="*/ 9 h 118"/>
                <a:gd name="T68" fmla="*/ 118 w 200"/>
                <a:gd name="T69" fmla="*/ 105 h 118"/>
                <a:gd name="T70" fmla="*/ 98 w 200"/>
                <a:gd name="T71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0" h="118">
                  <a:moveTo>
                    <a:pt x="195" y="9"/>
                  </a:moveTo>
                  <a:cubicBezTo>
                    <a:pt x="197" y="9"/>
                    <a:pt x="198" y="10"/>
                    <a:pt x="198" y="12"/>
                  </a:cubicBezTo>
                  <a:cubicBezTo>
                    <a:pt x="198" y="14"/>
                    <a:pt x="198" y="15"/>
                    <a:pt x="198" y="17"/>
                  </a:cubicBezTo>
                  <a:cubicBezTo>
                    <a:pt x="199" y="38"/>
                    <a:pt x="200" y="59"/>
                    <a:pt x="200" y="81"/>
                  </a:cubicBezTo>
                  <a:cubicBezTo>
                    <a:pt x="200" y="89"/>
                    <a:pt x="200" y="96"/>
                    <a:pt x="200" y="104"/>
                  </a:cubicBezTo>
                  <a:cubicBezTo>
                    <a:pt x="200" y="106"/>
                    <a:pt x="200" y="108"/>
                    <a:pt x="200" y="110"/>
                  </a:cubicBezTo>
                  <a:cubicBezTo>
                    <a:pt x="198" y="115"/>
                    <a:pt x="196" y="117"/>
                    <a:pt x="190" y="118"/>
                  </a:cubicBezTo>
                  <a:cubicBezTo>
                    <a:pt x="183" y="118"/>
                    <a:pt x="175" y="117"/>
                    <a:pt x="168" y="116"/>
                  </a:cubicBezTo>
                  <a:cubicBezTo>
                    <a:pt x="155" y="114"/>
                    <a:pt x="142" y="112"/>
                    <a:pt x="128" y="110"/>
                  </a:cubicBezTo>
                  <a:cubicBezTo>
                    <a:pt x="126" y="110"/>
                    <a:pt x="124" y="109"/>
                    <a:pt x="122" y="109"/>
                  </a:cubicBezTo>
                  <a:cubicBezTo>
                    <a:pt x="120" y="108"/>
                    <a:pt x="119" y="108"/>
                    <a:pt x="117" y="110"/>
                  </a:cubicBezTo>
                  <a:cubicBezTo>
                    <a:pt x="115" y="113"/>
                    <a:pt x="112" y="114"/>
                    <a:pt x="108" y="114"/>
                  </a:cubicBezTo>
                  <a:cubicBezTo>
                    <a:pt x="104" y="114"/>
                    <a:pt x="101" y="113"/>
                    <a:pt x="98" y="111"/>
                  </a:cubicBezTo>
                  <a:cubicBezTo>
                    <a:pt x="96" y="109"/>
                    <a:pt x="95" y="109"/>
                    <a:pt x="93" y="109"/>
                  </a:cubicBezTo>
                  <a:cubicBezTo>
                    <a:pt x="83" y="111"/>
                    <a:pt x="73" y="112"/>
                    <a:pt x="64" y="114"/>
                  </a:cubicBezTo>
                  <a:cubicBezTo>
                    <a:pt x="54" y="115"/>
                    <a:pt x="44" y="116"/>
                    <a:pt x="34" y="117"/>
                  </a:cubicBezTo>
                  <a:cubicBezTo>
                    <a:pt x="31" y="118"/>
                    <a:pt x="29" y="118"/>
                    <a:pt x="26" y="118"/>
                  </a:cubicBezTo>
                  <a:cubicBezTo>
                    <a:pt x="20" y="118"/>
                    <a:pt x="17" y="114"/>
                    <a:pt x="16" y="108"/>
                  </a:cubicBezTo>
                  <a:cubicBezTo>
                    <a:pt x="16" y="95"/>
                    <a:pt x="16" y="81"/>
                    <a:pt x="16" y="68"/>
                  </a:cubicBezTo>
                  <a:cubicBezTo>
                    <a:pt x="15" y="53"/>
                    <a:pt x="15" y="39"/>
                    <a:pt x="15" y="24"/>
                  </a:cubicBezTo>
                  <a:cubicBezTo>
                    <a:pt x="14" y="24"/>
                    <a:pt x="14" y="24"/>
                    <a:pt x="14" y="25"/>
                  </a:cubicBezTo>
                  <a:cubicBezTo>
                    <a:pt x="11" y="28"/>
                    <a:pt x="8" y="32"/>
                    <a:pt x="5" y="36"/>
                  </a:cubicBezTo>
                  <a:cubicBezTo>
                    <a:pt x="4" y="37"/>
                    <a:pt x="3" y="38"/>
                    <a:pt x="2" y="37"/>
                  </a:cubicBezTo>
                  <a:cubicBezTo>
                    <a:pt x="1" y="37"/>
                    <a:pt x="0" y="35"/>
                    <a:pt x="1" y="34"/>
                  </a:cubicBezTo>
                  <a:cubicBezTo>
                    <a:pt x="3" y="30"/>
                    <a:pt x="6" y="27"/>
                    <a:pt x="9" y="23"/>
                  </a:cubicBezTo>
                  <a:cubicBezTo>
                    <a:pt x="10" y="22"/>
                    <a:pt x="12" y="21"/>
                    <a:pt x="13" y="19"/>
                  </a:cubicBezTo>
                  <a:cubicBezTo>
                    <a:pt x="14" y="18"/>
                    <a:pt x="14" y="16"/>
                    <a:pt x="15" y="14"/>
                  </a:cubicBezTo>
                  <a:cubicBezTo>
                    <a:pt x="16" y="13"/>
                    <a:pt x="17" y="12"/>
                    <a:pt x="18" y="11"/>
                  </a:cubicBezTo>
                  <a:cubicBezTo>
                    <a:pt x="18" y="12"/>
                    <a:pt x="18" y="12"/>
                    <a:pt x="18" y="13"/>
                  </a:cubicBezTo>
                  <a:cubicBezTo>
                    <a:pt x="21" y="14"/>
                    <a:pt x="21" y="15"/>
                    <a:pt x="19" y="18"/>
                  </a:cubicBezTo>
                  <a:cubicBezTo>
                    <a:pt x="18" y="19"/>
                    <a:pt x="17" y="21"/>
                    <a:pt x="17" y="23"/>
                  </a:cubicBezTo>
                  <a:cubicBezTo>
                    <a:pt x="18" y="45"/>
                    <a:pt x="18" y="66"/>
                    <a:pt x="19" y="88"/>
                  </a:cubicBezTo>
                  <a:cubicBezTo>
                    <a:pt x="19" y="95"/>
                    <a:pt x="19" y="101"/>
                    <a:pt x="20" y="108"/>
                  </a:cubicBezTo>
                  <a:cubicBezTo>
                    <a:pt x="20" y="111"/>
                    <a:pt x="22" y="113"/>
                    <a:pt x="25" y="114"/>
                  </a:cubicBezTo>
                  <a:cubicBezTo>
                    <a:pt x="28" y="116"/>
                    <a:pt x="31" y="115"/>
                    <a:pt x="34" y="115"/>
                  </a:cubicBezTo>
                  <a:cubicBezTo>
                    <a:pt x="45" y="113"/>
                    <a:pt x="56" y="112"/>
                    <a:pt x="67" y="110"/>
                  </a:cubicBezTo>
                  <a:cubicBezTo>
                    <a:pt x="76" y="109"/>
                    <a:pt x="85" y="108"/>
                    <a:pt x="94" y="106"/>
                  </a:cubicBezTo>
                  <a:cubicBezTo>
                    <a:pt x="95" y="106"/>
                    <a:pt x="96" y="106"/>
                    <a:pt x="96" y="105"/>
                  </a:cubicBezTo>
                  <a:cubicBezTo>
                    <a:pt x="97" y="103"/>
                    <a:pt x="98" y="102"/>
                    <a:pt x="99" y="100"/>
                  </a:cubicBezTo>
                  <a:cubicBezTo>
                    <a:pt x="74" y="96"/>
                    <a:pt x="50" y="98"/>
                    <a:pt x="27" y="108"/>
                  </a:cubicBezTo>
                  <a:cubicBezTo>
                    <a:pt x="25" y="92"/>
                    <a:pt x="24" y="14"/>
                    <a:pt x="26" y="10"/>
                  </a:cubicBezTo>
                  <a:cubicBezTo>
                    <a:pt x="26" y="41"/>
                    <a:pt x="26" y="72"/>
                    <a:pt x="28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39" y="98"/>
                    <a:pt x="51" y="96"/>
                    <a:pt x="63" y="95"/>
                  </a:cubicBezTo>
                  <a:cubicBezTo>
                    <a:pt x="75" y="94"/>
                    <a:pt x="87" y="95"/>
                    <a:pt x="98" y="99"/>
                  </a:cubicBezTo>
                  <a:cubicBezTo>
                    <a:pt x="99" y="99"/>
                    <a:pt x="100" y="99"/>
                    <a:pt x="101" y="98"/>
                  </a:cubicBezTo>
                  <a:cubicBezTo>
                    <a:pt x="101" y="98"/>
                    <a:pt x="102" y="97"/>
                    <a:pt x="103" y="97"/>
                  </a:cubicBezTo>
                  <a:cubicBezTo>
                    <a:pt x="78" y="89"/>
                    <a:pt x="55" y="90"/>
                    <a:pt x="31" y="99"/>
                  </a:cubicBezTo>
                  <a:cubicBezTo>
                    <a:pt x="31" y="96"/>
                    <a:pt x="31" y="93"/>
                    <a:pt x="30" y="90"/>
                  </a:cubicBezTo>
                  <a:cubicBezTo>
                    <a:pt x="30" y="69"/>
                    <a:pt x="30" y="48"/>
                    <a:pt x="29" y="27"/>
                  </a:cubicBezTo>
                  <a:cubicBezTo>
                    <a:pt x="29" y="19"/>
                    <a:pt x="29" y="12"/>
                    <a:pt x="29" y="5"/>
                  </a:cubicBezTo>
                  <a:cubicBezTo>
                    <a:pt x="29" y="3"/>
                    <a:pt x="30" y="2"/>
                    <a:pt x="31" y="0"/>
                  </a:cubicBezTo>
                  <a:cubicBezTo>
                    <a:pt x="31" y="32"/>
                    <a:pt x="31" y="64"/>
                    <a:pt x="32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42" y="91"/>
                    <a:pt x="53" y="89"/>
                    <a:pt x="63" y="88"/>
                  </a:cubicBezTo>
                  <a:cubicBezTo>
                    <a:pt x="73" y="87"/>
                    <a:pt x="83" y="88"/>
                    <a:pt x="93" y="89"/>
                  </a:cubicBezTo>
                  <a:cubicBezTo>
                    <a:pt x="97" y="90"/>
                    <a:pt x="101" y="92"/>
                    <a:pt x="104" y="95"/>
                  </a:cubicBezTo>
                  <a:cubicBezTo>
                    <a:pt x="105" y="95"/>
                    <a:pt x="105" y="96"/>
                    <a:pt x="106" y="96"/>
                  </a:cubicBezTo>
                  <a:cubicBezTo>
                    <a:pt x="112" y="95"/>
                    <a:pt x="116" y="98"/>
                    <a:pt x="119" y="104"/>
                  </a:cubicBezTo>
                  <a:cubicBezTo>
                    <a:pt x="119" y="105"/>
                    <a:pt x="120" y="105"/>
                    <a:pt x="121" y="105"/>
                  </a:cubicBezTo>
                  <a:cubicBezTo>
                    <a:pt x="131" y="107"/>
                    <a:pt x="140" y="109"/>
                    <a:pt x="150" y="110"/>
                  </a:cubicBezTo>
                  <a:cubicBezTo>
                    <a:pt x="157" y="112"/>
                    <a:pt x="164" y="112"/>
                    <a:pt x="170" y="113"/>
                  </a:cubicBezTo>
                  <a:cubicBezTo>
                    <a:pt x="175" y="114"/>
                    <a:pt x="180" y="114"/>
                    <a:pt x="185" y="115"/>
                  </a:cubicBezTo>
                  <a:cubicBezTo>
                    <a:pt x="186" y="115"/>
                    <a:pt x="187" y="115"/>
                    <a:pt x="189" y="115"/>
                  </a:cubicBezTo>
                  <a:cubicBezTo>
                    <a:pt x="194" y="114"/>
                    <a:pt x="197" y="111"/>
                    <a:pt x="197" y="106"/>
                  </a:cubicBezTo>
                  <a:cubicBezTo>
                    <a:pt x="197" y="99"/>
                    <a:pt x="197" y="92"/>
                    <a:pt x="197" y="85"/>
                  </a:cubicBezTo>
                  <a:cubicBezTo>
                    <a:pt x="197" y="68"/>
                    <a:pt x="197" y="52"/>
                    <a:pt x="196" y="35"/>
                  </a:cubicBezTo>
                  <a:cubicBezTo>
                    <a:pt x="196" y="26"/>
                    <a:pt x="196" y="17"/>
                    <a:pt x="195" y="9"/>
                  </a:cubicBezTo>
                  <a:close/>
                  <a:moveTo>
                    <a:pt x="98" y="106"/>
                  </a:moveTo>
                  <a:cubicBezTo>
                    <a:pt x="105" y="111"/>
                    <a:pt x="111" y="112"/>
                    <a:pt x="118" y="105"/>
                  </a:cubicBezTo>
                  <a:cubicBezTo>
                    <a:pt x="116" y="100"/>
                    <a:pt x="112" y="97"/>
                    <a:pt x="108" y="97"/>
                  </a:cubicBezTo>
                  <a:cubicBezTo>
                    <a:pt x="103" y="98"/>
                    <a:pt x="100" y="100"/>
                    <a:pt x="98" y="106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7775575" y="6248400"/>
              <a:ext cx="166688" cy="219075"/>
            </a:xfrm>
            <a:custGeom>
              <a:avLst/>
              <a:gdLst>
                <a:gd name="T0" fmla="*/ 12 w 44"/>
                <a:gd name="T1" fmla="*/ 56 h 58"/>
                <a:gd name="T2" fmla="*/ 8 w 44"/>
                <a:gd name="T3" fmla="*/ 54 h 58"/>
                <a:gd name="T4" fmla="*/ 0 w 44"/>
                <a:gd name="T5" fmla="*/ 43 h 58"/>
                <a:gd name="T6" fmla="*/ 7 w 44"/>
                <a:gd name="T7" fmla="*/ 12 h 58"/>
                <a:gd name="T8" fmla="*/ 10 w 44"/>
                <a:gd name="T9" fmla="*/ 6 h 58"/>
                <a:gd name="T10" fmla="*/ 25 w 44"/>
                <a:gd name="T11" fmla="*/ 1 h 58"/>
                <a:gd name="T12" fmla="*/ 32 w 44"/>
                <a:gd name="T13" fmla="*/ 4 h 58"/>
                <a:gd name="T14" fmla="*/ 39 w 44"/>
                <a:gd name="T15" fmla="*/ 15 h 58"/>
                <a:gd name="T16" fmla="*/ 34 w 44"/>
                <a:gd name="T17" fmla="*/ 27 h 58"/>
                <a:gd name="T18" fmla="*/ 39 w 44"/>
                <a:gd name="T19" fmla="*/ 30 h 58"/>
                <a:gd name="T20" fmla="*/ 42 w 44"/>
                <a:gd name="T21" fmla="*/ 42 h 58"/>
                <a:gd name="T22" fmla="*/ 36 w 44"/>
                <a:gd name="T23" fmla="*/ 53 h 58"/>
                <a:gd name="T24" fmla="*/ 34 w 44"/>
                <a:gd name="T25" fmla="*/ 55 h 58"/>
                <a:gd name="T26" fmla="*/ 34 w 44"/>
                <a:gd name="T27" fmla="*/ 55 h 58"/>
                <a:gd name="T28" fmla="*/ 18 w 44"/>
                <a:gd name="T29" fmla="*/ 57 h 58"/>
                <a:gd name="T30" fmla="*/ 18 w 44"/>
                <a:gd name="T31" fmla="*/ 57 h 58"/>
                <a:gd name="T32" fmla="*/ 16 w 44"/>
                <a:gd name="T33" fmla="*/ 57 h 58"/>
                <a:gd name="T34" fmla="*/ 13 w 44"/>
                <a:gd name="T35" fmla="*/ 56 h 58"/>
                <a:gd name="T36" fmla="*/ 12 w 44"/>
                <a:gd name="T37" fmla="*/ 56 h 58"/>
                <a:gd name="T38" fmla="*/ 17 w 44"/>
                <a:gd name="T39" fmla="*/ 38 h 58"/>
                <a:gd name="T40" fmla="*/ 21 w 44"/>
                <a:gd name="T41" fmla="*/ 43 h 58"/>
                <a:gd name="T42" fmla="*/ 25 w 44"/>
                <a:gd name="T43" fmla="*/ 38 h 58"/>
                <a:gd name="T44" fmla="*/ 21 w 44"/>
                <a:gd name="T45" fmla="*/ 34 h 58"/>
                <a:gd name="T46" fmla="*/ 17 w 44"/>
                <a:gd name="T47" fmla="*/ 38 h 58"/>
                <a:gd name="T48" fmla="*/ 27 w 44"/>
                <a:gd name="T49" fmla="*/ 18 h 58"/>
                <a:gd name="T50" fmla="*/ 24 w 44"/>
                <a:gd name="T51" fmla="*/ 15 h 58"/>
                <a:gd name="T52" fmla="*/ 21 w 44"/>
                <a:gd name="T53" fmla="*/ 19 h 58"/>
                <a:gd name="T54" fmla="*/ 23 w 44"/>
                <a:gd name="T55" fmla="*/ 22 h 58"/>
                <a:gd name="T56" fmla="*/ 27 w 44"/>
                <a:gd name="T57" fmla="*/ 1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" h="58">
                  <a:moveTo>
                    <a:pt x="12" y="56"/>
                  </a:moveTo>
                  <a:cubicBezTo>
                    <a:pt x="11" y="55"/>
                    <a:pt x="9" y="54"/>
                    <a:pt x="8" y="54"/>
                  </a:cubicBezTo>
                  <a:cubicBezTo>
                    <a:pt x="3" y="52"/>
                    <a:pt x="1" y="48"/>
                    <a:pt x="0" y="43"/>
                  </a:cubicBezTo>
                  <a:cubicBezTo>
                    <a:pt x="0" y="32"/>
                    <a:pt x="2" y="22"/>
                    <a:pt x="7" y="12"/>
                  </a:cubicBezTo>
                  <a:cubicBezTo>
                    <a:pt x="8" y="10"/>
                    <a:pt x="9" y="8"/>
                    <a:pt x="10" y="6"/>
                  </a:cubicBezTo>
                  <a:cubicBezTo>
                    <a:pt x="14" y="1"/>
                    <a:pt x="20" y="0"/>
                    <a:pt x="25" y="1"/>
                  </a:cubicBezTo>
                  <a:cubicBezTo>
                    <a:pt x="28" y="2"/>
                    <a:pt x="30" y="3"/>
                    <a:pt x="32" y="4"/>
                  </a:cubicBezTo>
                  <a:cubicBezTo>
                    <a:pt x="37" y="6"/>
                    <a:pt x="39" y="10"/>
                    <a:pt x="39" y="15"/>
                  </a:cubicBezTo>
                  <a:cubicBezTo>
                    <a:pt x="40" y="20"/>
                    <a:pt x="38" y="24"/>
                    <a:pt x="34" y="27"/>
                  </a:cubicBezTo>
                  <a:cubicBezTo>
                    <a:pt x="35" y="28"/>
                    <a:pt x="38" y="29"/>
                    <a:pt x="39" y="30"/>
                  </a:cubicBezTo>
                  <a:cubicBezTo>
                    <a:pt x="43" y="34"/>
                    <a:pt x="44" y="38"/>
                    <a:pt x="42" y="42"/>
                  </a:cubicBezTo>
                  <a:cubicBezTo>
                    <a:pt x="41" y="46"/>
                    <a:pt x="39" y="50"/>
                    <a:pt x="36" y="53"/>
                  </a:cubicBezTo>
                  <a:cubicBezTo>
                    <a:pt x="35" y="54"/>
                    <a:pt x="35" y="54"/>
                    <a:pt x="34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9" y="58"/>
                    <a:pt x="24" y="58"/>
                    <a:pt x="18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7" y="57"/>
                    <a:pt x="17" y="57"/>
                    <a:pt x="16" y="57"/>
                  </a:cubicBezTo>
                  <a:cubicBezTo>
                    <a:pt x="15" y="56"/>
                    <a:pt x="14" y="56"/>
                    <a:pt x="13" y="56"/>
                  </a:cubicBezTo>
                  <a:cubicBezTo>
                    <a:pt x="13" y="56"/>
                    <a:pt x="12" y="56"/>
                    <a:pt x="12" y="56"/>
                  </a:cubicBezTo>
                  <a:close/>
                  <a:moveTo>
                    <a:pt x="17" y="38"/>
                  </a:moveTo>
                  <a:cubicBezTo>
                    <a:pt x="17" y="41"/>
                    <a:pt x="19" y="43"/>
                    <a:pt x="21" y="43"/>
                  </a:cubicBezTo>
                  <a:cubicBezTo>
                    <a:pt x="23" y="43"/>
                    <a:pt x="25" y="40"/>
                    <a:pt x="25" y="38"/>
                  </a:cubicBezTo>
                  <a:cubicBezTo>
                    <a:pt x="25" y="35"/>
                    <a:pt x="23" y="34"/>
                    <a:pt x="21" y="34"/>
                  </a:cubicBezTo>
                  <a:cubicBezTo>
                    <a:pt x="19" y="34"/>
                    <a:pt x="17" y="36"/>
                    <a:pt x="17" y="38"/>
                  </a:cubicBezTo>
                  <a:close/>
                  <a:moveTo>
                    <a:pt x="27" y="18"/>
                  </a:moveTo>
                  <a:cubicBezTo>
                    <a:pt x="27" y="16"/>
                    <a:pt x="25" y="15"/>
                    <a:pt x="24" y="15"/>
                  </a:cubicBezTo>
                  <a:cubicBezTo>
                    <a:pt x="23" y="15"/>
                    <a:pt x="21" y="17"/>
                    <a:pt x="21" y="19"/>
                  </a:cubicBezTo>
                  <a:cubicBezTo>
                    <a:pt x="21" y="20"/>
                    <a:pt x="22" y="22"/>
                    <a:pt x="23" y="22"/>
                  </a:cubicBezTo>
                  <a:cubicBezTo>
                    <a:pt x="25" y="22"/>
                    <a:pt x="27" y="20"/>
                    <a:pt x="27" y="18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7381875" y="6002338"/>
              <a:ext cx="196850" cy="227013"/>
            </a:xfrm>
            <a:custGeom>
              <a:avLst/>
              <a:gdLst>
                <a:gd name="T0" fmla="*/ 0 w 52"/>
                <a:gd name="T1" fmla="*/ 16 h 60"/>
                <a:gd name="T2" fmla="*/ 1 w 52"/>
                <a:gd name="T3" fmla="*/ 13 h 60"/>
                <a:gd name="T4" fmla="*/ 7 w 52"/>
                <a:gd name="T5" fmla="*/ 6 h 60"/>
                <a:gd name="T6" fmla="*/ 27 w 52"/>
                <a:gd name="T7" fmla="*/ 2 h 60"/>
                <a:gd name="T8" fmla="*/ 40 w 52"/>
                <a:gd name="T9" fmla="*/ 14 h 60"/>
                <a:gd name="T10" fmla="*/ 36 w 52"/>
                <a:gd name="T11" fmla="*/ 34 h 60"/>
                <a:gd name="T12" fmla="*/ 42 w 52"/>
                <a:gd name="T13" fmla="*/ 37 h 60"/>
                <a:gd name="T14" fmla="*/ 48 w 52"/>
                <a:gd name="T15" fmla="*/ 40 h 60"/>
                <a:gd name="T16" fmla="*/ 49 w 52"/>
                <a:gd name="T17" fmla="*/ 41 h 60"/>
                <a:gd name="T18" fmla="*/ 51 w 52"/>
                <a:gd name="T19" fmla="*/ 47 h 60"/>
                <a:gd name="T20" fmla="*/ 46 w 52"/>
                <a:gd name="T21" fmla="*/ 50 h 60"/>
                <a:gd name="T22" fmla="*/ 35 w 52"/>
                <a:gd name="T23" fmla="*/ 47 h 60"/>
                <a:gd name="T24" fmla="*/ 25 w 52"/>
                <a:gd name="T25" fmla="*/ 43 h 60"/>
                <a:gd name="T26" fmla="*/ 26 w 52"/>
                <a:gd name="T27" fmla="*/ 50 h 60"/>
                <a:gd name="T28" fmla="*/ 25 w 52"/>
                <a:gd name="T29" fmla="*/ 56 h 60"/>
                <a:gd name="T30" fmla="*/ 17 w 52"/>
                <a:gd name="T31" fmla="*/ 58 h 60"/>
                <a:gd name="T32" fmla="*/ 11 w 52"/>
                <a:gd name="T33" fmla="*/ 50 h 60"/>
                <a:gd name="T34" fmla="*/ 0 w 52"/>
                <a:gd name="T35" fmla="*/ 22 h 60"/>
                <a:gd name="T36" fmla="*/ 0 w 52"/>
                <a:gd name="T37" fmla="*/ 16 h 60"/>
                <a:gd name="T38" fmla="*/ 0 w 52"/>
                <a:gd name="T39" fmla="*/ 16 h 60"/>
                <a:gd name="T40" fmla="*/ 27 w 52"/>
                <a:gd name="T41" fmla="*/ 20 h 60"/>
                <a:gd name="T42" fmla="*/ 23 w 52"/>
                <a:gd name="T43" fmla="*/ 14 h 60"/>
                <a:gd name="T44" fmla="*/ 17 w 52"/>
                <a:gd name="T45" fmla="*/ 18 h 60"/>
                <a:gd name="T46" fmla="*/ 18 w 52"/>
                <a:gd name="T47" fmla="*/ 25 h 60"/>
                <a:gd name="T48" fmla="*/ 25 w 52"/>
                <a:gd name="T49" fmla="*/ 25 h 60"/>
                <a:gd name="T50" fmla="*/ 27 w 52"/>
                <a:gd name="T51" fmla="*/ 2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2" h="60">
                  <a:moveTo>
                    <a:pt x="0" y="16"/>
                  </a:moveTo>
                  <a:cubicBezTo>
                    <a:pt x="0" y="15"/>
                    <a:pt x="0" y="14"/>
                    <a:pt x="1" y="13"/>
                  </a:cubicBezTo>
                  <a:cubicBezTo>
                    <a:pt x="2" y="10"/>
                    <a:pt x="4" y="8"/>
                    <a:pt x="7" y="6"/>
                  </a:cubicBezTo>
                  <a:cubicBezTo>
                    <a:pt x="13" y="2"/>
                    <a:pt x="20" y="0"/>
                    <a:pt x="27" y="2"/>
                  </a:cubicBezTo>
                  <a:cubicBezTo>
                    <a:pt x="35" y="3"/>
                    <a:pt x="38" y="8"/>
                    <a:pt x="40" y="14"/>
                  </a:cubicBezTo>
                  <a:cubicBezTo>
                    <a:pt x="43" y="21"/>
                    <a:pt x="42" y="28"/>
                    <a:pt x="36" y="34"/>
                  </a:cubicBezTo>
                  <a:cubicBezTo>
                    <a:pt x="38" y="35"/>
                    <a:pt x="40" y="36"/>
                    <a:pt x="42" y="37"/>
                  </a:cubicBezTo>
                  <a:cubicBezTo>
                    <a:pt x="44" y="38"/>
                    <a:pt x="46" y="39"/>
                    <a:pt x="48" y="40"/>
                  </a:cubicBezTo>
                  <a:cubicBezTo>
                    <a:pt x="48" y="40"/>
                    <a:pt x="49" y="41"/>
                    <a:pt x="49" y="41"/>
                  </a:cubicBezTo>
                  <a:cubicBezTo>
                    <a:pt x="51" y="43"/>
                    <a:pt x="52" y="45"/>
                    <a:pt x="51" y="47"/>
                  </a:cubicBezTo>
                  <a:cubicBezTo>
                    <a:pt x="50" y="49"/>
                    <a:pt x="48" y="50"/>
                    <a:pt x="46" y="50"/>
                  </a:cubicBezTo>
                  <a:cubicBezTo>
                    <a:pt x="42" y="50"/>
                    <a:pt x="38" y="49"/>
                    <a:pt x="35" y="47"/>
                  </a:cubicBezTo>
                  <a:cubicBezTo>
                    <a:pt x="31" y="46"/>
                    <a:pt x="28" y="44"/>
                    <a:pt x="25" y="43"/>
                  </a:cubicBezTo>
                  <a:cubicBezTo>
                    <a:pt x="26" y="45"/>
                    <a:pt x="26" y="48"/>
                    <a:pt x="26" y="50"/>
                  </a:cubicBezTo>
                  <a:cubicBezTo>
                    <a:pt x="26" y="52"/>
                    <a:pt x="25" y="54"/>
                    <a:pt x="25" y="56"/>
                  </a:cubicBezTo>
                  <a:cubicBezTo>
                    <a:pt x="23" y="59"/>
                    <a:pt x="20" y="60"/>
                    <a:pt x="17" y="58"/>
                  </a:cubicBezTo>
                  <a:cubicBezTo>
                    <a:pt x="15" y="55"/>
                    <a:pt x="13" y="53"/>
                    <a:pt x="11" y="50"/>
                  </a:cubicBezTo>
                  <a:cubicBezTo>
                    <a:pt x="6" y="41"/>
                    <a:pt x="3" y="32"/>
                    <a:pt x="0" y="22"/>
                  </a:cubicBezTo>
                  <a:cubicBezTo>
                    <a:pt x="0" y="20"/>
                    <a:pt x="0" y="18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lose/>
                  <a:moveTo>
                    <a:pt x="27" y="20"/>
                  </a:moveTo>
                  <a:cubicBezTo>
                    <a:pt x="27" y="17"/>
                    <a:pt x="25" y="15"/>
                    <a:pt x="23" y="14"/>
                  </a:cubicBezTo>
                  <a:cubicBezTo>
                    <a:pt x="20" y="13"/>
                    <a:pt x="17" y="15"/>
                    <a:pt x="17" y="18"/>
                  </a:cubicBezTo>
                  <a:cubicBezTo>
                    <a:pt x="17" y="20"/>
                    <a:pt x="17" y="23"/>
                    <a:pt x="18" y="25"/>
                  </a:cubicBezTo>
                  <a:cubicBezTo>
                    <a:pt x="20" y="28"/>
                    <a:pt x="23" y="28"/>
                    <a:pt x="25" y="25"/>
                  </a:cubicBezTo>
                  <a:cubicBezTo>
                    <a:pt x="26" y="24"/>
                    <a:pt x="26" y="22"/>
                    <a:pt x="27" y="2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7685088" y="6040438"/>
              <a:ext cx="155575" cy="192088"/>
            </a:xfrm>
            <a:custGeom>
              <a:avLst/>
              <a:gdLst>
                <a:gd name="T0" fmla="*/ 0 w 41"/>
                <a:gd name="T1" fmla="*/ 40 h 51"/>
                <a:gd name="T2" fmla="*/ 10 w 41"/>
                <a:gd name="T3" fmla="*/ 9 h 51"/>
                <a:gd name="T4" fmla="*/ 17 w 41"/>
                <a:gd name="T5" fmla="*/ 3 h 51"/>
                <a:gd name="T6" fmla="*/ 30 w 41"/>
                <a:gd name="T7" fmla="*/ 5 h 51"/>
                <a:gd name="T8" fmla="*/ 37 w 41"/>
                <a:gd name="T9" fmla="*/ 19 h 51"/>
                <a:gd name="T10" fmla="*/ 41 w 41"/>
                <a:gd name="T11" fmla="*/ 40 h 51"/>
                <a:gd name="T12" fmla="*/ 40 w 41"/>
                <a:gd name="T13" fmla="*/ 46 h 51"/>
                <a:gd name="T14" fmla="*/ 34 w 41"/>
                <a:gd name="T15" fmla="*/ 51 h 51"/>
                <a:gd name="T16" fmla="*/ 28 w 41"/>
                <a:gd name="T17" fmla="*/ 48 h 51"/>
                <a:gd name="T18" fmla="*/ 28 w 41"/>
                <a:gd name="T19" fmla="*/ 47 h 51"/>
                <a:gd name="T20" fmla="*/ 19 w 41"/>
                <a:gd name="T21" fmla="*/ 42 h 51"/>
                <a:gd name="T22" fmla="*/ 15 w 41"/>
                <a:gd name="T23" fmla="*/ 44 h 51"/>
                <a:gd name="T24" fmla="*/ 12 w 41"/>
                <a:gd name="T25" fmla="*/ 47 h 51"/>
                <a:gd name="T26" fmla="*/ 5 w 41"/>
                <a:gd name="T27" fmla="*/ 50 h 51"/>
                <a:gd name="T28" fmla="*/ 0 w 41"/>
                <a:gd name="T29" fmla="*/ 44 h 51"/>
                <a:gd name="T30" fmla="*/ 0 w 41"/>
                <a:gd name="T31" fmla="*/ 40 h 51"/>
                <a:gd name="T32" fmla="*/ 25 w 41"/>
                <a:gd name="T33" fmla="*/ 26 h 51"/>
                <a:gd name="T34" fmla="*/ 23 w 41"/>
                <a:gd name="T35" fmla="*/ 21 h 51"/>
                <a:gd name="T36" fmla="*/ 21 w 41"/>
                <a:gd name="T37" fmla="*/ 19 h 51"/>
                <a:gd name="T38" fmla="*/ 19 w 41"/>
                <a:gd name="T39" fmla="*/ 21 h 51"/>
                <a:gd name="T40" fmla="*/ 18 w 41"/>
                <a:gd name="T41" fmla="*/ 26 h 51"/>
                <a:gd name="T42" fmla="*/ 22 w 41"/>
                <a:gd name="T43" fmla="*/ 30 h 51"/>
                <a:gd name="T44" fmla="*/ 25 w 41"/>
                <a:gd name="T45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51">
                  <a:moveTo>
                    <a:pt x="0" y="40"/>
                  </a:moveTo>
                  <a:cubicBezTo>
                    <a:pt x="1" y="29"/>
                    <a:pt x="3" y="18"/>
                    <a:pt x="10" y="9"/>
                  </a:cubicBezTo>
                  <a:cubicBezTo>
                    <a:pt x="12" y="6"/>
                    <a:pt x="14" y="4"/>
                    <a:pt x="17" y="3"/>
                  </a:cubicBezTo>
                  <a:cubicBezTo>
                    <a:pt x="22" y="0"/>
                    <a:pt x="27" y="1"/>
                    <a:pt x="30" y="5"/>
                  </a:cubicBezTo>
                  <a:cubicBezTo>
                    <a:pt x="34" y="9"/>
                    <a:pt x="36" y="14"/>
                    <a:pt x="37" y="19"/>
                  </a:cubicBezTo>
                  <a:cubicBezTo>
                    <a:pt x="38" y="26"/>
                    <a:pt x="40" y="33"/>
                    <a:pt x="41" y="40"/>
                  </a:cubicBezTo>
                  <a:cubicBezTo>
                    <a:pt x="41" y="42"/>
                    <a:pt x="41" y="44"/>
                    <a:pt x="40" y="46"/>
                  </a:cubicBezTo>
                  <a:cubicBezTo>
                    <a:pt x="40" y="49"/>
                    <a:pt x="37" y="51"/>
                    <a:pt x="34" y="51"/>
                  </a:cubicBezTo>
                  <a:cubicBezTo>
                    <a:pt x="32" y="51"/>
                    <a:pt x="30" y="50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6" y="43"/>
                    <a:pt x="23" y="41"/>
                    <a:pt x="19" y="42"/>
                  </a:cubicBezTo>
                  <a:cubicBezTo>
                    <a:pt x="17" y="42"/>
                    <a:pt x="16" y="42"/>
                    <a:pt x="15" y="44"/>
                  </a:cubicBezTo>
                  <a:cubicBezTo>
                    <a:pt x="14" y="45"/>
                    <a:pt x="13" y="46"/>
                    <a:pt x="12" y="47"/>
                  </a:cubicBezTo>
                  <a:cubicBezTo>
                    <a:pt x="10" y="50"/>
                    <a:pt x="7" y="51"/>
                    <a:pt x="5" y="50"/>
                  </a:cubicBezTo>
                  <a:cubicBezTo>
                    <a:pt x="2" y="49"/>
                    <a:pt x="0" y="47"/>
                    <a:pt x="0" y="44"/>
                  </a:cubicBezTo>
                  <a:cubicBezTo>
                    <a:pt x="0" y="43"/>
                    <a:pt x="0" y="42"/>
                    <a:pt x="0" y="40"/>
                  </a:cubicBezTo>
                  <a:close/>
                  <a:moveTo>
                    <a:pt x="25" y="26"/>
                  </a:moveTo>
                  <a:cubicBezTo>
                    <a:pt x="24" y="24"/>
                    <a:pt x="24" y="22"/>
                    <a:pt x="23" y="21"/>
                  </a:cubicBezTo>
                  <a:cubicBezTo>
                    <a:pt x="23" y="20"/>
                    <a:pt x="22" y="19"/>
                    <a:pt x="21" y="19"/>
                  </a:cubicBezTo>
                  <a:cubicBezTo>
                    <a:pt x="21" y="19"/>
                    <a:pt x="19" y="20"/>
                    <a:pt x="19" y="21"/>
                  </a:cubicBezTo>
                  <a:cubicBezTo>
                    <a:pt x="19" y="22"/>
                    <a:pt x="18" y="24"/>
                    <a:pt x="18" y="26"/>
                  </a:cubicBezTo>
                  <a:cubicBezTo>
                    <a:pt x="18" y="29"/>
                    <a:pt x="20" y="30"/>
                    <a:pt x="22" y="30"/>
                  </a:cubicBezTo>
                  <a:cubicBezTo>
                    <a:pt x="24" y="30"/>
                    <a:pt x="24" y="29"/>
                    <a:pt x="25" y="26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auto">
            <a:xfrm>
              <a:off x="7221538" y="6327775"/>
              <a:ext cx="155575" cy="200025"/>
            </a:xfrm>
            <a:custGeom>
              <a:avLst/>
              <a:gdLst>
                <a:gd name="T0" fmla="*/ 0 w 41"/>
                <a:gd name="T1" fmla="*/ 24 h 53"/>
                <a:gd name="T2" fmla="*/ 3 w 41"/>
                <a:gd name="T3" fmla="*/ 8 h 53"/>
                <a:gd name="T4" fmla="*/ 19 w 41"/>
                <a:gd name="T5" fmla="*/ 4 h 53"/>
                <a:gd name="T6" fmla="*/ 28 w 41"/>
                <a:gd name="T7" fmla="*/ 13 h 53"/>
                <a:gd name="T8" fmla="*/ 40 w 41"/>
                <a:gd name="T9" fmla="*/ 31 h 53"/>
                <a:gd name="T10" fmla="*/ 41 w 41"/>
                <a:gd name="T11" fmla="*/ 37 h 53"/>
                <a:gd name="T12" fmla="*/ 32 w 41"/>
                <a:gd name="T13" fmla="*/ 41 h 53"/>
                <a:gd name="T14" fmla="*/ 29 w 41"/>
                <a:gd name="T15" fmla="*/ 39 h 53"/>
                <a:gd name="T16" fmla="*/ 18 w 41"/>
                <a:gd name="T17" fmla="*/ 43 h 53"/>
                <a:gd name="T18" fmla="*/ 17 w 41"/>
                <a:gd name="T19" fmla="*/ 47 h 53"/>
                <a:gd name="T20" fmla="*/ 12 w 41"/>
                <a:gd name="T21" fmla="*/ 52 h 53"/>
                <a:gd name="T22" fmla="*/ 6 w 41"/>
                <a:gd name="T23" fmla="*/ 49 h 53"/>
                <a:gd name="T24" fmla="*/ 1 w 41"/>
                <a:gd name="T25" fmla="*/ 35 h 53"/>
                <a:gd name="T26" fmla="*/ 0 w 41"/>
                <a:gd name="T27" fmla="*/ 24 h 53"/>
                <a:gd name="T28" fmla="*/ 13 w 41"/>
                <a:gd name="T29" fmla="*/ 22 h 53"/>
                <a:gd name="T30" fmla="*/ 16 w 41"/>
                <a:gd name="T31" fmla="*/ 27 h 53"/>
                <a:gd name="T32" fmla="*/ 20 w 41"/>
                <a:gd name="T33" fmla="*/ 28 h 53"/>
                <a:gd name="T34" fmla="*/ 20 w 41"/>
                <a:gd name="T35" fmla="*/ 25 h 53"/>
                <a:gd name="T36" fmla="*/ 18 w 41"/>
                <a:gd name="T37" fmla="*/ 20 h 53"/>
                <a:gd name="T38" fmla="*/ 15 w 41"/>
                <a:gd name="T39" fmla="*/ 19 h 53"/>
                <a:gd name="T40" fmla="*/ 13 w 41"/>
                <a:gd name="T41" fmla="*/ 2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1" h="53">
                  <a:moveTo>
                    <a:pt x="0" y="24"/>
                  </a:moveTo>
                  <a:cubicBezTo>
                    <a:pt x="0" y="19"/>
                    <a:pt x="1" y="13"/>
                    <a:pt x="3" y="8"/>
                  </a:cubicBezTo>
                  <a:cubicBezTo>
                    <a:pt x="7" y="2"/>
                    <a:pt x="13" y="0"/>
                    <a:pt x="19" y="4"/>
                  </a:cubicBezTo>
                  <a:cubicBezTo>
                    <a:pt x="23" y="7"/>
                    <a:pt x="26" y="10"/>
                    <a:pt x="28" y="13"/>
                  </a:cubicBezTo>
                  <a:cubicBezTo>
                    <a:pt x="32" y="19"/>
                    <a:pt x="36" y="25"/>
                    <a:pt x="40" y="31"/>
                  </a:cubicBezTo>
                  <a:cubicBezTo>
                    <a:pt x="41" y="33"/>
                    <a:pt x="41" y="35"/>
                    <a:pt x="41" y="37"/>
                  </a:cubicBezTo>
                  <a:cubicBezTo>
                    <a:pt x="41" y="42"/>
                    <a:pt x="36" y="44"/>
                    <a:pt x="32" y="41"/>
                  </a:cubicBezTo>
                  <a:cubicBezTo>
                    <a:pt x="31" y="41"/>
                    <a:pt x="30" y="40"/>
                    <a:pt x="29" y="39"/>
                  </a:cubicBezTo>
                  <a:cubicBezTo>
                    <a:pt x="25" y="36"/>
                    <a:pt x="19" y="39"/>
                    <a:pt x="18" y="43"/>
                  </a:cubicBezTo>
                  <a:cubicBezTo>
                    <a:pt x="18" y="45"/>
                    <a:pt x="18" y="46"/>
                    <a:pt x="17" y="47"/>
                  </a:cubicBezTo>
                  <a:cubicBezTo>
                    <a:pt x="16" y="50"/>
                    <a:pt x="15" y="52"/>
                    <a:pt x="12" y="52"/>
                  </a:cubicBezTo>
                  <a:cubicBezTo>
                    <a:pt x="9" y="53"/>
                    <a:pt x="7" y="51"/>
                    <a:pt x="6" y="49"/>
                  </a:cubicBezTo>
                  <a:cubicBezTo>
                    <a:pt x="3" y="44"/>
                    <a:pt x="2" y="40"/>
                    <a:pt x="1" y="35"/>
                  </a:cubicBezTo>
                  <a:cubicBezTo>
                    <a:pt x="1" y="31"/>
                    <a:pt x="0" y="28"/>
                    <a:pt x="0" y="24"/>
                  </a:cubicBezTo>
                  <a:close/>
                  <a:moveTo>
                    <a:pt x="13" y="22"/>
                  </a:moveTo>
                  <a:cubicBezTo>
                    <a:pt x="14" y="24"/>
                    <a:pt x="15" y="26"/>
                    <a:pt x="16" y="27"/>
                  </a:cubicBezTo>
                  <a:cubicBezTo>
                    <a:pt x="17" y="29"/>
                    <a:pt x="18" y="29"/>
                    <a:pt x="20" y="28"/>
                  </a:cubicBezTo>
                  <a:cubicBezTo>
                    <a:pt x="21" y="27"/>
                    <a:pt x="21" y="26"/>
                    <a:pt x="20" y="25"/>
                  </a:cubicBezTo>
                  <a:cubicBezTo>
                    <a:pt x="20" y="23"/>
                    <a:pt x="19" y="21"/>
                    <a:pt x="18" y="20"/>
                  </a:cubicBezTo>
                  <a:cubicBezTo>
                    <a:pt x="17" y="19"/>
                    <a:pt x="15" y="18"/>
                    <a:pt x="15" y="19"/>
                  </a:cubicBezTo>
                  <a:cubicBezTo>
                    <a:pt x="14" y="19"/>
                    <a:pt x="14" y="20"/>
                    <a:pt x="13" y="2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7108825" y="6138863"/>
              <a:ext cx="169863" cy="173038"/>
            </a:xfrm>
            <a:custGeom>
              <a:avLst/>
              <a:gdLst>
                <a:gd name="T0" fmla="*/ 35 w 45"/>
                <a:gd name="T1" fmla="*/ 38 h 46"/>
                <a:gd name="T2" fmla="*/ 31 w 45"/>
                <a:gd name="T3" fmla="*/ 41 h 46"/>
                <a:gd name="T4" fmla="*/ 11 w 45"/>
                <a:gd name="T5" fmla="*/ 43 h 46"/>
                <a:gd name="T6" fmla="*/ 5 w 45"/>
                <a:gd name="T7" fmla="*/ 37 h 46"/>
                <a:gd name="T8" fmla="*/ 2 w 45"/>
                <a:gd name="T9" fmla="*/ 14 h 46"/>
                <a:gd name="T10" fmla="*/ 20 w 45"/>
                <a:gd name="T11" fmla="*/ 1 h 46"/>
                <a:gd name="T12" fmla="*/ 36 w 45"/>
                <a:gd name="T13" fmla="*/ 16 h 46"/>
                <a:gd name="T14" fmla="*/ 37 w 45"/>
                <a:gd name="T15" fmla="*/ 26 h 46"/>
                <a:gd name="T16" fmla="*/ 40 w 45"/>
                <a:gd name="T17" fmla="*/ 31 h 46"/>
                <a:gd name="T18" fmla="*/ 43 w 45"/>
                <a:gd name="T19" fmla="*/ 33 h 46"/>
                <a:gd name="T20" fmla="*/ 44 w 45"/>
                <a:gd name="T21" fmla="*/ 38 h 46"/>
                <a:gd name="T22" fmla="*/ 42 w 45"/>
                <a:gd name="T23" fmla="*/ 41 h 46"/>
                <a:gd name="T24" fmla="*/ 36 w 45"/>
                <a:gd name="T25" fmla="*/ 40 h 46"/>
                <a:gd name="T26" fmla="*/ 35 w 45"/>
                <a:gd name="T27" fmla="*/ 38 h 46"/>
                <a:gd name="T28" fmla="*/ 26 w 45"/>
                <a:gd name="T29" fmla="*/ 23 h 46"/>
                <a:gd name="T30" fmla="*/ 24 w 45"/>
                <a:gd name="T31" fmla="*/ 15 h 46"/>
                <a:gd name="T32" fmla="*/ 20 w 45"/>
                <a:gd name="T33" fmla="*/ 11 h 46"/>
                <a:gd name="T34" fmla="*/ 14 w 45"/>
                <a:gd name="T35" fmla="*/ 14 h 46"/>
                <a:gd name="T36" fmla="*/ 20 w 45"/>
                <a:gd name="T37" fmla="*/ 30 h 46"/>
                <a:gd name="T38" fmla="*/ 23 w 45"/>
                <a:gd name="T39" fmla="*/ 31 h 46"/>
                <a:gd name="T40" fmla="*/ 26 w 45"/>
                <a:gd name="T41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" h="46">
                  <a:moveTo>
                    <a:pt x="35" y="38"/>
                  </a:moveTo>
                  <a:cubicBezTo>
                    <a:pt x="33" y="40"/>
                    <a:pt x="32" y="40"/>
                    <a:pt x="31" y="41"/>
                  </a:cubicBezTo>
                  <a:cubicBezTo>
                    <a:pt x="26" y="45"/>
                    <a:pt x="17" y="46"/>
                    <a:pt x="11" y="43"/>
                  </a:cubicBezTo>
                  <a:cubicBezTo>
                    <a:pt x="8" y="42"/>
                    <a:pt x="6" y="40"/>
                    <a:pt x="5" y="37"/>
                  </a:cubicBezTo>
                  <a:cubicBezTo>
                    <a:pt x="1" y="30"/>
                    <a:pt x="0" y="22"/>
                    <a:pt x="2" y="14"/>
                  </a:cubicBezTo>
                  <a:cubicBezTo>
                    <a:pt x="4" y="5"/>
                    <a:pt x="11" y="0"/>
                    <a:pt x="20" y="1"/>
                  </a:cubicBezTo>
                  <a:cubicBezTo>
                    <a:pt x="28" y="1"/>
                    <a:pt x="35" y="8"/>
                    <a:pt x="36" y="16"/>
                  </a:cubicBezTo>
                  <a:cubicBezTo>
                    <a:pt x="37" y="19"/>
                    <a:pt x="37" y="23"/>
                    <a:pt x="37" y="26"/>
                  </a:cubicBezTo>
                  <a:cubicBezTo>
                    <a:pt x="37" y="29"/>
                    <a:pt x="38" y="30"/>
                    <a:pt x="40" y="31"/>
                  </a:cubicBezTo>
                  <a:cubicBezTo>
                    <a:pt x="41" y="32"/>
                    <a:pt x="42" y="32"/>
                    <a:pt x="43" y="33"/>
                  </a:cubicBezTo>
                  <a:cubicBezTo>
                    <a:pt x="45" y="34"/>
                    <a:pt x="45" y="36"/>
                    <a:pt x="44" y="38"/>
                  </a:cubicBezTo>
                  <a:cubicBezTo>
                    <a:pt x="43" y="39"/>
                    <a:pt x="42" y="40"/>
                    <a:pt x="42" y="41"/>
                  </a:cubicBezTo>
                  <a:cubicBezTo>
                    <a:pt x="39" y="43"/>
                    <a:pt x="38" y="42"/>
                    <a:pt x="36" y="40"/>
                  </a:cubicBezTo>
                  <a:cubicBezTo>
                    <a:pt x="36" y="40"/>
                    <a:pt x="35" y="39"/>
                    <a:pt x="35" y="38"/>
                  </a:cubicBezTo>
                  <a:close/>
                  <a:moveTo>
                    <a:pt x="26" y="23"/>
                  </a:moveTo>
                  <a:cubicBezTo>
                    <a:pt x="25" y="20"/>
                    <a:pt x="25" y="18"/>
                    <a:pt x="24" y="15"/>
                  </a:cubicBezTo>
                  <a:cubicBezTo>
                    <a:pt x="24" y="12"/>
                    <a:pt x="22" y="11"/>
                    <a:pt x="20" y="11"/>
                  </a:cubicBezTo>
                  <a:cubicBezTo>
                    <a:pt x="17" y="10"/>
                    <a:pt x="15" y="12"/>
                    <a:pt x="14" y="14"/>
                  </a:cubicBezTo>
                  <a:cubicBezTo>
                    <a:pt x="12" y="20"/>
                    <a:pt x="14" y="26"/>
                    <a:pt x="20" y="30"/>
                  </a:cubicBezTo>
                  <a:cubicBezTo>
                    <a:pt x="21" y="30"/>
                    <a:pt x="22" y="30"/>
                    <a:pt x="23" y="31"/>
                  </a:cubicBezTo>
                  <a:cubicBezTo>
                    <a:pt x="20" y="27"/>
                    <a:pt x="20" y="24"/>
                    <a:pt x="26" y="23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396163" y="6645275"/>
              <a:ext cx="196850" cy="200025"/>
            </a:xfrm>
            <a:custGeom>
              <a:avLst/>
              <a:gdLst>
                <a:gd name="T0" fmla="*/ 38 w 52"/>
                <a:gd name="T1" fmla="*/ 53 h 53"/>
                <a:gd name="T2" fmla="*/ 36 w 52"/>
                <a:gd name="T3" fmla="*/ 44 h 53"/>
                <a:gd name="T4" fmla="*/ 38 w 52"/>
                <a:gd name="T5" fmla="*/ 31 h 53"/>
                <a:gd name="T6" fmla="*/ 30 w 52"/>
                <a:gd name="T7" fmla="*/ 37 h 53"/>
                <a:gd name="T8" fmla="*/ 23 w 52"/>
                <a:gd name="T9" fmla="*/ 39 h 53"/>
                <a:gd name="T10" fmla="*/ 18 w 52"/>
                <a:gd name="T11" fmla="*/ 35 h 53"/>
                <a:gd name="T12" fmla="*/ 18 w 52"/>
                <a:gd name="T13" fmla="*/ 28 h 53"/>
                <a:gd name="T14" fmla="*/ 18 w 52"/>
                <a:gd name="T15" fmla="*/ 25 h 53"/>
                <a:gd name="T16" fmla="*/ 15 w 52"/>
                <a:gd name="T17" fmla="*/ 24 h 53"/>
                <a:gd name="T18" fmla="*/ 13 w 52"/>
                <a:gd name="T19" fmla="*/ 26 h 53"/>
                <a:gd name="T20" fmla="*/ 3 w 52"/>
                <a:gd name="T21" fmla="*/ 31 h 53"/>
                <a:gd name="T22" fmla="*/ 0 w 52"/>
                <a:gd name="T23" fmla="*/ 31 h 53"/>
                <a:gd name="T24" fmla="*/ 1 w 52"/>
                <a:gd name="T25" fmla="*/ 28 h 53"/>
                <a:gd name="T26" fmla="*/ 15 w 52"/>
                <a:gd name="T27" fmla="*/ 7 h 53"/>
                <a:gd name="T28" fmla="*/ 22 w 52"/>
                <a:gd name="T29" fmla="*/ 2 h 53"/>
                <a:gd name="T30" fmla="*/ 29 w 52"/>
                <a:gd name="T31" fmla="*/ 5 h 53"/>
                <a:gd name="T32" fmla="*/ 30 w 52"/>
                <a:gd name="T33" fmla="*/ 16 h 53"/>
                <a:gd name="T34" fmla="*/ 28 w 52"/>
                <a:gd name="T35" fmla="*/ 23 h 53"/>
                <a:gd name="T36" fmla="*/ 28 w 52"/>
                <a:gd name="T37" fmla="*/ 24 h 53"/>
                <a:gd name="T38" fmla="*/ 29 w 52"/>
                <a:gd name="T39" fmla="*/ 27 h 53"/>
                <a:gd name="T40" fmla="*/ 32 w 52"/>
                <a:gd name="T41" fmla="*/ 25 h 53"/>
                <a:gd name="T42" fmla="*/ 47 w 52"/>
                <a:gd name="T43" fmla="*/ 15 h 53"/>
                <a:gd name="T44" fmla="*/ 52 w 52"/>
                <a:gd name="T45" fmla="*/ 19 h 53"/>
                <a:gd name="T46" fmla="*/ 48 w 52"/>
                <a:gd name="T47" fmla="*/ 34 h 53"/>
                <a:gd name="T48" fmla="*/ 40 w 52"/>
                <a:gd name="T49" fmla="*/ 50 h 53"/>
                <a:gd name="T50" fmla="*/ 38 w 52"/>
                <a:gd name="T51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2" h="53">
                  <a:moveTo>
                    <a:pt x="38" y="53"/>
                  </a:moveTo>
                  <a:cubicBezTo>
                    <a:pt x="35" y="50"/>
                    <a:pt x="35" y="47"/>
                    <a:pt x="36" y="44"/>
                  </a:cubicBezTo>
                  <a:cubicBezTo>
                    <a:pt x="36" y="40"/>
                    <a:pt x="37" y="36"/>
                    <a:pt x="38" y="31"/>
                  </a:cubicBezTo>
                  <a:cubicBezTo>
                    <a:pt x="35" y="33"/>
                    <a:pt x="32" y="35"/>
                    <a:pt x="30" y="37"/>
                  </a:cubicBezTo>
                  <a:cubicBezTo>
                    <a:pt x="27" y="38"/>
                    <a:pt x="25" y="39"/>
                    <a:pt x="23" y="39"/>
                  </a:cubicBezTo>
                  <a:cubicBezTo>
                    <a:pt x="20" y="40"/>
                    <a:pt x="18" y="38"/>
                    <a:pt x="18" y="35"/>
                  </a:cubicBezTo>
                  <a:cubicBezTo>
                    <a:pt x="18" y="33"/>
                    <a:pt x="18" y="31"/>
                    <a:pt x="18" y="28"/>
                  </a:cubicBezTo>
                  <a:cubicBezTo>
                    <a:pt x="18" y="27"/>
                    <a:pt x="18" y="26"/>
                    <a:pt x="18" y="25"/>
                  </a:cubicBezTo>
                  <a:cubicBezTo>
                    <a:pt x="18" y="23"/>
                    <a:pt x="17" y="23"/>
                    <a:pt x="15" y="24"/>
                  </a:cubicBezTo>
                  <a:cubicBezTo>
                    <a:pt x="14" y="24"/>
                    <a:pt x="14" y="25"/>
                    <a:pt x="13" y="26"/>
                  </a:cubicBezTo>
                  <a:cubicBezTo>
                    <a:pt x="10" y="28"/>
                    <a:pt x="7" y="31"/>
                    <a:pt x="3" y="31"/>
                  </a:cubicBezTo>
                  <a:cubicBezTo>
                    <a:pt x="2" y="32"/>
                    <a:pt x="1" y="32"/>
                    <a:pt x="0" y="31"/>
                  </a:cubicBezTo>
                  <a:cubicBezTo>
                    <a:pt x="0" y="30"/>
                    <a:pt x="0" y="29"/>
                    <a:pt x="1" y="28"/>
                  </a:cubicBezTo>
                  <a:cubicBezTo>
                    <a:pt x="4" y="20"/>
                    <a:pt x="9" y="12"/>
                    <a:pt x="15" y="7"/>
                  </a:cubicBezTo>
                  <a:cubicBezTo>
                    <a:pt x="18" y="5"/>
                    <a:pt x="20" y="3"/>
                    <a:pt x="22" y="2"/>
                  </a:cubicBezTo>
                  <a:cubicBezTo>
                    <a:pt x="26" y="0"/>
                    <a:pt x="29" y="1"/>
                    <a:pt x="29" y="5"/>
                  </a:cubicBezTo>
                  <a:cubicBezTo>
                    <a:pt x="30" y="8"/>
                    <a:pt x="30" y="12"/>
                    <a:pt x="30" y="16"/>
                  </a:cubicBezTo>
                  <a:cubicBezTo>
                    <a:pt x="29" y="18"/>
                    <a:pt x="29" y="20"/>
                    <a:pt x="28" y="23"/>
                  </a:cubicBezTo>
                  <a:cubicBezTo>
                    <a:pt x="28" y="23"/>
                    <a:pt x="28" y="23"/>
                    <a:pt x="28" y="24"/>
                  </a:cubicBezTo>
                  <a:cubicBezTo>
                    <a:pt x="28" y="25"/>
                    <a:pt x="29" y="26"/>
                    <a:pt x="29" y="27"/>
                  </a:cubicBezTo>
                  <a:cubicBezTo>
                    <a:pt x="30" y="26"/>
                    <a:pt x="31" y="26"/>
                    <a:pt x="32" y="25"/>
                  </a:cubicBezTo>
                  <a:cubicBezTo>
                    <a:pt x="36" y="20"/>
                    <a:pt x="40" y="17"/>
                    <a:pt x="47" y="15"/>
                  </a:cubicBezTo>
                  <a:cubicBezTo>
                    <a:pt x="51" y="14"/>
                    <a:pt x="52" y="15"/>
                    <a:pt x="52" y="19"/>
                  </a:cubicBezTo>
                  <a:cubicBezTo>
                    <a:pt x="52" y="24"/>
                    <a:pt x="50" y="29"/>
                    <a:pt x="48" y="34"/>
                  </a:cubicBezTo>
                  <a:cubicBezTo>
                    <a:pt x="46" y="39"/>
                    <a:pt x="43" y="44"/>
                    <a:pt x="40" y="50"/>
                  </a:cubicBezTo>
                  <a:cubicBezTo>
                    <a:pt x="40" y="51"/>
                    <a:pt x="39" y="52"/>
                    <a:pt x="38" y="53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7234238" y="6040438"/>
              <a:ext cx="131763" cy="169863"/>
            </a:xfrm>
            <a:custGeom>
              <a:avLst/>
              <a:gdLst>
                <a:gd name="T0" fmla="*/ 28 w 35"/>
                <a:gd name="T1" fmla="*/ 28 h 45"/>
                <a:gd name="T2" fmla="*/ 33 w 35"/>
                <a:gd name="T3" fmla="*/ 36 h 45"/>
                <a:gd name="T4" fmla="*/ 33 w 35"/>
                <a:gd name="T5" fmla="*/ 42 h 45"/>
                <a:gd name="T6" fmla="*/ 26 w 35"/>
                <a:gd name="T7" fmla="*/ 44 h 45"/>
                <a:gd name="T8" fmla="*/ 4 w 35"/>
                <a:gd name="T9" fmla="*/ 28 h 45"/>
                <a:gd name="T10" fmla="*/ 4 w 35"/>
                <a:gd name="T11" fmla="*/ 11 h 45"/>
                <a:gd name="T12" fmla="*/ 12 w 35"/>
                <a:gd name="T13" fmla="*/ 3 h 45"/>
                <a:gd name="T14" fmla="*/ 26 w 35"/>
                <a:gd name="T15" fmla="*/ 3 h 45"/>
                <a:gd name="T16" fmla="*/ 34 w 35"/>
                <a:gd name="T17" fmla="*/ 17 h 45"/>
                <a:gd name="T18" fmla="*/ 28 w 35"/>
                <a:gd name="T19" fmla="*/ 28 h 45"/>
                <a:gd name="T20" fmla="*/ 22 w 35"/>
                <a:gd name="T21" fmla="*/ 17 h 45"/>
                <a:gd name="T22" fmla="*/ 17 w 35"/>
                <a:gd name="T23" fmla="*/ 12 h 45"/>
                <a:gd name="T24" fmla="*/ 13 w 35"/>
                <a:gd name="T25" fmla="*/ 16 h 45"/>
                <a:gd name="T26" fmla="*/ 18 w 35"/>
                <a:gd name="T27" fmla="*/ 21 h 45"/>
                <a:gd name="T28" fmla="*/ 22 w 35"/>
                <a:gd name="T29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" h="45">
                  <a:moveTo>
                    <a:pt x="28" y="28"/>
                  </a:moveTo>
                  <a:cubicBezTo>
                    <a:pt x="30" y="31"/>
                    <a:pt x="32" y="33"/>
                    <a:pt x="33" y="36"/>
                  </a:cubicBezTo>
                  <a:cubicBezTo>
                    <a:pt x="34" y="38"/>
                    <a:pt x="34" y="41"/>
                    <a:pt x="33" y="42"/>
                  </a:cubicBezTo>
                  <a:cubicBezTo>
                    <a:pt x="31" y="44"/>
                    <a:pt x="28" y="45"/>
                    <a:pt x="26" y="44"/>
                  </a:cubicBezTo>
                  <a:cubicBezTo>
                    <a:pt x="17" y="40"/>
                    <a:pt x="9" y="36"/>
                    <a:pt x="4" y="28"/>
                  </a:cubicBezTo>
                  <a:cubicBezTo>
                    <a:pt x="0" y="23"/>
                    <a:pt x="0" y="17"/>
                    <a:pt x="4" y="11"/>
                  </a:cubicBezTo>
                  <a:cubicBezTo>
                    <a:pt x="6" y="8"/>
                    <a:pt x="9" y="5"/>
                    <a:pt x="12" y="3"/>
                  </a:cubicBezTo>
                  <a:cubicBezTo>
                    <a:pt x="17" y="0"/>
                    <a:pt x="22" y="0"/>
                    <a:pt x="26" y="3"/>
                  </a:cubicBezTo>
                  <a:cubicBezTo>
                    <a:pt x="31" y="6"/>
                    <a:pt x="35" y="10"/>
                    <a:pt x="34" y="17"/>
                  </a:cubicBezTo>
                  <a:cubicBezTo>
                    <a:pt x="34" y="21"/>
                    <a:pt x="31" y="25"/>
                    <a:pt x="28" y="28"/>
                  </a:cubicBezTo>
                  <a:close/>
                  <a:moveTo>
                    <a:pt x="22" y="17"/>
                  </a:moveTo>
                  <a:cubicBezTo>
                    <a:pt x="22" y="15"/>
                    <a:pt x="19" y="12"/>
                    <a:pt x="17" y="12"/>
                  </a:cubicBezTo>
                  <a:cubicBezTo>
                    <a:pt x="15" y="12"/>
                    <a:pt x="13" y="14"/>
                    <a:pt x="13" y="16"/>
                  </a:cubicBezTo>
                  <a:cubicBezTo>
                    <a:pt x="13" y="19"/>
                    <a:pt x="16" y="21"/>
                    <a:pt x="18" y="21"/>
                  </a:cubicBezTo>
                  <a:cubicBezTo>
                    <a:pt x="20" y="21"/>
                    <a:pt x="22" y="20"/>
                    <a:pt x="22" y="1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7035800" y="6346825"/>
              <a:ext cx="141288" cy="173038"/>
            </a:xfrm>
            <a:custGeom>
              <a:avLst/>
              <a:gdLst>
                <a:gd name="T0" fmla="*/ 16 w 37"/>
                <a:gd name="T1" fmla="*/ 12 h 46"/>
                <a:gd name="T2" fmla="*/ 7 w 37"/>
                <a:gd name="T3" fmla="*/ 14 h 46"/>
                <a:gd name="T4" fmla="*/ 4 w 37"/>
                <a:gd name="T5" fmla="*/ 14 h 46"/>
                <a:gd name="T6" fmla="*/ 2 w 37"/>
                <a:gd name="T7" fmla="*/ 9 h 46"/>
                <a:gd name="T8" fmla="*/ 5 w 37"/>
                <a:gd name="T9" fmla="*/ 6 h 46"/>
                <a:gd name="T10" fmla="*/ 24 w 37"/>
                <a:gd name="T11" fmla="*/ 0 h 46"/>
                <a:gd name="T12" fmla="*/ 31 w 37"/>
                <a:gd name="T13" fmla="*/ 8 h 46"/>
                <a:gd name="T14" fmla="*/ 28 w 37"/>
                <a:gd name="T15" fmla="*/ 20 h 46"/>
                <a:gd name="T16" fmla="*/ 22 w 37"/>
                <a:gd name="T17" fmla="*/ 31 h 46"/>
                <a:gd name="T18" fmla="*/ 29 w 37"/>
                <a:gd name="T19" fmla="*/ 30 h 46"/>
                <a:gd name="T20" fmla="*/ 33 w 37"/>
                <a:gd name="T21" fmla="*/ 30 h 46"/>
                <a:gd name="T22" fmla="*/ 36 w 37"/>
                <a:gd name="T23" fmla="*/ 34 h 46"/>
                <a:gd name="T24" fmla="*/ 35 w 37"/>
                <a:gd name="T25" fmla="*/ 39 h 46"/>
                <a:gd name="T26" fmla="*/ 29 w 37"/>
                <a:gd name="T27" fmla="*/ 42 h 46"/>
                <a:gd name="T28" fmla="*/ 11 w 37"/>
                <a:gd name="T29" fmla="*/ 46 h 46"/>
                <a:gd name="T30" fmla="*/ 6 w 37"/>
                <a:gd name="T31" fmla="*/ 41 h 46"/>
                <a:gd name="T32" fmla="*/ 7 w 37"/>
                <a:gd name="T33" fmla="*/ 31 h 46"/>
                <a:gd name="T34" fmla="*/ 15 w 37"/>
                <a:gd name="T35" fmla="*/ 14 h 46"/>
                <a:gd name="T36" fmla="*/ 16 w 37"/>
                <a:gd name="T37" fmla="*/ 1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" h="46">
                  <a:moveTo>
                    <a:pt x="16" y="12"/>
                  </a:moveTo>
                  <a:cubicBezTo>
                    <a:pt x="13" y="13"/>
                    <a:pt x="10" y="13"/>
                    <a:pt x="7" y="14"/>
                  </a:cubicBezTo>
                  <a:cubicBezTo>
                    <a:pt x="6" y="14"/>
                    <a:pt x="5" y="14"/>
                    <a:pt x="4" y="14"/>
                  </a:cubicBezTo>
                  <a:cubicBezTo>
                    <a:pt x="1" y="13"/>
                    <a:pt x="0" y="11"/>
                    <a:pt x="2" y="9"/>
                  </a:cubicBezTo>
                  <a:cubicBezTo>
                    <a:pt x="2" y="7"/>
                    <a:pt x="4" y="6"/>
                    <a:pt x="5" y="6"/>
                  </a:cubicBezTo>
                  <a:cubicBezTo>
                    <a:pt x="11" y="2"/>
                    <a:pt x="18" y="1"/>
                    <a:pt x="24" y="0"/>
                  </a:cubicBezTo>
                  <a:cubicBezTo>
                    <a:pt x="29" y="0"/>
                    <a:pt x="31" y="3"/>
                    <a:pt x="31" y="8"/>
                  </a:cubicBezTo>
                  <a:cubicBezTo>
                    <a:pt x="30" y="12"/>
                    <a:pt x="29" y="16"/>
                    <a:pt x="28" y="20"/>
                  </a:cubicBezTo>
                  <a:cubicBezTo>
                    <a:pt x="26" y="24"/>
                    <a:pt x="24" y="27"/>
                    <a:pt x="22" y="31"/>
                  </a:cubicBezTo>
                  <a:cubicBezTo>
                    <a:pt x="24" y="31"/>
                    <a:pt x="26" y="30"/>
                    <a:pt x="29" y="30"/>
                  </a:cubicBezTo>
                  <a:cubicBezTo>
                    <a:pt x="30" y="30"/>
                    <a:pt x="31" y="30"/>
                    <a:pt x="33" y="30"/>
                  </a:cubicBezTo>
                  <a:cubicBezTo>
                    <a:pt x="35" y="31"/>
                    <a:pt x="36" y="32"/>
                    <a:pt x="36" y="34"/>
                  </a:cubicBezTo>
                  <a:cubicBezTo>
                    <a:pt x="37" y="36"/>
                    <a:pt x="36" y="38"/>
                    <a:pt x="35" y="39"/>
                  </a:cubicBezTo>
                  <a:cubicBezTo>
                    <a:pt x="33" y="40"/>
                    <a:pt x="31" y="41"/>
                    <a:pt x="29" y="42"/>
                  </a:cubicBezTo>
                  <a:cubicBezTo>
                    <a:pt x="24" y="44"/>
                    <a:pt x="18" y="46"/>
                    <a:pt x="11" y="46"/>
                  </a:cubicBezTo>
                  <a:cubicBezTo>
                    <a:pt x="8" y="46"/>
                    <a:pt x="6" y="44"/>
                    <a:pt x="6" y="41"/>
                  </a:cubicBezTo>
                  <a:cubicBezTo>
                    <a:pt x="6" y="37"/>
                    <a:pt x="6" y="34"/>
                    <a:pt x="7" y="31"/>
                  </a:cubicBezTo>
                  <a:cubicBezTo>
                    <a:pt x="9" y="25"/>
                    <a:pt x="12" y="19"/>
                    <a:pt x="15" y="14"/>
                  </a:cubicBezTo>
                  <a:cubicBezTo>
                    <a:pt x="16" y="13"/>
                    <a:pt x="16" y="13"/>
                    <a:pt x="16" y="1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7635875" y="6286500"/>
              <a:ext cx="131763" cy="177800"/>
            </a:xfrm>
            <a:custGeom>
              <a:avLst/>
              <a:gdLst>
                <a:gd name="T0" fmla="*/ 17 w 35"/>
                <a:gd name="T1" fmla="*/ 47 h 47"/>
                <a:gd name="T2" fmla="*/ 6 w 35"/>
                <a:gd name="T3" fmla="*/ 41 h 47"/>
                <a:gd name="T4" fmla="*/ 11 w 35"/>
                <a:gd name="T5" fmla="*/ 32 h 47"/>
                <a:gd name="T6" fmla="*/ 15 w 35"/>
                <a:gd name="T7" fmla="*/ 34 h 47"/>
                <a:gd name="T8" fmla="*/ 18 w 35"/>
                <a:gd name="T9" fmla="*/ 35 h 47"/>
                <a:gd name="T10" fmla="*/ 19 w 35"/>
                <a:gd name="T11" fmla="*/ 31 h 47"/>
                <a:gd name="T12" fmla="*/ 16 w 35"/>
                <a:gd name="T13" fmla="*/ 28 h 47"/>
                <a:gd name="T14" fmla="*/ 10 w 35"/>
                <a:gd name="T15" fmla="*/ 25 h 47"/>
                <a:gd name="T16" fmla="*/ 5 w 35"/>
                <a:gd name="T17" fmla="*/ 21 h 47"/>
                <a:gd name="T18" fmla="*/ 3 w 35"/>
                <a:gd name="T19" fmla="*/ 7 h 47"/>
                <a:gd name="T20" fmla="*/ 21 w 35"/>
                <a:gd name="T21" fmla="*/ 2 h 47"/>
                <a:gd name="T22" fmla="*/ 25 w 35"/>
                <a:gd name="T23" fmla="*/ 11 h 47"/>
                <a:gd name="T24" fmla="*/ 22 w 35"/>
                <a:gd name="T25" fmla="*/ 14 h 47"/>
                <a:gd name="T26" fmla="*/ 19 w 35"/>
                <a:gd name="T27" fmla="*/ 12 h 47"/>
                <a:gd name="T28" fmla="*/ 18 w 35"/>
                <a:gd name="T29" fmla="*/ 11 h 47"/>
                <a:gd name="T30" fmla="*/ 16 w 35"/>
                <a:gd name="T31" fmla="*/ 11 h 47"/>
                <a:gd name="T32" fmla="*/ 15 w 35"/>
                <a:gd name="T33" fmla="*/ 12 h 47"/>
                <a:gd name="T34" fmla="*/ 16 w 35"/>
                <a:gd name="T35" fmla="*/ 14 h 47"/>
                <a:gd name="T36" fmla="*/ 22 w 35"/>
                <a:gd name="T37" fmla="*/ 17 h 47"/>
                <a:gd name="T38" fmla="*/ 33 w 35"/>
                <a:gd name="T39" fmla="*/ 27 h 47"/>
                <a:gd name="T40" fmla="*/ 29 w 35"/>
                <a:gd name="T41" fmla="*/ 42 h 47"/>
                <a:gd name="T42" fmla="*/ 17 w 35"/>
                <a:gd name="T4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5" h="47">
                  <a:moveTo>
                    <a:pt x="17" y="47"/>
                  </a:moveTo>
                  <a:cubicBezTo>
                    <a:pt x="12" y="47"/>
                    <a:pt x="8" y="45"/>
                    <a:pt x="6" y="41"/>
                  </a:cubicBezTo>
                  <a:cubicBezTo>
                    <a:pt x="4" y="37"/>
                    <a:pt x="7" y="32"/>
                    <a:pt x="11" y="32"/>
                  </a:cubicBezTo>
                  <a:cubicBezTo>
                    <a:pt x="12" y="32"/>
                    <a:pt x="14" y="33"/>
                    <a:pt x="15" y="34"/>
                  </a:cubicBezTo>
                  <a:cubicBezTo>
                    <a:pt x="16" y="35"/>
                    <a:pt x="16" y="36"/>
                    <a:pt x="18" y="35"/>
                  </a:cubicBezTo>
                  <a:cubicBezTo>
                    <a:pt x="19" y="34"/>
                    <a:pt x="20" y="33"/>
                    <a:pt x="19" y="31"/>
                  </a:cubicBezTo>
                  <a:cubicBezTo>
                    <a:pt x="19" y="30"/>
                    <a:pt x="17" y="29"/>
                    <a:pt x="16" y="28"/>
                  </a:cubicBezTo>
                  <a:cubicBezTo>
                    <a:pt x="14" y="26"/>
                    <a:pt x="12" y="26"/>
                    <a:pt x="10" y="25"/>
                  </a:cubicBezTo>
                  <a:cubicBezTo>
                    <a:pt x="8" y="23"/>
                    <a:pt x="6" y="22"/>
                    <a:pt x="5" y="21"/>
                  </a:cubicBezTo>
                  <a:cubicBezTo>
                    <a:pt x="0" y="17"/>
                    <a:pt x="0" y="11"/>
                    <a:pt x="3" y="7"/>
                  </a:cubicBezTo>
                  <a:cubicBezTo>
                    <a:pt x="7" y="2"/>
                    <a:pt x="15" y="0"/>
                    <a:pt x="21" y="2"/>
                  </a:cubicBezTo>
                  <a:cubicBezTo>
                    <a:pt x="25" y="4"/>
                    <a:pt x="26" y="7"/>
                    <a:pt x="25" y="11"/>
                  </a:cubicBezTo>
                  <a:cubicBezTo>
                    <a:pt x="25" y="12"/>
                    <a:pt x="23" y="13"/>
                    <a:pt x="22" y="14"/>
                  </a:cubicBezTo>
                  <a:cubicBezTo>
                    <a:pt x="21" y="14"/>
                    <a:pt x="20" y="13"/>
                    <a:pt x="19" y="12"/>
                  </a:cubicBezTo>
                  <a:cubicBezTo>
                    <a:pt x="19" y="12"/>
                    <a:pt x="19" y="12"/>
                    <a:pt x="18" y="11"/>
                  </a:cubicBezTo>
                  <a:cubicBezTo>
                    <a:pt x="18" y="11"/>
                    <a:pt x="17" y="11"/>
                    <a:pt x="16" y="11"/>
                  </a:cubicBezTo>
                  <a:cubicBezTo>
                    <a:pt x="16" y="11"/>
                    <a:pt x="15" y="12"/>
                    <a:pt x="15" y="12"/>
                  </a:cubicBezTo>
                  <a:cubicBezTo>
                    <a:pt x="15" y="13"/>
                    <a:pt x="16" y="14"/>
                    <a:pt x="16" y="14"/>
                  </a:cubicBezTo>
                  <a:cubicBezTo>
                    <a:pt x="18" y="15"/>
                    <a:pt x="20" y="16"/>
                    <a:pt x="22" y="17"/>
                  </a:cubicBezTo>
                  <a:cubicBezTo>
                    <a:pt x="27" y="18"/>
                    <a:pt x="31" y="21"/>
                    <a:pt x="33" y="27"/>
                  </a:cubicBezTo>
                  <a:cubicBezTo>
                    <a:pt x="35" y="32"/>
                    <a:pt x="33" y="38"/>
                    <a:pt x="29" y="42"/>
                  </a:cubicBezTo>
                  <a:cubicBezTo>
                    <a:pt x="25" y="45"/>
                    <a:pt x="22" y="47"/>
                    <a:pt x="17" y="4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7412038" y="6948488"/>
              <a:ext cx="161925" cy="131763"/>
            </a:xfrm>
            <a:custGeom>
              <a:avLst/>
              <a:gdLst>
                <a:gd name="T0" fmla="*/ 6 w 43"/>
                <a:gd name="T1" fmla="*/ 0 h 35"/>
                <a:gd name="T2" fmla="*/ 9 w 43"/>
                <a:gd name="T3" fmla="*/ 9 h 35"/>
                <a:gd name="T4" fmla="*/ 10 w 43"/>
                <a:gd name="T5" fmla="*/ 14 h 35"/>
                <a:gd name="T6" fmla="*/ 12 w 43"/>
                <a:gd name="T7" fmla="*/ 16 h 35"/>
                <a:gd name="T8" fmla="*/ 15 w 43"/>
                <a:gd name="T9" fmla="*/ 15 h 35"/>
                <a:gd name="T10" fmla="*/ 19 w 43"/>
                <a:gd name="T11" fmla="*/ 5 h 35"/>
                <a:gd name="T12" fmla="*/ 21 w 43"/>
                <a:gd name="T13" fmla="*/ 2 h 35"/>
                <a:gd name="T14" fmla="*/ 27 w 43"/>
                <a:gd name="T15" fmla="*/ 3 h 35"/>
                <a:gd name="T16" fmla="*/ 29 w 43"/>
                <a:gd name="T17" fmla="*/ 10 h 35"/>
                <a:gd name="T18" fmla="*/ 29 w 43"/>
                <a:gd name="T19" fmla="*/ 13 h 35"/>
                <a:gd name="T20" fmla="*/ 31 w 43"/>
                <a:gd name="T21" fmla="*/ 14 h 35"/>
                <a:gd name="T22" fmla="*/ 33 w 43"/>
                <a:gd name="T23" fmla="*/ 14 h 35"/>
                <a:gd name="T24" fmla="*/ 35 w 43"/>
                <a:gd name="T25" fmla="*/ 9 h 35"/>
                <a:gd name="T26" fmla="*/ 38 w 43"/>
                <a:gd name="T27" fmla="*/ 2 h 35"/>
                <a:gd name="T28" fmla="*/ 40 w 43"/>
                <a:gd name="T29" fmla="*/ 1 h 35"/>
                <a:gd name="T30" fmla="*/ 42 w 43"/>
                <a:gd name="T31" fmla="*/ 2 h 35"/>
                <a:gd name="T32" fmla="*/ 43 w 43"/>
                <a:gd name="T33" fmla="*/ 9 h 35"/>
                <a:gd name="T34" fmla="*/ 38 w 43"/>
                <a:gd name="T35" fmla="*/ 28 h 35"/>
                <a:gd name="T36" fmla="*/ 35 w 43"/>
                <a:gd name="T37" fmla="*/ 33 h 35"/>
                <a:gd name="T38" fmla="*/ 29 w 43"/>
                <a:gd name="T39" fmla="*/ 33 h 35"/>
                <a:gd name="T40" fmla="*/ 25 w 43"/>
                <a:gd name="T41" fmla="*/ 25 h 35"/>
                <a:gd name="T42" fmla="*/ 24 w 43"/>
                <a:gd name="T43" fmla="*/ 21 h 35"/>
                <a:gd name="T44" fmla="*/ 21 w 43"/>
                <a:gd name="T45" fmla="*/ 21 h 35"/>
                <a:gd name="T46" fmla="*/ 19 w 43"/>
                <a:gd name="T47" fmla="*/ 24 h 35"/>
                <a:gd name="T48" fmla="*/ 14 w 43"/>
                <a:gd name="T49" fmla="*/ 33 h 35"/>
                <a:gd name="T50" fmla="*/ 9 w 43"/>
                <a:gd name="T51" fmla="*/ 33 h 35"/>
                <a:gd name="T52" fmla="*/ 4 w 43"/>
                <a:gd name="T53" fmla="*/ 24 h 35"/>
                <a:gd name="T54" fmla="*/ 1 w 43"/>
                <a:gd name="T55" fmla="*/ 9 h 35"/>
                <a:gd name="T56" fmla="*/ 2 w 43"/>
                <a:gd name="T57" fmla="*/ 1 h 35"/>
                <a:gd name="T58" fmla="*/ 5 w 43"/>
                <a:gd name="T59" fmla="*/ 0 h 35"/>
                <a:gd name="T60" fmla="*/ 5 w 43"/>
                <a:gd name="T61" fmla="*/ 1 h 35"/>
                <a:gd name="T62" fmla="*/ 6 w 43"/>
                <a:gd name="T63" fmla="*/ 0 h 35"/>
                <a:gd name="T64" fmla="*/ 6 w 43"/>
                <a:gd name="T6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" h="35">
                  <a:moveTo>
                    <a:pt x="6" y="0"/>
                  </a:moveTo>
                  <a:cubicBezTo>
                    <a:pt x="7" y="3"/>
                    <a:pt x="8" y="6"/>
                    <a:pt x="9" y="9"/>
                  </a:cubicBezTo>
                  <a:cubicBezTo>
                    <a:pt x="10" y="11"/>
                    <a:pt x="10" y="13"/>
                    <a:pt x="10" y="14"/>
                  </a:cubicBezTo>
                  <a:cubicBezTo>
                    <a:pt x="11" y="15"/>
                    <a:pt x="12" y="16"/>
                    <a:pt x="12" y="16"/>
                  </a:cubicBezTo>
                  <a:cubicBezTo>
                    <a:pt x="13" y="16"/>
                    <a:pt x="14" y="15"/>
                    <a:pt x="15" y="15"/>
                  </a:cubicBezTo>
                  <a:cubicBezTo>
                    <a:pt x="16" y="12"/>
                    <a:pt x="17" y="8"/>
                    <a:pt x="19" y="5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3" y="0"/>
                    <a:pt x="25" y="0"/>
                    <a:pt x="27" y="3"/>
                  </a:cubicBezTo>
                  <a:cubicBezTo>
                    <a:pt x="28" y="5"/>
                    <a:pt x="28" y="7"/>
                    <a:pt x="29" y="10"/>
                  </a:cubicBezTo>
                  <a:cubicBezTo>
                    <a:pt x="29" y="11"/>
                    <a:pt x="29" y="12"/>
                    <a:pt x="29" y="13"/>
                  </a:cubicBezTo>
                  <a:cubicBezTo>
                    <a:pt x="30" y="14"/>
                    <a:pt x="30" y="14"/>
                    <a:pt x="31" y="14"/>
                  </a:cubicBezTo>
                  <a:cubicBezTo>
                    <a:pt x="32" y="15"/>
                    <a:pt x="33" y="14"/>
                    <a:pt x="33" y="14"/>
                  </a:cubicBezTo>
                  <a:cubicBezTo>
                    <a:pt x="34" y="12"/>
                    <a:pt x="35" y="11"/>
                    <a:pt x="35" y="9"/>
                  </a:cubicBezTo>
                  <a:cubicBezTo>
                    <a:pt x="36" y="7"/>
                    <a:pt x="37" y="5"/>
                    <a:pt x="38" y="2"/>
                  </a:cubicBezTo>
                  <a:cubicBezTo>
                    <a:pt x="38" y="1"/>
                    <a:pt x="39" y="0"/>
                    <a:pt x="40" y="1"/>
                  </a:cubicBezTo>
                  <a:cubicBezTo>
                    <a:pt x="41" y="1"/>
                    <a:pt x="42" y="2"/>
                    <a:pt x="42" y="2"/>
                  </a:cubicBezTo>
                  <a:cubicBezTo>
                    <a:pt x="43" y="5"/>
                    <a:pt x="43" y="7"/>
                    <a:pt x="43" y="9"/>
                  </a:cubicBezTo>
                  <a:cubicBezTo>
                    <a:pt x="42" y="16"/>
                    <a:pt x="41" y="22"/>
                    <a:pt x="38" y="28"/>
                  </a:cubicBezTo>
                  <a:cubicBezTo>
                    <a:pt x="38" y="30"/>
                    <a:pt x="37" y="32"/>
                    <a:pt x="35" y="33"/>
                  </a:cubicBezTo>
                  <a:cubicBezTo>
                    <a:pt x="34" y="35"/>
                    <a:pt x="31" y="35"/>
                    <a:pt x="29" y="33"/>
                  </a:cubicBezTo>
                  <a:cubicBezTo>
                    <a:pt x="28" y="31"/>
                    <a:pt x="27" y="28"/>
                    <a:pt x="25" y="25"/>
                  </a:cubicBezTo>
                  <a:cubicBezTo>
                    <a:pt x="25" y="24"/>
                    <a:pt x="24" y="22"/>
                    <a:pt x="24" y="21"/>
                  </a:cubicBezTo>
                  <a:cubicBezTo>
                    <a:pt x="23" y="19"/>
                    <a:pt x="22" y="19"/>
                    <a:pt x="21" y="21"/>
                  </a:cubicBezTo>
                  <a:cubicBezTo>
                    <a:pt x="20" y="22"/>
                    <a:pt x="20" y="23"/>
                    <a:pt x="19" y="24"/>
                  </a:cubicBezTo>
                  <a:cubicBezTo>
                    <a:pt x="18" y="27"/>
                    <a:pt x="16" y="30"/>
                    <a:pt x="14" y="33"/>
                  </a:cubicBezTo>
                  <a:cubicBezTo>
                    <a:pt x="12" y="35"/>
                    <a:pt x="11" y="35"/>
                    <a:pt x="9" y="33"/>
                  </a:cubicBezTo>
                  <a:cubicBezTo>
                    <a:pt x="7" y="30"/>
                    <a:pt x="5" y="27"/>
                    <a:pt x="4" y="24"/>
                  </a:cubicBezTo>
                  <a:cubicBezTo>
                    <a:pt x="3" y="19"/>
                    <a:pt x="2" y="14"/>
                    <a:pt x="1" y="9"/>
                  </a:cubicBezTo>
                  <a:cubicBezTo>
                    <a:pt x="0" y="6"/>
                    <a:pt x="1" y="3"/>
                    <a:pt x="2" y="1"/>
                  </a:cubicBezTo>
                  <a:cubicBezTo>
                    <a:pt x="3" y="0"/>
                    <a:pt x="4" y="0"/>
                    <a:pt x="5" y="0"/>
                  </a:cubicBezTo>
                  <a:cubicBezTo>
                    <a:pt x="5" y="0"/>
                    <a:pt x="5" y="0"/>
                    <a:pt x="5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7396163" y="6384925"/>
              <a:ext cx="122238" cy="153988"/>
            </a:xfrm>
            <a:custGeom>
              <a:avLst/>
              <a:gdLst>
                <a:gd name="T0" fmla="*/ 1 w 32"/>
                <a:gd name="T1" fmla="*/ 30 h 41"/>
                <a:gd name="T2" fmla="*/ 1 w 32"/>
                <a:gd name="T3" fmla="*/ 12 h 41"/>
                <a:gd name="T4" fmla="*/ 18 w 32"/>
                <a:gd name="T5" fmla="*/ 1 h 41"/>
                <a:gd name="T6" fmla="*/ 28 w 32"/>
                <a:gd name="T7" fmla="*/ 7 h 41"/>
                <a:gd name="T8" fmla="*/ 28 w 32"/>
                <a:gd name="T9" fmla="*/ 13 h 41"/>
                <a:gd name="T10" fmla="*/ 23 w 32"/>
                <a:gd name="T11" fmla="*/ 15 h 41"/>
                <a:gd name="T12" fmla="*/ 20 w 32"/>
                <a:gd name="T13" fmla="*/ 13 h 41"/>
                <a:gd name="T14" fmla="*/ 16 w 32"/>
                <a:gd name="T15" fmla="*/ 14 h 41"/>
                <a:gd name="T16" fmla="*/ 15 w 32"/>
                <a:gd name="T17" fmla="*/ 25 h 41"/>
                <a:gd name="T18" fmla="*/ 20 w 32"/>
                <a:gd name="T19" fmla="*/ 26 h 41"/>
                <a:gd name="T20" fmla="*/ 22 w 32"/>
                <a:gd name="T21" fmla="*/ 24 h 41"/>
                <a:gd name="T22" fmla="*/ 29 w 32"/>
                <a:gd name="T23" fmla="*/ 24 h 41"/>
                <a:gd name="T24" fmla="*/ 31 w 32"/>
                <a:gd name="T25" fmla="*/ 32 h 41"/>
                <a:gd name="T26" fmla="*/ 21 w 32"/>
                <a:gd name="T27" fmla="*/ 41 h 41"/>
                <a:gd name="T28" fmla="*/ 9 w 32"/>
                <a:gd name="T29" fmla="*/ 39 h 41"/>
                <a:gd name="T30" fmla="*/ 1 w 32"/>
                <a:gd name="T31" fmla="*/ 3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" h="41">
                  <a:moveTo>
                    <a:pt x="1" y="30"/>
                  </a:moveTo>
                  <a:cubicBezTo>
                    <a:pt x="0" y="24"/>
                    <a:pt x="0" y="18"/>
                    <a:pt x="1" y="12"/>
                  </a:cubicBezTo>
                  <a:cubicBezTo>
                    <a:pt x="3" y="5"/>
                    <a:pt x="10" y="0"/>
                    <a:pt x="18" y="1"/>
                  </a:cubicBezTo>
                  <a:cubicBezTo>
                    <a:pt x="22" y="1"/>
                    <a:pt x="26" y="3"/>
                    <a:pt x="28" y="7"/>
                  </a:cubicBezTo>
                  <a:cubicBezTo>
                    <a:pt x="29" y="9"/>
                    <a:pt x="30" y="11"/>
                    <a:pt x="28" y="13"/>
                  </a:cubicBezTo>
                  <a:cubicBezTo>
                    <a:pt x="27" y="15"/>
                    <a:pt x="25" y="15"/>
                    <a:pt x="23" y="15"/>
                  </a:cubicBezTo>
                  <a:cubicBezTo>
                    <a:pt x="21" y="15"/>
                    <a:pt x="20" y="15"/>
                    <a:pt x="20" y="13"/>
                  </a:cubicBezTo>
                  <a:cubicBezTo>
                    <a:pt x="18" y="11"/>
                    <a:pt x="16" y="12"/>
                    <a:pt x="16" y="14"/>
                  </a:cubicBezTo>
                  <a:cubicBezTo>
                    <a:pt x="14" y="18"/>
                    <a:pt x="14" y="21"/>
                    <a:pt x="15" y="25"/>
                  </a:cubicBezTo>
                  <a:cubicBezTo>
                    <a:pt x="16" y="28"/>
                    <a:pt x="18" y="28"/>
                    <a:pt x="20" y="26"/>
                  </a:cubicBezTo>
                  <a:cubicBezTo>
                    <a:pt x="21" y="26"/>
                    <a:pt x="21" y="25"/>
                    <a:pt x="22" y="24"/>
                  </a:cubicBezTo>
                  <a:cubicBezTo>
                    <a:pt x="24" y="23"/>
                    <a:pt x="27" y="23"/>
                    <a:pt x="29" y="24"/>
                  </a:cubicBezTo>
                  <a:cubicBezTo>
                    <a:pt x="31" y="26"/>
                    <a:pt x="32" y="29"/>
                    <a:pt x="31" y="32"/>
                  </a:cubicBezTo>
                  <a:cubicBezTo>
                    <a:pt x="29" y="37"/>
                    <a:pt x="26" y="40"/>
                    <a:pt x="21" y="41"/>
                  </a:cubicBezTo>
                  <a:cubicBezTo>
                    <a:pt x="17" y="41"/>
                    <a:pt x="13" y="41"/>
                    <a:pt x="9" y="39"/>
                  </a:cubicBezTo>
                  <a:cubicBezTo>
                    <a:pt x="5" y="38"/>
                    <a:pt x="2" y="34"/>
                    <a:pt x="1" y="3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7783513" y="6486525"/>
              <a:ext cx="128588" cy="150813"/>
            </a:xfrm>
            <a:custGeom>
              <a:avLst/>
              <a:gdLst>
                <a:gd name="T0" fmla="*/ 32 w 34"/>
                <a:gd name="T1" fmla="*/ 4 h 40"/>
                <a:gd name="T2" fmla="*/ 34 w 34"/>
                <a:gd name="T3" fmla="*/ 15 h 40"/>
                <a:gd name="T4" fmla="*/ 30 w 34"/>
                <a:gd name="T5" fmla="*/ 32 h 40"/>
                <a:gd name="T6" fmla="*/ 27 w 34"/>
                <a:gd name="T7" fmla="*/ 37 h 40"/>
                <a:gd name="T8" fmla="*/ 20 w 34"/>
                <a:gd name="T9" fmla="*/ 38 h 40"/>
                <a:gd name="T10" fmla="*/ 15 w 34"/>
                <a:gd name="T11" fmla="*/ 31 h 40"/>
                <a:gd name="T12" fmla="*/ 12 w 34"/>
                <a:gd name="T13" fmla="*/ 22 h 40"/>
                <a:gd name="T14" fmla="*/ 10 w 34"/>
                <a:gd name="T15" fmla="*/ 29 h 40"/>
                <a:gd name="T16" fmla="*/ 9 w 34"/>
                <a:gd name="T17" fmla="*/ 31 h 40"/>
                <a:gd name="T18" fmla="*/ 3 w 34"/>
                <a:gd name="T19" fmla="*/ 35 h 40"/>
                <a:gd name="T20" fmla="*/ 1 w 34"/>
                <a:gd name="T21" fmla="*/ 29 h 40"/>
                <a:gd name="T22" fmla="*/ 6 w 34"/>
                <a:gd name="T23" fmla="*/ 5 h 40"/>
                <a:gd name="T24" fmla="*/ 8 w 34"/>
                <a:gd name="T25" fmla="*/ 2 h 40"/>
                <a:gd name="T26" fmla="*/ 15 w 34"/>
                <a:gd name="T27" fmla="*/ 4 h 40"/>
                <a:gd name="T28" fmla="*/ 18 w 34"/>
                <a:gd name="T29" fmla="*/ 8 h 40"/>
                <a:gd name="T30" fmla="*/ 21 w 34"/>
                <a:gd name="T31" fmla="*/ 17 h 40"/>
                <a:gd name="T32" fmla="*/ 26 w 34"/>
                <a:gd name="T33" fmla="*/ 8 h 40"/>
                <a:gd name="T34" fmla="*/ 26 w 34"/>
                <a:gd name="T35" fmla="*/ 8 h 40"/>
                <a:gd name="T36" fmla="*/ 32 w 34"/>
                <a:gd name="T3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40">
                  <a:moveTo>
                    <a:pt x="32" y="4"/>
                  </a:moveTo>
                  <a:cubicBezTo>
                    <a:pt x="34" y="7"/>
                    <a:pt x="34" y="11"/>
                    <a:pt x="34" y="15"/>
                  </a:cubicBezTo>
                  <a:cubicBezTo>
                    <a:pt x="33" y="20"/>
                    <a:pt x="31" y="26"/>
                    <a:pt x="30" y="32"/>
                  </a:cubicBezTo>
                  <a:cubicBezTo>
                    <a:pt x="29" y="33"/>
                    <a:pt x="28" y="35"/>
                    <a:pt x="27" y="37"/>
                  </a:cubicBezTo>
                  <a:cubicBezTo>
                    <a:pt x="25" y="39"/>
                    <a:pt x="22" y="40"/>
                    <a:pt x="20" y="38"/>
                  </a:cubicBezTo>
                  <a:cubicBezTo>
                    <a:pt x="18" y="36"/>
                    <a:pt x="17" y="34"/>
                    <a:pt x="15" y="31"/>
                  </a:cubicBezTo>
                  <a:cubicBezTo>
                    <a:pt x="14" y="28"/>
                    <a:pt x="13" y="25"/>
                    <a:pt x="12" y="22"/>
                  </a:cubicBezTo>
                  <a:cubicBezTo>
                    <a:pt x="11" y="24"/>
                    <a:pt x="11" y="27"/>
                    <a:pt x="10" y="29"/>
                  </a:cubicBezTo>
                  <a:cubicBezTo>
                    <a:pt x="9" y="30"/>
                    <a:pt x="9" y="31"/>
                    <a:pt x="9" y="31"/>
                  </a:cubicBezTo>
                  <a:cubicBezTo>
                    <a:pt x="7" y="34"/>
                    <a:pt x="5" y="35"/>
                    <a:pt x="3" y="35"/>
                  </a:cubicBezTo>
                  <a:cubicBezTo>
                    <a:pt x="1" y="34"/>
                    <a:pt x="1" y="32"/>
                    <a:pt x="1" y="29"/>
                  </a:cubicBezTo>
                  <a:cubicBezTo>
                    <a:pt x="0" y="21"/>
                    <a:pt x="2" y="13"/>
                    <a:pt x="6" y="5"/>
                  </a:cubicBezTo>
                  <a:cubicBezTo>
                    <a:pt x="7" y="4"/>
                    <a:pt x="7" y="3"/>
                    <a:pt x="8" y="2"/>
                  </a:cubicBezTo>
                  <a:cubicBezTo>
                    <a:pt x="11" y="0"/>
                    <a:pt x="13" y="1"/>
                    <a:pt x="15" y="4"/>
                  </a:cubicBezTo>
                  <a:cubicBezTo>
                    <a:pt x="16" y="5"/>
                    <a:pt x="17" y="6"/>
                    <a:pt x="18" y="8"/>
                  </a:cubicBezTo>
                  <a:cubicBezTo>
                    <a:pt x="19" y="11"/>
                    <a:pt x="20" y="14"/>
                    <a:pt x="21" y="17"/>
                  </a:cubicBezTo>
                  <a:cubicBezTo>
                    <a:pt x="22" y="14"/>
                    <a:pt x="24" y="11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6"/>
                    <a:pt x="30" y="4"/>
                    <a:pt x="32" y="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7131050" y="6524625"/>
              <a:ext cx="128588" cy="158750"/>
            </a:xfrm>
            <a:custGeom>
              <a:avLst/>
              <a:gdLst>
                <a:gd name="T0" fmla="*/ 34 w 34"/>
                <a:gd name="T1" fmla="*/ 13 h 42"/>
                <a:gd name="T2" fmla="*/ 28 w 34"/>
                <a:gd name="T3" fmla="*/ 34 h 42"/>
                <a:gd name="T4" fmla="*/ 24 w 34"/>
                <a:gd name="T5" fmla="*/ 39 h 42"/>
                <a:gd name="T6" fmla="*/ 19 w 34"/>
                <a:gd name="T7" fmla="*/ 42 h 42"/>
                <a:gd name="T8" fmla="*/ 17 w 34"/>
                <a:gd name="T9" fmla="*/ 36 h 42"/>
                <a:gd name="T10" fmla="*/ 18 w 34"/>
                <a:gd name="T11" fmla="*/ 30 h 42"/>
                <a:gd name="T12" fmla="*/ 16 w 34"/>
                <a:gd name="T13" fmla="*/ 26 h 42"/>
                <a:gd name="T14" fmla="*/ 11 w 34"/>
                <a:gd name="T15" fmla="*/ 28 h 42"/>
                <a:gd name="T16" fmla="*/ 9 w 34"/>
                <a:gd name="T17" fmla="*/ 33 h 42"/>
                <a:gd name="T18" fmla="*/ 5 w 34"/>
                <a:gd name="T19" fmla="*/ 36 h 42"/>
                <a:gd name="T20" fmla="*/ 0 w 34"/>
                <a:gd name="T21" fmla="*/ 31 h 42"/>
                <a:gd name="T22" fmla="*/ 1 w 34"/>
                <a:gd name="T23" fmla="*/ 22 h 42"/>
                <a:gd name="T24" fmla="*/ 6 w 34"/>
                <a:gd name="T25" fmla="*/ 7 h 42"/>
                <a:gd name="T26" fmla="*/ 13 w 34"/>
                <a:gd name="T27" fmla="*/ 1 h 42"/>
                <a:gd name="T28" fmla="*/ 18 w 34"/>
                <a:gd name="T29" fmla="*/ 1 h 42"/>
                <a:gd name="T30" fmla="*/ 19 w 34"/>
                <a:gd name="T31" fmla="*/ 6 h 42"/>
                <a:gd name="T32" fmla="*/ 17 w 34"/>
                <a:gd name="T33" fmla="*/ 13 h 42"/>
                <a:gd name="T34" fmla="*/ 16 w 34"/>
                <a:gd name="T35" fmla="*/ 15 h 42"/>
                <a:gd name="T36" fmla="*/ 18 w 34"/>
                <a:gd name="T37" fmla="*/ 18 h 42"/>
                <a:gd name="T38" fmla="*/ 22 w 34"/>
                <a:gd name="T39" fmla="*/ 16 h 42"/>
                <a:gd name="T40" fmla="*/ 24 w 34"/>
                <a:gd name="T41" fmla="*/ 10 h 42"/>
                <a:gd name="T42" fmla="*/ 26 w 34"/>
                <a:gd name="T43" fmla="*/ 8 h 42"/>
                <a:gd name="T44" fmla="*/ 30 w 34"/>
                <a:gd name="T45" fmla="*/ 6 h 42"/>
                <a:gd name="T46" fmla="*/ 33 w 34"/>
                <a:gd name="T47" fmla="*/ 9 h 42"/>
                <a:gd name="T48" fmla="*/ 34 w 34"/>
                <a:gd name="T49" fmla="*/ 1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" h="42">
                  <a:moveTo>
                    <a:pt x="34" y="13"/>
                  </a:moveTo>
                  <a:cubicBezTo>
                    <a:pt x="33" y="21"/>
                    <a:pt x="31" y="27"/>
                    <a:pt x="28" y="34"/>
                  </a:cubicBezTo>
                  <a:cubicBezTo>
                    <a:pt x="27" y="36"/>
                    <a:pt x="25" y="38"/>
                    <a:pt x="24" y="39"/>
                  </a:cubicBezTo>
                  <a:cubicBezTo>
                    <a:pt x="23" y="42"/>
                    <a:pt x="21" y="42"/>
                    <a:pt x="19" y="42"/>
                  </a:cubicBezTo>
                  <a:cubicBezTo>
                    <a:pt x="17" y="41"/>
                    <a:pt x="16" y="39"/>
                    <a:pt x="17" y="36"/>
                  </a:cubicBezTo>
                  <a:cubicBezTo>
                    <a:pt x="17" y="34"/>
                    <a:pt x="18" y="32"/>
                    <a:pt x="18" y="30"/>
                  </a:cubicBezTo>
                  <a:cubicBezTo>
                    <a:pt x="18" y="28"/>
                    <a:pt x="18" y="26"/>
                    <a:pt x="16" y="26"/>
                  </a:cubicBezTo>
                  <a:cubicBezTo>
                    <a:pt x="14" y="25"/>
                    <a:pt x="12" y="26"/>
                    <a:pt x="11" y="28"/>
                  </a:cubicBezTo>
                  <a:cubicBezTo>
                    <a:pt x="10" y="30"/>
                    <a:pt x="10" y="31"/>
                    <a:pt x="9" y="33"/>
                  </a:cubicBezTo>
                  <a:cubicBezTo>
                    <a:pt x="8" y="35"/>
                    <a:pt x="7" y="36"/>
                    <a:pt x="5" y="36"/>
                  </a:cubicBezTo>
                  <a:cubicBezTo>
                    <a:pt x="2" y="36"/>
                    <a:pt x="0" y="34"/>
                    <a:pt x="0" y="31"/>
                  </a:cubicBezTo>
                  <a:cubicBezTo>
                    <a:pt x="0" y="28"/>
                    <a:pt x="0" y="25"/>
                    <a:pt x="1" y="22"/>
                  </a:cubicBezTo>
                  <a:cubicBezTo>
                    <a:pt x="2" y="17"/>
                    <a:pt x="4" y="12"/>
                    <a:pt x="6" y="7"/>
                  </a:cubicBezTo>
                  <a:cubicBezTo>
                    <a:pt x="8" y="4"/>
                    <a:pt x="10" y="2"/>
                    <a:pt x="13" y="1"/>
                  </a:cubicBezTo>
                  <a:cubicBezTo>
                    <a:pt x="14" y="0"/>
                    <a:pt x="16" y="0"/>
                    <a:pt x="18" y="1"/>
                  </a:cubicBezTo>
                  <a:cubicBezTo>
                    <a:pt x="20" y="3"/>
                    <a:pt x="19" y="4"/>
                    <a:pt x="19" y="6"/>
                  </a:cubicBezTo>
                  <a:cubicBezTo>
                    <a:pt x="18" y="8"/>
                    <a:pt x="18" y="11"/>
                    <a:pt x="17" y="13"/>
                  </a:cubicBezTo>
                  <a:cubicBezTo>
                    <a:pt x="17" y="13"/>
                    <a:pt x="17" y="14"/>
                    <a:pt x="16" y="15"/>
                  </a:cubicBezTo>
                  <a:cubicBezTo>
                    <a:pt x="16" y="16"/>
                    <a:pt x="16" y="18"/>
                    <a:pt x="18" y="18"/>
                  </a:cubicBezTo>
                  <a:cubicBezTo>
                    <a:pt x="20" y="19"/>
                    <a:pt x="21" y="17"/>
                    <a:pt x="22" y="16"/>
                  </a:cubicBezTo>
                  <a:cubicBezTo>
                    <a:pt x="23" y="14"/>
                    <a:pt x="23" y="12"/>
                    <a:pt x="24" y="10"/>
                  </a:cubicBezTo>
                  <a:cubicBezTo>
                    <a:pt x="25" y="9"/>
                    <a:pt x="25" y="9"/>
                    <a:pt x="26" y="8"/>
                  </a:cubicBezTo>
                  <a:cubicBezTo>
                    <a:pt x="27" y="7"/>
                    <a:pt x="28" y="5"/>
                    <a:pt x="30" y="6"/>
                  </a:cubicBezTo>
                  <a:cubicBezTo>
                    <a:pt x="31" y="6"/>
                    <a:pt x="33" y="7"/>
                    <a:pt x="33" y="9"/>
                  </a:cubicBezTo>
                  <a:cubicBezTo>
                    <a:pt x="34" y="10"/>
                    <a:pt x="34" y="12"/>
                    <a:pt x="34" y="13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635875" y="6519863"/>
              <a:ext cx="128588" cy="163513"/>
            </a:xfrm>
            <a:custGeom>
              <a:avLst/>
              <a:gdLst>
                <a:gd name="T0" fmla="*/ 28 w 34"/>
                <a:gd name="T1" fmla="*/ 14 h 43"/>
                <a:gd name="T2" fmla="*/ 23 w 34"/>
                <a:gd name="T3" fmla="*/ 13 h 43"/>
                <a:gd name="T4" fmla="*/ 20 w 34"/>
                <a:gd name="T5" fmla="*/ 13 h 43"/>
                <a:gd name="T6" fmla="*/ 18 w 34"/>
                <a:gd name="T7" fmla="*/ 15 h 43"/>
                <a:gd name="T8" fmla="*/ 19 w 34"/>
                <a:gd name="T9" fmla="*/ 18 h 43"/>
                <a:gd name="T10" fmla="*/ 21 w 34"/>
                <a:gd name="T11" fmla="*/ 19 h 43"/>
                <a:gd name="T12" fmla="*/ 26 w 34"/>
                <a:gd name="T13" fmla="*/ 23 h 43"/>
                <a:gd name="T14" fmla="*/ 25 w 34"/>
                <a:gd name="T15" fmla="*/ 27 h 43"/>
                <a:gd name="T16" fmla="*/ 21 w 34"/>
                <a:gd name="T17" fmla="*/ 27 h 43"/>
                <a:gd name="T18" fmla="*/ 19 w 34"/>
                <a:gd name="T19" fmla="*/ 26 h 43"/>
                <a:gd name="T20" fmla="*/ 15 w 34"/>
                <a:gd name="T21" fmla="*/ 29 h 43"/>
                <a:gd name="T22" fmla="*/ 16 w 34"/>
                <a:gd name="T23" fmla="*/ 32 h 43"/>
                <a:gd name="T24" fmla="*/ 21 w 34"/>
                <a:gd name="T25" fmla="*/ 35 h 43"/>
                <a:gd name="T26" fmla="*/ 25 w 34"/>
                <a:gd name="T27" fmla="*/ 37 h 43"/>
                <a:gd name="T28" fmla="*/ 26 w 34"/>
                <a:gd name="T29" fmla="*/ 40 h 43"/>
                <a:gd name="T30" fmla="*/ 23 w 34"/>
                <a:gd name="T31" fmla="*/ 43 h 43"/>
                <a:gd name="T32" fmla="*/ 16 w 34"/>
                <a:gd name="T33" fmla="*/ 43 h 43"/>
                <a:gd name="T34" fmla="*/ 5 w 34"/>
                <a:gd name="T35" fmla="*/ 39 h 43"/>
                <a:gd name="T36" fmla="*/ 2 w 34"/>
                <a:gd name="T37" fmla="*/ 29 h 43"/>
                <a:gd name="T38" fmla="*/ 7 w 34"/>
                <a:gd name="T39" fmla="*/ 9 h 43"/>
                <a:gd name="T40" fmla="*/ 8 w 34"/>
                <a:gd name="T41" fmla="*/ 7 h 43"/>
                <a:gd name="T42" fmla="*/ 19 w 34"/>
                <a:gd name="T43" fmla="*/ 2 h 43"/>
                <a:gd name="T44" fmla="*/ 31 w 34"/>
                <a:gd name="T45" fmla="*/ 5 h 43"/>
                <a:gd name="T46" fmla="*/ 34 w 34"/>
                <a:gd name="T47" fmla="*/ 10 h 43"/>
                <a:gd name="T48" fmla="*/ 28 w 34"/>
                <a:gd name="T49" fmla="*/ 1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" h="43">
                  <a:moveTo>
                    <a:pt x="28" y="14"/>
                  </a:moveTo>
                  <a:cubicBezTo>
                    <a:pt x="27" y="14"/>
                    <a:pt x="25" y="14"/>
                    <a:pt x="23" y="13"/>
                  </a:cubicBezTo>
                  <a:cubicBezTo>
                    <a:pt x="22" y="13"/>
                    <a:pt x="21" y="13"/>
                    <a:pt x="20" y="13"/>
                  </a:cubicBezTo>
                  <a:cubicBezTo>
                    <a:pt x="19" y="13"/>
                    <a:pt x="18" y="14"/>
                    <a:pt x="18" y="15"/>
                  </a:cubicBezTo>
                  <a:cubicBezTo>
                    <a:pt x="17" y="16"/>
                    <a:pt x="18" y="17"/>
                    <a:pt x="19" y="18"/>
                  </a:cubicBezTo>
                  <a:cubicBezTo>
                    <a:pt x="19" y="19"/>
                    <a:pt x="20" y="19"/>
                    <a:pt x="21" y="19"/>
                  </a:cubicBezTo>
                  <a:cubicBezTo>
                    <a:pt x="23" y="20"/>
                    <a:pt x="25" y="21"/>
                    <a:pt x="26" y="23"/>
                  </a:cubicBezTo>
                  <a:cubicBezTo>
                    <a:pt x="28" y="24"/>
                    <a:pt x="27" y="26"/>
                    <a:pt x="25" y="27"/>
                  </a:cubicBezTo>
                  <a:cubicBezTo>
                    <a:pt x="24" y="27"/>
                    <a:pt x="22" y="27"/>
                    <a:pt x="21" y="27"/>
                  </a:cubicBezTo>
                  <a:cubicBezTo>
                    <a:pt x="20" y="27"/>
                    <a:pt x="19" y="26"/>
                    <a:pt x="19" y="26"/>
                  </a:cubicBezTo>
                  <a:cubicBezTo>
                    <a:pt x="17" y="26"/>
                    <a:pt x="16" y="27"/>
                    <a:pt x="15" y="29"/>
                  </a:cubicBezTo>
                  <a:cubicBezTo>
                    <a:pt x="15" y="30"/>
                    <a:pt x="15" y="31"/>
                    <a:pt x="16" y="32"/>
                  </a:cubicBezTo>
                  <a:cubicBezTo>
                    <a:pt x="18" y="33"/>
                    <a:pt x="19" y="34"/>
                    <a:pt x="21" y="35"/>
                  </a:cubicBezTo>
                  <a:cubicBezTo>
                    <a:pt x="22" y="36"/>
                    <a:pt x="23" y="36"/>
                    <a:pt x="25" y="37"/>
                  </a:cubicBezTo>
                  <a:cubicBezTo>
                    <a:pt x="25" y="38"/>
                    <a:pt x="26" y="40"/>
                    <a:pt x="26" y="40"/>
                  </a:cubicBezTo>
                  <a:cubicBezTo>
                    <a:pt x="25" y="41"/>
                    <a:pt x="24" y="43"/>
                    <a:pt x="23" y="43"/>
                  </a:cubicBezTo>
                  <a:cubicBezTo>
                    <a:pt x="21" y="43"/>
                    <a:pt x="19" y="43"/>
                    <a:pt x="16" y="43"/>
                  </a:cubicBezTo>
                  <a:cubicBezTo>
                    <a:pt x="13" y="42"/>
                    <a:pt x="9" y="40"/>
                    <a:pt x="5" y="39"/>
                  </a:cubicBezTo>
                  <a:cubicBezTo>
                    <a:pt x="1" y="37"/>
                    <a:pt x="0" y="34"/>
                    <a:pt x="2" y="29"/>
                  </a:cubicBezTo>
                  <a:cubicBezTo>
                    <a:pt x="3" y="22"/>
                    <a:pt x="5" y="16"/>
                    <a:pt x="7" y="9"/>
                  </a:cubicBezTo>
                  <a:cubicBezTo>
                    <a:pt x="7" y="8"/>
                    <a:pt x="7" y="8"/>
                    <a:pt x="8" y="7"/>
                  </a:cubicBezTo>
                  <a:cubicBezTo>
                    <a:pt x="10" y="1"/>
                    <a:pt x="13" y="0"/>
                    <a:pt x="19" y="2"/>
                  </a:cubicBezTo>
                  <a:cubicBezTo>
                    <a:pt x="23" y="3"/>
                    <a:pt x="27" y="4"/>
                    <a:pt x="31" y="5"/>
                  </a:cubicBezTo>
                  <a:cubicBezTo>
                    <a:pt x="33" y="6"/>
                    <a:pt x="34" y="7"/>
                    <a:pt x="34" y="10"/>
                  </a:cubicBezTo>
                  <a:cubicBezTo>
                    <a:pt x="34" y="13"/>
                    <a:pt x="32" y="14"/>
                    <a:pt x="28" y="1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540625" y="6372225"/>
              <a:ext cx="109538" cy="144463"/>
            </a:xfrm>
            <a:custGeom>
              <a:avLst/>
              <a:gdLst>
                <a:gd name="T0" fmla="*/ 0 w 29"/>
                <a:gd name="T1" fmla="*/ 17 h 38"/>
                <a:gd name="T2" fmla="*/ 4 w 29"/>
                <a:gd name="T3" fmla="*/ 5 h 38"/>
                <a:gd name="T4" fmla="*/ 18 w 29"/>
                <a:gd name="T5" fmla="*/ 0 h 38"/>
                <a:gd name="T6" fmla="*/ 20 w 29"/>
                <a:gd name="T7" fmla="*/ 1 h 38"/>
                <a:gd name="T8" fmla="*/ 23 w 29"/>
                <a:gd name="T9" fmla="*/ 9 h 38"/>
                <a:gd name="T10" fmla="*/ 21 w 29"/>
                <a:gd name="T11" fmla="*/ 11 h 38"/>
                <a:gd name="T12" fmla="*/ 14 w 29"/>
                <a:gd name="T13" fmla="*/ 22 h 38"/>
                <a:gd name="T14" fmla="*/ 15 w 29"/>
                <a:gd name="T15" fmla="*/ 27 h 38"/>
                <a:gd name="T16" fmla="*/ 19 w 29"/>
                <a:gd name="T17" fmla="*/ 28 h 38"/>
                <a:gd name="T18" fmla="*/ 19 w 29"/>
                <a:gd name="T19" fmla="*/ 24 h 38"/>
                <a:gd name="T20" fmla="*/ 19 w 29"/>
                <a:gd name="T21" fmla="*/ 20 h 38"/>
                <a:gd name="T22" fmla="*/ 26 w 29"/>
                <a:gd name="T23" fmla="*/ 20 h 38"/>
                <a:gd name="T24" fmla="*/ 28 w 29"/>
                <a:gd name="T25" fmla="*/ 28 h 38"/>
                <a:gd name="T26" fmla="*/ 16 w 29"/>
                <a:gd name="T27" fmla="*/ 37 h 38"/>
                <a:gd name="T28" fmla="*/ 1 w 29"/>
                <a:gd name="T29" fmla="*/ 25 h 38"/>
                <a:gd name="T30" fmla="*/ 0 w 29"/>
                <a:gd name="T31" fmla="*/ 1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38">
                  <a:moveTo>
                    <a:pt x="0" y="17"/>
                  </a:moveTo>
                  <a:cubicBezTo>
                    <a:pt x="0" y="13"/>
                    <a:pt x="1" y="9"/>
                    <a:pt x="4" y="5"/>
                  </a:cubicBezTo>
                  <a:cubicBezTo>
                    <a:pt x="7" y="1"/>
                    <a:pt x="12" y="0"/>
                    <a:pt x="18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4" y="2"/>
                    <a:pt x="25" y="6"/>
                    <a:pt x="23" y="9"/>
                  </a:cubicBezTo>
                  <a:cubicBezTo>
                    <a:pt x="23" y="10"/>
                    <a:pt x="22" y="11"/>
                    <a:pt x="21" y="11"/>
                  </a:cubicBezTo>
                  <a:cubicBezTo>
                    <a:pt x="16" y="12"/>
                    <a:pt x="13" y="17"/>
                    <a:pt x="14" y="22"/>
                  </a:cubicBezTo>
                  <a:cubicBezTo>
                    <a:pt x="14" y="23"/>
                    <a:pt x="14" y="25"/>
                    <a:pt x="15" y="27"/>
                  </a:cubicBezTo>
                  <a:cubicBezTo>
                    <a:pt x="16" y="28"/>
                    <a:pt x="17" y="28"/>
                    <a:pt x="19" y="28"/>
                  </a:cubicBezTo>
                  <a:cubicBezTo>
                    <a:pt x="20" y="27"/>
                    <a:pt x="20" y="25"/>
                    <a:pt x="19" y="24"/>
                  </a:cubicBezTo>
                  <a:cubicBezTo>
                    <a:pt x="18" y="23"/>
                    <a:pt x="18" y="21"/>
                    <a:pt x="19" y="20"/>
                  </a:cubicBezTo>
                  <a:cubicBezTo>
                    <a:pt x="21" y="18"/>
                    <a:pt x="24" y="18"/>
                    <a:pt x="26" y="20"/>
                  </a:cubicBezTo>
                  <a:cubicBezTo>
                    <a:pt x="28" y="22"/>
                    <a:pt x="29" y="25"/>
                    <a:pt x="28" y="28"/>
                  </a:cubicBezTo>
                  <a:cubicBezTo>
                    <a:pt x="27" y="34"/>
                    <a:pt x="22" y="37"/>
                    <a:pt x="16" y="37"/>
                  </a:cubicBezTo>
                  <a:cubicBezTo>
                    <a:pt x="8" y="38"/>
                    <a:pt x="3" y="33"/>
                    <a:pt x="1" y="25"/>
                  </a:cubicBezTo>
                  <a:cubicBezTo>
                    <a:pt x="1" y="23"/>
                    <a:pt x="1" y="20"/>
                    <a:pt x="0" y="1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7600950" y="6002338"/>
              <a:ext cx="76200" cy="180975"/>
            </a:xfrm>
            <a:custGeom>
              <a:avLst/>
              <a:gdLst>
                <a:gd name="T0" fmla="*/ 20 w 20"/>
                <a:gd name="T1" fmla="*/ 15 h 48"/>
                <a:gd name="T2" fmla="*/ 16 w 20"/>
                <a:gd name="T3" fmla="*/ 36 h 48"/>
                <a:gd name="T4" fmla="*/ 13 w 20"/>
                <a:gd name="T5" fmla="*/ 44 h 48"/>
                <a:gd name="T6" fmla="*/ 2 w 20"/>
                <a:gd name="T7" fmla="*/ 43 h 48"/>
                <a:gd name="T8" fmla="*/ 0 w 20"/>
                <a:gd name="T9" fmla="*/ 34 h 48"/>
                <a:gd name="T10" fmla="*/ 6 w 20"/>
                <a:gd name="T11" fmla="*/ 7 h 48"/>
                <a:gd name="T12" fmla="*/ 9 w 20"/>
                <a:gd name="T13" fmla="*/ 3 h 48"/>
                <a:gd name="T14" fmla="*/ 18 w 20"/>
                <a:gd name="T15" fmla="*/ 4 h 48"/>
                <a:gd name="T16" fmla="*/ 20 w 20"/>
                <a:gd name="T17" fmla="*/ 1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48">
                  <a:moveTo>
                    <a:pt x="20" y="15"/>
                  </a:moveTo>
                  <a:cubicBezTo>
                    <a:pt x="19" y="22"/>
                    <a:pt x="18" y="29"/>
                    <a:pt x="16" y="36"/>
                  </a:cubicBezTo>
                  <a:cubicBezTo>
                    <a:pt x="16" y="39"/>
                    <a:pt x="14" y="42"/>
                    <a:pt x="13" y="44"/>
                  </a:cubicBezTo>
                  <a:cubicBezTo>
                    <a:pt x="10" y="48"/>
                    <a:pt x="4" y="48"/>
                    <a:pt x="2" y="43"/>
                  </a:cubicBezTo>
                  <a:cubicBezTo>
                    <a:pt x="0" y="41"/>
                    <a:pt x="0" y="37"/>
                    <a:pt x="0" y="34"/>
                  </a:cubicBezTo>
                  <a:cubicBezTo>
                    <a:pt x="1" y="25"/>
                    <a:pt x="3" y="16"/>
                    <a:pt x="6" y="7"/>
                  </a:cubicBezTo>
                  <a:cubicBezTo>
                    <a:pt x="7" y="5"/>
                    <a:pt x="8" y="4"/>
                    <a:pt x="9" y="3"/>
                  </a:cubicBezTo>
                  <a:cubicBezTo>
                    <a:pt x="11" y="0"/>
                    <a:pt x="16" y="0"/>
                    <a:pt x="18" y="4"/>
                  </a:cubicBezTo>
                  <a:cubicBezTo>
                    <a:pt x="20" y="7"/>
                    <a:pt x="19" y="11"/>
                    <a:pt x="20" y="15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0" name="Freeform 24"/>
            <p:cNvSpPr>
              <a:spLocks/>
            </p:cNvSpPr>
            <p:nvPr/>
          </p:nvSpPr>
          <p:spPr bwMode="auto">
            <a:xfrm>
              <a:off x="7532688" y="6194425"/>
              <a:ext cx="109538" cy="147638"/>
            </a:xfrm>
            <a:custGeom>
              <a:avLst/>
              <a:gdLst>
                <a:gd name="T0" fmla="*/ 13 w 29"/>
                <a:gd name="T1" fmla="*/ 39 h 39"/>
                <a:gd name="T2" fmla="*/ 2 w 29"/>
                <a:gd name="T3" fmla="*/ 34 h 39"/>
                <a:gd name="T4" fmla="*/ 3 w 29"/>
                <a:gd name="T5" fmla="*/ 23 h 39"/>
                <a:gd name="T6" fmla="*/ 9 w 29"/>
                <a:gd name="T7" fmla="*/ 24 h 39"/>
                <a:gd name="T8" fmla="*/ 11 w 29"/>
                <a:gd name="T9" fmla="*/ 26 h 39"/>
                <a:gd name="T10" fmla="*/ 13 w 29"/>
                <a:gd name="T11" fmla="*/ 24 h 39"/>
                <a:gd name="T12" fmla="*/ 15 w 29"/>
                <a:gd name="T13" fmla="*/ 11 h 39"/>
                <a:gd name="T14" fmla="*/ 14 w 29"/>
                <a:gd name="T15" fmla="*/ 9 h 39"/>
                <a:gd name="T16" fmla="*/ 10 w 29"/>
                <a:gd name="T17" fmla="*/ 7 h 39"/>
                <a:gd name="T18" fmla="*/ 7 w 29"/>
                <a:gd name="T19" fmla="*/ 4 h 39"/>
                <a:gd name="T20" fmla="*/ 11 w 29"/>
                <a:gd name="T21" fmla="*/ 0 h 39"/>
                <a:gd name="T22" fmla="*/ 14 w 29"/>
                <a:gd name="T23" fmla="*/ 1 h 39"/>
                <a:gd name="T24" fmla="*/ 23 w 29"/>
                <a:gd name="T25" fmla="*/ 3 h 39"/>
                <a:gd name="T26" fmla="*/ 28 w 29"/>
                <a:gd name="T27" fmla="*/ 10 h 39"/>
                <a:gd name="T28" fmla="*/ 24 w 29"/>
                <a:gd name="T29" fmla="*/ 29 h 39"/>
                <a:gd name="T30" fmla="*/ 21 w 29"/>
                <a:gd name="T31" fmla="*/ 34 h 39"/>
                <a:gd name="T32" fmla="*/ 13 w 29"/>
                <a:gd name="T3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39">
                  <a:moveTo>
                    <a:pt x="13" y="39"/>
                  </a:moveTo>
                  <a:cubicBezTo>
                    <a:pt x="9" y="39"/>
                    <a:pt x="5" y="37"/>
                    <a:pt x="2" y="34"/>
                  </a:cubicBezTo>
                  <a:cubicBezTo>
                    <a:pt x="0" y="31"/>
                    <a:pt x="0" y="26"/>
                    <a:pt x="3" y="23"/>
                  </a:cubicBezTo>
                  <a:cubicBezTo>
                    <a:pt x="5" y="21"/>
                    <a:pt x="7" y="22"/>
                    <a:pt x="9" y="24"/>
                  </a:cubicBezTo>
                  <a:cubicBezTo>
                    <a:pt x="9" y="25"/>
                    <a:pt x="10" y="25"/>
                    <a:pt x="11" y="26"/>
                  </a:cubicBezTo>
                  <a:cubicBezTo>
                    <a:pt x="11" y="25"/>
                    <a:pt x="13" y="25"/>
                    <a:pt x="13" y="24"/>
                  </a:cubicBezTo>
                  <a:cubicBezTo>
                    <a:pt x="14" y="19"/>
                    <a:pt x="14" y="15"/>
                    <a:pt x="15" y="11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2" y="9"/>
                    <a:pt x="11" y="8"/>
                    <a:pt x="10" y="7"/>
                  </a:cubicBezTo>
                  <a:cubicBezTo>
                    <a:pt x="8" y="7"/>
                    <a:pt x="7" y="6"/>
                    <a:pt x="7" y="4"/>
                  </a:cubicBezTo>
                  <a:cubicBezTo>
                    <a:pt x="8" y="2"/>
                    <a:pt x="9" y="1"/>
                    <a:pt x="11" y="0"/>
                  </a:cubicBezTo>
                  <a:cubicBezTo>
                    <a:pt x="12" y="0"/>
                    <a:pt x="13" y="0"/>
                    <a:pt x="14" y="1"/>
                  </a:cubicBezTo>
                  <a:cubicBezTo>
                    <a:pt x="17" y="1"/>
                    <a:pt x="20" y="2"/>
                    <a:pt x="23" y="3"/>
                  </a:cubicBezTo>
                  <a:cubicBezTo>
                    <a:pt x="28" y="4"/>
                    <a:pt x="29" y="6"/>
                    <a:pt x="28" y="10"/>
                  </a:cubicBezTo>
                  <a:cubicBezTo>
                    <a:pt x="27" y="16"/>
                    <a:pt x="25" y="23"/>
                    <a:pt x="24" y="29"/>
                  </a:cubicBezTo>
                  <a:cubicBezTo>
                    <a:pt x="23" y="31"/>
                    <a:pt x="22" y="33"/>
                    <a:pt x="21" y="34"/>
                  </a:cubicBezTo>
                  <a:cubicBezTo>
                    <a:pt x="19" y="38"/>
                    <a:pt x="16" y="39"/>
                    <a:pt x="13" y="3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1" name="Freeform 25"/>
            <p:cNvSpPr>
              <a:spLocks noEditPoints="1"/>
            </p:cNvSpPr>
            <p:nvPr/>
          </p:nvSpPr>
          <p:spPr bwMode="auto">
            <a:xfrm>
              <a:off x="7085013" y="6683375"/>
              <a:ext cx="111125" cy="117475"/>
            </a:xfrm>
            <a:custGeom>
              <a:avLst/>
              <a:gdLst>
                <a:gd name="T0" fmla="*/ 15 w 29"/>
                <a:gd name="T1" fmla="*/ 31 h 31"/>
                <a:gd name="T2" fmla="*/ 1 w 29"/>
                <a:gd name="T3" fmla="*/ 20 h 31"/>
                <a:gd name="T4" fmla="*/ 4 w 29"/>
                <a:gd name="T5" fmla="*/ 6 h 31"/>
                <a:gd name="T6" fmla="*/ 19 w 29"/>
                <a:gd name="T7" fmla="*/ 2 h 31"/>
                <a:gd name="T8" fmla="*/ 28 w 29"/>
                <a:gd name="T9" fmla="*/ 12 h 31"/>
                <a:gd name="T10" fmla="*/ 27 w 29"/>
                <a:gd name="T11" fmla="*/ 23 h 31"/>
                <a:gd name="T12" fmla="*/ 15 w 29"/>
                <a:gd name="T13" fmla="*/ 31 h 31"/>
                <a:gd name="T14" fmla="*/ 19 w 29"/>
                <a:gd name="T15" fmla="*/ 15 h 31"/>
                <a:gd name="T16" fmla="*/ 18 w 29"/>
                <a:gd name="T17" fmla="*/ 10 h 31"/>
                <a:gd name="T18" fmla="*/ 12 w 29"/>
                <a:gd name="T19" fmla="*/ 10 h 31"/>
                <a:gd name="T20" fmla="*/ 12 w 29"/>
                <a:gd name="T21" fmla="*/ 19 h 31"/>
                <a:gd name="T22" fmla="*/ 15 w 29"/>
                <a:gd name="T23" fmla="*/ 21 h 31"/>
                <a:gd name="T24" fmla="*/ 19 w 29"/>
                <a:gd name="T25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31">
                  <a:moveTo>
                    <a:pt x="15" y="31"/>
                  </a:moveTo>
                  <a:cubicBezTo>
                    <a:pt x="7" y="31"/>
                    <a:pt x="2" y="27"/>
                    <a:pt x="1" y="20"/>
                  </a:cubicBezTo>
                  <a:cubicBezTo>
                    <a:pt x="0" y="14"/>
                    <a:pt x="1" y="10"/>
                    <a:pt x="4" y="6"/>
                  </a:cubicBezTo>
                  <a:cubicBezTo>
                    <a:pt x="8" y="1"/>
                    <a:pt x="13" y="0"/>
                    <a:pt x="19" y="2"/>
                  </a:cubicBezTo>
                  <a:cubicBezTo>
                    <a:pt x="24" y="3"/>
                    <a:pt x="27" y="7"/>
                    <a:pt x="28" y="12"/>
                  </a:cubicBezTo>
                  <a:cubicBezTo>
                    <a:pt x="29" y="16"/>
                    <a:pt x="28" y="19"/>
                    <a:pt x="27" y="23"/>
                  </a:cubicBezTo>
                  <a:cubicBezTo>
                    <a:pt x="25" y="29"/>
                    <a:pt x="21" y="31"/>
                    <a:pt x="15" y="31"/>
                  </a:cubicBezTo>
                  <a:close/>
                  <a:moveTo>
                    <a:pt x="19" y="15"/>
                  </a:moveTo>
                  <a:cubicBezTo>
                    <a:pt x="19" y="13"/>
                    <a:pt x="18" y="12"/>
                    <a:pt x="18" y="10"/>
                  </a:cubicBezTo>
                  <a:cubicBezTo>
                    <a:pt x="16" y="8"/>
                    <a:pt x="13" y="8"/>
                    <a:pt x="12" y="10"/>
                  </a:cubicBezTo>
                  <a:cubicBezTo>
                    <a:pt x="10" y="13"/>
                    <a:pt x="10" y="16"/>
                    <a:pt x="12" y="19"/>
                  </a:cubicBezTo>
                  <a:cubicBezTo>
                    <a:pt x="12" y="20"/>
                    <a:pt x="14" y="21"/>
                    <a:pt x="15" y="21"/>
                  </a:cubicBezTo>
                  <a:cubicBezTo>
                    <a:pt x="18" y="20"/>
                    <a:pt x="19" y="18"/>
                    <a:pt x="19" y="15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2" name="Freeform 26"/>
            <p:cNvSpPr>
              <a:spLocks/>
            </p:cNvSpPr>
            <p:nvPr/>
          </p:nvSpPr>
          <p:spPr bwMode="auto">
            <a:xfrm>
              <a:off x="7278688" y="6626225"/>
              <a:ext cx="95250" cy="128588"/>
            </a:xfrm>
            <a:custGeom>
              <a:avLst/>
              <a:gdLst>
                <a:gd name="T0" fmla="*/ 11 w 25"/>
                <a:gd name="T1" fmla="*/ 10 h 34"/>
                <a:gd name="T2" fmla="*/ 16 w 25"/>
                <a:gd name="T3" fmla="*/ 4 h 34"/>
                <a:gd name="T4" fmla="*/ 20 w 25"/>
                <a:gd name="T5" fmla="*/ 2 h 34"/>
                <a:gd name="T6" fmla="*/ 23 w 25"/>
                <a:gd name="T7" fmla="*/ 6 h 34"/>
                <a:gd name="T8" fmla="*/ 20 w 25"/>
                <a:gd name="T9" fmla="*/ 11 h 34"/>
                <a:gd name="T10" fmla="*/ 19 w 25"/>
                <a:gd name="T11" fmla="*/ 13 h 34"/>
                <a:gd name="T12" fmla="*/ 17 w 25"/>
                <a:gd name="T13" fmla="*/ 16 h 34"/>
                <a:gd name="T14" fmla="*/ 25 w 25"/>
                <a:gd name="T15" fmla="*/ 30 h 34"/>
                <a:gd name="T16" fmla="*/ 23 w 25"/>
                <a:gd name="T17" fmla="*/ 33 h 34"/>
                <a:gd name="T18" fmla="*/ 18 w 25"/>
                <a:gd name="T19" fmla="*/ 33 h 34"/>
                <a:gd name="T20" fmla="*/ 13 w 25"/>
                <a:gd name="T21" fmla="*/ 25 h 34"/>
                <a:gd name="T22" fmla="*/ 12 w 25"/>
                <a:gd name="T23" fmla="*/ 23 h 34"/>
                <a:gd name="T24" fmla="*/ 10 w 25"/>
                <a:gd name="T25" fmla="*/ 28 h 34"/>
                <a:gd name="T26" fmla="*/ 8 w 25"/>
                <a:gd name="T27" fmla="*/ 33 h 34"/>
                <a:gd name="T28" fmla="*/ 4 w 25"/>
                <a:gd name="T29" fmla="*/ 33 h 34"/>
                <a:gd name="T30" fmla="*/ 2 w 25"/>
                <a:gd name="T31" fmla="*/ 29 h 34"/>
                <a:gd name="T32" fmla="*/ 2 w 25"/>
                <a:gd name="T33" fmla="*/ 8 h 34"/>
                <a:gd name="T34" fmla="*/ 4 w 25"/>
                <a:gd name="T35" fmla="*/ 3 h 34"/>
                <a:gd name="T36" fmla="*/ 10 w 25"/>
                <a:gd name="T37" fmla="*/ 3 h 34"/>
                <a:gd name="T38" fmla="*/ 11 w 25"/>
                <a:gd name="T39" fmla="*/ 7 h 34"/>
                <a:gd name="T40" fmla="*/ 11 w 25"/>
                <a:gd name="T41" fmla="*/ 1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" h="34">
                  <a:moveTo>
                    <a:pt x="11" y="10"/>
                  </a:moveTo>
                  <a:cubicBezTo>
                    <a:pt x="13" y="8"/>
                    <a:pt x="14" y="6"/>
                    <a:pt x="16" y="4"/>
                  </a:cubicBezTo>
                  <a:cubicBezTo>
                    <a:pt x="17" y="3"/>
                    <a:pt x="18" y="3"/>
                    <a:pt x="20" y="2"/>
                  </a:cubicBezTo>
                  <a:cubicBezTo>
                    <a:pt x="22" y="2"/>
                    <a:pt x="23" y="3"/>
                    <a:pt x="23" y="6"/>
                  </a:cubicBezTo>
                  <a:cubicBezTo>
                    <a:pt x="22" y="7"/>
                    <a:pt x="21" y="9"/>
                    <a:pt x="20" y="11"/>
                  </a:cubicBezTo>
                  <a:cubicBezTo>
                    <a:pt x="20" y="11"/>
                    <a:pt x="19" y="12"/>
                    <a:pt x="19" y="13"/>
                  </a:cubicBezTo>
                  <a:cubicBezTo>
                    <a:pt x="18" y="14"/>
                    <a:pt x="18" y="15"/>
                    <a:pt x="17" y="16"/>
                  </a:cubicBezTo>
                  <a:cubicBezTo>
                    <a:pt x="22" y="19"/>
                    <a:pt x="24" y="24"/>
                    <a:pt x="25" y="30"/>
                  </a:cubicBezTo>
                  <a:cubicBezTo>
                    <a:pt x="25" y="31"/>
                    <a:pt x="24" y="33"/>
                    <a:pt x="23" y="33"/>
                  </a:cubicBezTo>
                  <a:cubicBezTo>
                    <a:pt x="21" y="34"/>
                    <a:pt x="19" y="34"/>
                    <a:pt x="18" y="33"/>
                  </a:cubicBezTo>
                  <a:cubicBezTo>
                    <a:pt x="16" y="30"/>
                    <a:pt x="14" y="28"/>
                    <a:pt x="13" y="25"/>
                  </a:cubicBezTo>
                  <a:cubicBezTo>
                    <a:pt x="12" y="25"/>
                    <a:pt x="12" y="24"/>
                    <a:pt x="12" y="23"/>
                  </a:cubicBezTo>
                  <a:cubicBezTo>
                    <a:pt x="11" y="25"/>
                    <a:pt x="11" y="26"/>
                    <a:pt x="10" y="28"/>
                  </a:cubicBezTo>
                  <a:cubicBezTo>
                    <a:pt x="10" y="30"/>
                    <a:pt x="9" y="31"/>
                    <a:pt x="8" y="33"/>
                  </a:cubicBezTo>
                  <a:cubicBezTo>
                    <a:pt x="7" y="34"/>
                    <a:pt x="5" y="34"/>
                    <a:pt x="4" y="33"/>
                  </a:cubicBezTo>
                  <a:cubicBezTo>
                    <a:pt x="3" y="32"/>
                    <a:pt x="3" y="30"/>
                    <a:pt x="2" y="29"/>
                  </a:cubicBezTo>
                  <a:cubicBezTo>
                    <a:pt x="1" y="22"/>
                    <a:pt x="0" y="15"/>
                    <a:pt x="2" y="8"/>
                  </a:cubicBezTo>
                  <a:cubicBezTo>
                    <a:pt x="2" y="6"/>
                    <a:pt x="3" y="5"/>
                    <a:pt x="4" y="3"/>
                  </a:cubicBezTo>
                  <a:cubicBezTo>
                    <a:pt x="5" y="0"/>
                    <a:pt x="8" y="0"/>
                    <a:pt x="10" y="3"/>
                  </a:cubicBezTo>
                  <a:cubicBezTo>
                    <a:pt x="11" y="4"/>
                    <a:pt x="11" y="5"/>
                    <a:pt x="11" y="7"/>
                  </a:cubicBezTo>
                  <a:cubicBezTo>
                    <a:pt x="11" y="8"/>
                    <a:pt x="11" y="9"/>
                    <a:pt x="11" y="1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3" name="Freeform 27"/>
            <p:cNvSpPr>
              <a:spLocks/>
            </p:cNvSpPr>
            <p:nvPr/>
          </p:nvSpPr>
          <p:spPr bwMode="auto">
            <a:xfrm>
              <a:off x="7316788" y="6777038"/>
              <a:ext cx="125413" cy="144463"/>
            </a:xfrm>
            <a:custGeom>
              <a:avLst/>
              <a:gdLst>
                <a:gd name="T0" fmla="*/ 33 w 33"/>
                <a:gd name="T1" fmla="*/ 29 h 38"/>
                <a:gd name="T2" fmla="*/ 31 w 33"/>
                <a:gd name="T3" fmla="*/ 35 h 38"/>
                <a:gd name="T4" fmla="*/ 29 w 33"/>
                <a:gd name="T5" fmla="*/ 37 h 38"/>
                <a:gd name="T6" fmla="*/ 16 w 33"/>
                <a:gd name="T7" fmla="*/ 34 h 38"/>
                <a:gd name="T8" fmla="*/ 7 w 33"/>
                <a:gd name="T9" fmla="*/ 27 h 38"/>
                <a:gd name="T10" fmla="*/ 0 w 33"/>
                <a:gd name="T11" fmla="*/ 18 h 38"/>
                <a:gd name="T12" fmla="*/ 0 w 33"/>
                <a:gd name="T13" fmla="*/ 15 h 38"/>
                <a:gd name="T14" fmla="*/ 3 w 33"/>
                <a:gd name="T15" fmla="*/ 15 h 38"/>
                <a:gd name="T16" fmla="*/ 16 w 33"/>
                <a:gd name="T17" fmla="*/ 23 h 38"/>
                <a:gd name="T18" fmla="*/ 19 w 33"/>
                <a:gd name="T19" fmla="*/ 25 h 38"/>
                <a:gd name="T20" fmla="*/ 22 w 33"/>
                <a:gd name="T21" fmla="*/ 25 h 38"/>
                <a:gd name="T22" fmla="*/ 22 w 33"/>
                <a:gd name="T23" fmla="*/ 22 h 38"/>
                <a:gd name="T24" fmla="*/ 19 w 33"/>
                <a:gd name="T25" fmla="*/ 10 h 38"/>
                <a:gd name="T26" fmla="*/ 18 w 33"/>
                <a:gd name="T27" fmla="*/ 3 h 38"/>
                <a:gd name="T28" fmla="*/ 21 w 33"/>
                <a:gd name="T29" fmla="*/ 2 h 38"/>
                <a:gd name="T30" fmla="*/ 27 w 33"/>
                <a:gd name="T31" fmla="*/ 9 h 38"/>
                <a:gd name="T32" fmla="*/ 33 w 33"/>
                <a:gd name="T33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cubicBezTo>
                    <a:pt x="33" y="31"/>
                    <a:pt x="32" y="33"/>
                    <a:pt x="31" y="35"/>
                  </a:cubicBezTo>
                  <a:cubicBezTo>
                    <a:pt x="31" y="36"/>
                    <a:pt x="30" y="37"/>
                    <a:pt x="29" y="37"/>
                  </a:cubicBezTo>
                  <a:cubicBezTo>
                    <a:pt x="24" y="38"/>
                    <a:pt x="20" y="36"/>
                    <a:pt x="16" y="34"/>
                  </a:cubicBezTo>
                  <a:cubicBezTo>
                    <a:pt x="13" y="32"/>
                    <a:pt x="10" y="29"/>
                    <a:pt x="7" y="27"/>
                  </a:cubicBezTo>
                  <a:cubicBezTo>
                    <a:pt x="4" y="25"/>
                    <a:pt x="1" y="22"/>
                    <a:pt x="0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1" y="14"/>
                    <a:pt x="2" y="14"/>
                    <a:pt x="3" y="15"/>
                  </a:cubicBezTo>
                  <a:cubicBezTo>
                    <a:pt x="8" y="16"/>
                    <a:pt x="12" y="19"/>
                    <a:pt x="16" y="23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20" y="25"/>
                    <a:pt x="21" y="25"/>
                    <a:pt x="22" y="25"/>
                  </a:cubicBezTo>
                  <a:cubicBezTo>
                    <a:pt x="22" y="24"/>
                    <a:pt x="23" y="23"/>
                    <a:pt x="22" y="22"/>
                  </a:cubicBezTo>
                  <a:cubicBezTo>
                    <a:pt x="21" y="18"/>
                    <a:pt x="20" y="14"/>
                    <a:pt x="19" y="10"/>
                  </a:cubicBezTo>
                  <a:cubicBezTo>
                    <a:pt x="18" y="8"/>
                    <a:pt x="18" y="6"/>
                    <a:pt x="18" y="3"/>
                  </a:cubicBezTo>
                  <a:cubicBezTo>
                    <a:pt x="18" y="1"/>
                    <a:pt x="19" y="0"/>
                    <a:pt x="21" y="2"/>
                  </a:cubicBezTo>
                  <a:cubicBezTo>
                    <a:pt x="24" y="4"/>
                    <a:pt x="26" y="6"/>
                    <a:pt x="27" y="9"/>
                  </a:cubicBezTo>
                  <a:cubicBezTo>
                    <a:pt x="30" y="15"/>
                    <a:pt x="32" y="22"/>
                    <a:pt x="33" y="2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4" name="Freeform 28"/>
            <p:cNvSpPr>
              <a:spLocks/>
            </p:cNvSpPr>
            <p:nvPr/>
          </p:nvSpPr>
          <p:spPr bwMode="auto">
            <a:xfrm>
              <a:off x="7294563" y="6251575"/>
              <a:ext cx="120650" cy="120650"/>
            </a:xfrm>
            <a:custGeom>
              <a:avLst/>
              <a:gdLst>
                <a:gd name="T0" fmla="*/ 18 w 32"/>
                <a:gd name="T1" fmla="*/ 32 h 32"/>
                <a:gd name="T2" fmla="*/ 6 w 32"/>
                <a:gd name="T3" fmla="*/ 24 h 32"/>
                <a:gd name="T4" fmla="*/ 1 w 32"/>
                <a:gd name="T5" fmla="*/ 14 h 32"/>
                <a:gd name="T6" fmla="*/ 5 w 32"/>
                <a:gd name="T7" fmla="*/ 6 h 32"/>
                <a:gd name="T8" fmla="*/ 8 w 32"/>
                <a:gd name="T9" fmla="*/ 7 h 32"/>
                <a:gd name="T10" fmla="*/ 11 w 32"/>
                <a:gd name="T11" fmla="*/ 11 h 32"/>
                <a:gd name="T12" fmla="*/ 15 w 32"/>
                <a:gd name="T13" fmla="*/ 20 h 32"/>
                <a:gd name="T14" fmla="*/ 18 w 32"/>
                <a:gd name="T15" fmla="*/ 23 h 32"/>
                <a:gd name="T16" fmla="*/ 21 w 32"/>
                <a:gd name="T17" fmla="*/ 23 h 32"/>
                <a:gd name="T18" fmla="*/ 21 w 32"/>
                <a:gd name="T19" fmla="*/ 20 h 32"/>
                <a:gd name="T20" fmla="*/ 19 w 32"/>
                <a:gd name="T21" fmla="*/ 12 h 32"/>
                <a:gd name="T22" fmla="*/ 17 w 32"/>
                <a:gd name="T23" fmla="*/ 6 h 32"/>
                <a:gd name="T24" fmla="*/ 18 w 32"/>
                <a:gd name="T25" fmla="*/ 1 h 32"/>
                <a:gd name="T26" fmla="*/ 25 w 32"/>
                <a:gd name="T27" fmla="*/ 2 h 32"/>
                <a:gd name="T28" fmla="*/ 30 w 32"/>
                <a:gd name="T29" fmla="*/ 23 h 32"/>
                <a:gd name="T30" fmla="*/ 18 w 32"/>
                <a:gd name="T3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" h="32">
                  <a:moveTo>
                    <a:pt x="18" y="32"/>
                  </a:moveTo>
                  <a:cubicBezTo>
                    <a:pt x="12" y="32"/>
                    <a:pt x="8" y="29"/>
                    <a:pt x="6" y="24"/>
                  </a:cubicBezTo>
                  <a:cubicBezTo>
                    <a:pt x="4" y="20"/>
                    <a:pt x="3" y="17"/>
                    <a:pt x="1" y="14"/>
                  </a:cubicBezTo>
                  <a:cubicBezTo>
                    <a:pt x="0" y="10"/>
                    <a:pt x="1" y="7"/>
                    <a:pt x="5" y="6"/>
                  </a:cubicBezTo>
                  <a:cubicBezTo>
                    <a:pt x="6" y="6"/>
                    <a:pt x="8" y="6"/>
                    <a:pt x="8" y="7"/>
                  </a:cubicBezTo>
                  <a:cubicBezTo>
                    <a:pt x="10" y="8"/>
                    <a:pt x="10" y="9"/>
                    <a:pt x="11" y="11"/>
                  </a:cubicBezTo>
                  <a:cubicBezTo>
                    <a:pt x="13" y="14"/>
                    <a:pt x="14" y="17"/>
                    <a:pt x="15" y="20"/>
                  </a:cubicBezTo>
                  <a:cubicBezTo>
                    <a:pt x="16" y="21"/>
                    <a:pt x="17" y="22"/>
                    <a:pt x="18" y="23"/>
                  </a:cubicBezTo>
                  <a:cubicBezTo>
                    <a:pt x="18" y="23"/>
                    <a:pt x="20" y="23"/>
                    <a:pt x="21" y="23"/>
                  </a:cubicBezTo>
                  <a:cubicBezTo>
                    <a:pt x="21" y="23"/>
                    <a:pt x="22" y="21"/>
                    <a:pt x="21" y="20"/>
                  </a:cubicBezTo>
                  <a:cubicBezTo>
                    <a:pt x="21" y="17"/>
                    <a:pt x="20" y="14"/>
                    <a:pt x="19" y="12"/>
                  </a:cubicBezTo>
                  <a:cubicBezTo>
                    <a:pt x="18" y="10"/>
                    <a:pt x="17" y="8"/>
                    <a:pt x="17" y="6"/>
                  </a:cubicBezTo>
                  <a:cubicBezTo>
                    <a:pt x="16" y="3"/>
                    <a:pt x="17" y="2"/>
                    <a:pt x="18" y="1"/>
                  </a:cubicBezTo>
                  <a:cubicBezTo>
                    <a:pt x="21" y="0"/>
                    <a:pt x="23" y="0"/>
                    <a:pt x="25" y="2"/>
                  </a:cubicBezTo>
                  <a:cubicBezTo>
                    <a:pt x="29" y="8"/>
                    <a:pt x="32" y="15"/>
                    <a:pt x="30" y="23"/>
                  </a:cubicBezTo>
                  <a:cubicBezTo>
                    <a:pt x="29" y="29"/>
                    <a:pt x="24" y="32"/>
                    <a:pt x="18" y="3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5" name="Freeform 29"/>
            <p:cNvSpPr>
              <a:spLocks/>
            </p:cNvSpPr>
            <p:nvPr/>
          </p:nvSpPr>
          <p:spPr bwMode="auto">
            <a:xfrm>
              <a:off x="7567613" y="6826250"/>
              <a:ext cx="265113" cy="374650"/>
            </a:xfrm>
            <a:custGeom>
              <a:avLst/>
              <a:gdLst>
                <a:gd name="T0" fmla="*/ 70 w 70"/>
                <a:gd name="T1" fmla="*/ 99 h 99"/>
                <a:gd name="T2" fmla="*/ 0 w 70"/>
                <a:gd name="T3" fmla="*/ 93 h 99"/>
                <a:gd name="T4" fmla="*/ 66 w 70"/>
                <a:gd name="T5" fmla="*/ 96 h 99"/>
                <a:gd name="T6" fmla="*/ 65 w 70"/>
                <a:gd name="T7" fmla="*/ 0 h 99"/>
                <a:gd name="T8" fmla="*/ 67 w 70"/>
                <a:gd name="T9" fmla="*/ 2 h 99"/>
                <a:gd name="T10" fmla="*/ 68 w 70"/>
                <a:gd name="T11" fmla="*/ 22 h 99"/>
                <a:gd name="T12" fmla="*/ 70 w 70"/>
                <a:gd name="T13" fmla="*/ 86 h 99"/>
                <a:gd name="T14" fmla="*/ 70 w 70"/>
                <a:gd name="T15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99">
                  <a:moveTo>
                    <a:pt x="70" y="99"/>
                  </a:moveTo>
                  <a:cubicBezTo>
                    <a:pt x="47" y="94"/>
                    <a:pt x="23" y="91"/>
                    <a:pt x="0" y="93"/>
                  </a:cubicBezTo>
                  <a:cubicBezTo>
                    <a:pt x="10" y="88"/>
                    <a:pt x="49" y="88"/>
                    <a:pt x="66" y="96"/>
                  </a:cubicBezTo>
                  <a:cubicBezTo>
                    <a:pt x="67" y="64"/>
                    <a:pt x="66" y="32"/>
                    <a:pt x="65" y="0"/>
                  </a:cubicBezTo>
                  <a:cubicBezTo>
                    <a:pt x="66" y="0"/>
                    <a:pt x="67" y="1"/>
                    <a:pt x="67" y="2"/>
                  </a:cubicBezTo>
                  <a:cubicBezTo>
                    <a:pt x="67" y="9"/>
                    <a:pt x="68" y="15"/>
                    <a:pt x="68" y="22"/>
                  </a:cubicBezTo>
                  <a:cubicBezTo>
                    <a:pt x="69" y="43"/>
                    <a:pt x="69" y="65"/>
                    <a:pt x="70" y="86"/>
                  </a:cubicBezTo>
                  <a:cubicBezTo>
                    <a:pt x="70" y="90"/>
                    <a:pt x="70" y="95"/>
                    <a:pt x="70" y="9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6" name="Freeform 30"/>
            <p:cNvSpPr>
              <a:spLocks/>
            </p:cNvSpPr>
            <p:nvPr/>
          </p:nvSpPr>
          <p:spPr bwMode="auto">
            <a:xfrm>
              <a:off x="7354888" y="6519863"/>
              <a:ext cx="106363" cy="136525"/>
            </a:xfrm>
            <a:custGeom>
              <a:avLst/>
              <a:gdLst>
                <a:gd name="T0" fmla="*/ 17 w 28"/>
                <a:gd name="T1" fmla="*/ 24 h 36"/>
                <a:gd name="T2" fmla="*/ 22 w 28"/>
                <a:gd name="T3" fmla="*/ 22 h 36"/>
                <a:gd name="T4" fmla="*/ 27 w 28"/>
                <a:gd name="T5" fmla="*/ 24 h 36"/>
                <a:gd name="T6" fmla="*/ 27 w 28"/>
                <a:gd name="T7" fmla="*/ 30 h 36"/>
                <a:gd name="T8" fmla="*/ 8 w 28"/>
                <a:gd name="T9" fmla="*/ 29 h 36"/>
                <a:gd name="T10" fmla="*/ 1 w 28"/>
                <a:gd name="T11" fmla="*/ 12 h 36"/>
                <a:gd name="T12" fmla="*/ 1 w 28"/>
                <a:gd name="T13" fmla="*/ 4 h 36"/>
                <a:gd name="T14" fmla="*/ 10 w 28"/>
                <a:gd name="T15" fmla="*/ 3 h 36"/>
                <a:gd name="T16" fmla="*/ 15 w 28"/>
                <a:gd name="T17" fmla="*/ 14 h 36"/>
                <a:gd name="T18" fmla="*/ 17 w 28"/>
                <a:gd name="T19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6">
                  <a:moveTo>
                    <a:pt x="17" y="24"/>
                  </a:moveTo>
                  <a:cubicBezTo>
                    <a:pt x="19" y="23"/>
                    <a:pt x="20" y="23"/>
                    <a:pt x="22" y="22"/>
                  </a:cubicBezTo>
                  <a:cubicBezTo>
                    <a:pt x="24" y="22"/>
                    <a:pt x="26" y="23"/>
                    <a:pt x="27" y="24"/>
                  </a:cubicBezTo>
                  <a:cubicBezTo>
                    <a:pt x="28" y="26"/>
                    <a:pt x="28" y="28"/>
                    <a:pt x="27" y="30"/>
                  </a:cubicBezTo>
                  <a:cubicBezTo>
                    <a:pt x="22" y="36"/>
                    <a:pt x="12" y="36"/>
                    <a:pt x="8" y="29"/>
                  </a:cubicBezTo>
                  <a:cubicBezTo>
                    <a:pt x="4" y="24"/>
                    <a:pt x="3" y="18"/>
                    <a:pt x="1" y="12"/>
                  </a:cubicBezTo>
                  <a:cubicBezTo>
                    <a:pt x="0" y="10"/>
                    <a:pt x="0" y="7"/>
                    <a:pt x="1" y="4"/>
                  </a:cubicBezTo>
                  <a:cubicBezTo>
                    <a:pt x="3" y="1"/>
                    <a:pt x="7" y="0"/>
                    <a:pt x="10" y="3"/>
                  </a:cubicBezTo>
                  <a:cubicBezTo>
                    <a:pt x="12" y="6"/>
                    <a:pt x="14" y="10"/>
                    <a:pt x="15" y="14"/>
                  </a:cubicBezTo>
                  <a:cubicBezTo>
                    <a:pt x="16" y="17"/>
                    <a:pt x="17" y="21"/>
                    <a:pt x="17" y="2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7" name="Freeform 31"/>
            <p:cNvSpPr>
              <a:spLocks/>
            </p:cNvSpPr>
            <p:nvPr/>
          </p:nvSpPr>
          <p:spPr bwMode="auto">
            <a:xfrm>
              <a:off x="7529513" y="6858000"/>
              <a:ext cx="276225" cy="320675"/>
            </a:xfrm>
            <a:custGeom>
              <a:avLst/>
              <a:gdLst>
                <a:gd name="T0" fmla="*/ 73 w 73"/>
                <a:gd name="T1" fmla="*/ 83 h 85"/>
                <a:gd name="T2" fmla="*/ 55 w 73"/>
                <a:gd name="T3" fmla="*/ 79 h 85"/>
                <a:gd name="T4" fmla="*/ 22 w 73"/>
                <a:gd name="T5" fmla="*/ 79 h 85"/>
                <a:gd name="T6" fmla="*/ 6 w 73"/>
                <a:gd name="T7" fmla="*/ 82 h 85"/>
                <a:gd name="T8" fmla="*/ 1 w 73"/>
                <a:gd name="T9" fmla="*/ 85 h 85"/>
                <a:gd name="T10" fmla="*/ 2 w 73"/>
                <a:gd name="T11" fmla="*/ 81 h 85"/>
                <a:gd name="T12" fmla="*/ 19 w 73"/>
                <a:gd name="T13" fmla="*/ 75 h 85"/>
                <a:gd name="T14" fmla="*/ 64 w 73"/>
                <a:gd name="T15" fmla="*/ 78 h 85"/>
                <a:gd name="T16" fmla="*/ 71 w 73"/>
                <a:gd name="T17" fmla="*/ 80 h 85"/>
                <a:gd name="T18" fmla="*/ 71 w 73"/>
                <a:gd name="T19" fmla="*/ 77 h 85"/>
                <a:gd name="T20" fmla="*/ 70 w 73"/>
                <a:gd name="T21" fmla="*/ 35 h 85"/>
                <a:gd name="T22" fmla="*/ 70 w 73"/>
                <a:gd name="T23" fmla="*/ 4 h 85"/>
                <a:gd name="T24" fmla="*/ 71 w 73"/>
                <a:gd name="T25" fmla="*/ 0 h 85"/>
                <a:gd name="T26" fmla="*/ 72 w 73"/>
                <a:gd name="T27" fmla="*/ 0 h 85"/>
                <a:gd name="T28" fmla="*/ 73 w 73"/>
                <a:gd name="T29" fmla="*/ 8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" h="85">
                  <a:moveTo>
                    <a:pt x="73" y="83"/>
                  </a:moveTo>
                  <a:cubicBezTo>
                    <a:pt x="67" y="81"/>
                    <a:pt x="61" y="80"/>
                    <a:pt x="55" y="79"/>
                  </a:cubicBezTo>
                  <a:cubicBezTo>
                    <a:pt x="44" y="78"/>
                    <a:pt x="33" y="78"/>
                    <a:pt x="22" y="79"/>
                  </a:cubicBezTo>
                  <a:cubicBezTo>
                    <a:pt x="17" y="79"/>
                    <a:pt x="11" y="80"/>
                    <a:pt x="6" y="82"/>
                  </a:cubicBezTo>
                  <a:cubicBezTo>
                    <a:pt x="4" y="83"/>
                    <a:pt x="3" y="84"/>
                    <a:pt x="1" y="85"/>
                  </a:cubicBezTo>
                  <a:cubicBezTo>
                    <a:pt x="0" y="83"/>
                    <a:pt x="1" y="82"/>
                    <a:pt x="2" y="81"/>
                  </a:cubicBezTo>
                  <a:cubicBezTo>
                    <a:pt x="7" y="77"/>
                    <a:pt x="13" y="76"/>
                    <a:pt x="19" y="75"/>
                  </a:cubicBezTo>
                  <a:cubicBezTo>
                    <a:pt x="34" y="72"/>
                    <a:pt x="49" y="73"/>
                    <a:pt x="64" y="78"/>
                  </a:cubicBezTo>
                  <a:cubicBezTo>
                    <a:pt x="66" y="78"/>
                    <a:pt x="68" y="79"/>
                    <a:pt x="71" y="80"/>
                  </a:cubicBezTo>
                  <a:cubicBezTo>
                    <a:pt x="71" y="79"/>
                    <a:pt x="71" y="78"/>
                    <a:pt x="71" y="77"/>
                  </a:cubicBezTo>
                  <a:cubicBezTo>
                    <a:pt x="71" y="63"/>
                    <a:pt x="70" y="49"/>
                    <a:pt x="70" y="35"/>
                  </a:cubicBezTo>
                  <a:cubicBezTo>
                    <a:pt x="70" y="25"/>
                    <a:pt x="70" y="14"/>
                    <a:pt x="70" y="4"/>
                  </a:cubicBezTo>
                  <a:cubicBezTo>
                    <a:pt x="70" y="3"/>
                    <a:pt x="71" y="2"/>
                    <a:pt x="71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28"/>
                    <a:pt x="73" y="55"/>
                    <a:pt x="73" y="83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8" name="Freeform 32"/>
            <p:cNvSpPr>
              <a:spLocks/>
            </p:cNvSpPr>
            <p:nvPr/>
          </p:nvSpPr>
          <p:spPr bwMode="auto">
            <a:xfrm>
              <a:off x="7437438" y="6251575"/>
              <a:ext cx="87313" cy="125413"/>
            </a:xfrm>
            <a:custGeom>
              <a:avLst/>
              <a:gdLst>
                <a:gd name="T0" fmla="*/ 0 w 23"/>
                <a:gd name="T1" fmla="*/ 20 h 33"/>
                <a:gd name="T2" fmla="*/ 0 w 23"/>
                <a:gd name="T3" fmla="*/ 10 h 33"/>
                <a:gd name="T4" fmla="*/ 10 w 23"/>
                <a:gd name="T5" fmla="*/ 1 h 33"/>
                <a:gd name="T6" fmla="*/ 19 w 23"/>
                <a:gd name="T7" fmla="*/ 2 h 33"/>
                <a:gd name="T8" fmla="*/ 23 w 23"/>
                <a:gd name="T9" fmla="*/ 5 h 33"/>
                <a:gd name="T10" fmla="*/ 19 w 23"/>
                <a:gd name="T11" fmla="*/ 9 h 33"/>
                <a:gd name="T12" fmla="*/ 14 w 23"/>
                <a:gd name="T13" fmla="*/ 10 h 33"/>
                <a:gd name="T14" fmla="*/ 11 w 23"/>
                <a:gd name="T15" fmla="*/ 11 h 33"/>
                <a:gd name="T16" fmla="*/ 10 w 23"/>
                <a:gd name="T17" fmla="*/ 13 h 33"/>
                <a:gd name="T18" fmla="*/ 12 w 23"/>
                <a:gd name="T19" fmla="*/ 15 h 33"/>
                <a:gd name="T20" fmla="*/ 16 w 23"/>
                <a:gd name="T21" fmla="*/ 15 h 33"/>
                <a:gd name="T22" fmla="*/ 19 w 23"/>
                <a:gd name="T23" fmla="*/ 17 h 33"/>
                <a:gd name="T24" fmla="*/ 17 w 23"/>
                <a:gd name="T25" fmla="*/ 20 h 33"/>
                <a:gd name="T26" fmla="*/ 14 w 23"/>
                <a:gd name="T27" fmla="*/ 20 h 33"/>
                <a:gd name="T28" fmla="*/ 11 w 23"/>
                <a:gd name="T29" fmla="*/ 24 h 33"/>
                <a:gd name="T30" fmla="*/ 11 w 23"/>
                <a:gd name="T31" fmla="*/ 28 h 33"/>
                <a:gd name="T32" fmla="*/ 7 w 23"/>
                <a:gd name="T33" fmla="*/ 32 h 33"/>
                <a:gd name="T34" fmla="*/ 2 w 23"/>
                <a:gd name="T35" fmla="*/ 30 h 33"/>
                <a:gd name="T36" fmla="*/ 0 w 23"/>
                <a:gd name="T37" fmla="*/ 21 h 33"/>
                <a:gd name="T38" fmla="*/ 0 w 23"/>
                <a:gd name="T39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" h="33">
                  <a:moveTo>
                    <a:pt x="0" y="20"/>
                  </a:moveTo>
                  <a:cubicBezTo>
                    <a:pt x="0" y="17"/>
                    <a:pt x="0" y="14"/>
                    <a:pt x="0" y="10"/>
                  </a:cubicBezTo>
                  <a:cubicBezTo>
                    <a:pt x="0" y="4"/>
                    <a:pt x="3" y="0"/>
                    <a:pt x="10" y="1"/>
                  </a:cubicBezTo>
                  <a:cubicBezTo>
                    <a:pt x="13" y="1"/>
                    <a:pt x="16" y="1"/>
                    <a:pt x="19" y="2"/>
                  </a:cubicBezTo>
                  <a:cubicBezTo>
                    <a:pt x="22" y="2"/>
                    <a:pt x="23" y="3"/>
                    <a:pt x="23" y="5"/>
                  </a:cubicBezTo>
                  <a:cubicBezTo>
                    <a:pt x="23" y="7"/>
                    <a:pt x="21" y="9"/>
                    <a:pt x="19" y="9"/>
                  </a:cubicBezTo>
                  <a:cubicBezTo>
                    <a:pt x="17" y="10"/>
                    <a:pt x="16" y="9"/>
                    <a:pt x="14" y="10"/>
                  </a:cubicBezTo>
                  <a:cubicBezTo>
                    <a:pt x="13" y="10"/>
                    <a:pt x="12" y="10"/>
                    <a:pt x="11" y="11"/>
                  </a:cubicBezTo>
                  <a:cubicBezTo>
                    <a:pt x="11" y="11"/>
                    <a:pt x="10" y="12"/>
                    <a:pt x="10" y="13"/>
                  </a:cubicBezTo>
                  <a:cubicBezTo>
                    <a:pt x="10" y="14"/>
                    <a:pt x="12" y="14"/>
                    <a:pt x="12" y="15"/>
                  </a:cubicBezTo>
                  <a:cubicBezTo>
                    <a:pt x="14" y="15"/>
                    <a:pt x="15" y="15"/>
                    <a:pt x="16" y="15"/>
                  </a:cubicBezTo>
                  <a:cubicBezTo>
                    <a:pt x="17" y="15"/>
                    <a:pt x="19" y="16"/>
                    <a:pt x="19" y="17"/>
                  </a:cubicBezTo>
                  <a:cubicBezTo>
                    <a:pt x="19" y="18"/>
                    <a:pt x="18" y="19"/>
                    <a:pt x="17" y="20"/>
                  </a:cubicBezTo>
                  <a:cubicBezTo>
                    <a:pt x="16" y="20"/>
                    <a:pt x="15" y="20"/>
                    <a:pt x="14" y="20"/>
                  </a:cubicBezTo>
                  <a:cubicBezTo>
                    <a:pt x="12" y="21"/>
                    <a:pt x="11" y="22"/>
                    <a:pt x="11" y="24"/>
                  </a:cubicBezTo>
                  <a:cubicBezTo>
                    <a:pt x="11" y="26"/>
                    <a:pt x="11" y="27"/>
                    <a:pt x="11" y="28"/>
                  </a:cubicBezTo>
                  <a:cubicBezTo>
                    <a:pt x="11" y="31"/>
                    <a:pt x="9" y="32"/>
                    <a:pt x="7" y="32"/>
                  </a:cubicBezTo>
                  <a:cubicBezTo>
                    <a:pt x="5" y="33"/>
                    <a:pt x="3" y="32"/>
                    <a:pt x="2" y="30"/>
                  </a:cubicBezTo>
                  <a:cubicBezTo>
                    <a:pt x="1" y="27"/>
                    <a:pt x="1" y="24"/>
                    <a:pt x="0" y="21"/>
                  </a:cubicBezTo>
                  <a:cubicBezTo>
                    <a:pt x="0" y="21"/>
                    <a:pt x="0" y="21"/>
                    <a:pt x="0" y="2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9" name="Freeform 33"/>
            <p:cNvSpPr>
              <a:spLocks noEditPoints="1"/>
            </p:cNvSpPr>
            <p:nvPr/>
          </p:nvSpPr>
          <p:spPr bwMode="auto">
            <a:xfrm>
              <a:off x="7499350" y="6535738"/>
              <a:ext cx="90488" cy="109538"/>
            </a:xfrm>
            <a:custGeom>
              <a:avLst/>
              <a:gdLst>
                <a:gd name="T0" fmla="*/ 0 w 24"/>
                <a:gd name="T1" fmla="*/ 20 h 29"/>
                <a:gd name="T2" fmla="*/ 5 w 24"/>
                <a:gd name="T3" fmla="*/ 4 h 29"/>
                <a:gd name="T4" fmla="*/ 13 w 24"/>
                <a:gd name="T5" fmla="*/ 2 h 29"/>
                <a:gd name="T6" fmla="*/ 19 w 24"/>
                <a:gd name="T7" fmla="*/ 5 h 29"/>
                <a:gd name="T8" fmla="*/ 21 w 24"/>
                <a:gd name="T9" fmla="*/ 19 h 29"/>
                <a:gd name="T10" fmla="*/ 3 w 24"/>
                <a:gd name="T11" fmla="*/ 26 h 29"/>
                <a:gd name="T12" fmla="*/ 0 w 24"/>
                <a:gd name="T13" fmla="*/ 20 h 29"/>
                <a:gd name="T14" fmla="*/ 9 w 24"/>
                <a:gd name="T15" fmla="*/ 20 h 29"/>
                <a:gd name="T16" fmla="*/ 10 w 24"/>
                <a:gd name="T17" fmla="*/ 20 h 29"/>
                <a:gd name="T18" fmla="*/ 13 w 24"/>
                <a:gd name="T19" fmla="*/ 12 h 29"/>
                <a:gd name="T20" fmla="*/ 11 w 24"/>
                <a:gd name="T21" fmla="*/ 12 h 29"/>
                <a:gd name="T22" fmla="*/ 9 w 24"/>
                <a:gd name="T23" fmla="*/ 2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29">
                  <a:moveTo>
                    <a:pt x="0" y="20"/>
                  </a:moveTo>
                  <a:cubicBezTo>
                    <a:pt x="1" y="15"/>
                    <a:pt x="3" y="9"/>
                    <a:pt x="5" y="4"/>
                  </a:cubicBezTo>
                  <a:cubicBezTo>
                    <a:pt x="7" y="1"/>
                    <a:pt x="9" y="0"/>
                    <a:pt x="13" y="2"/>
                  </a:cubicBezTo>
                  <a:cubicBezTo>
                    <a:pt x="15" y="3"/>
                    <a:pt x="17" y="4"/>
                    <a:pt x="19" y="5"/>
                  </a:cubicBezTo>
                  <a:cubicBezTo>
                    <a:pt x="23" y="8"/>
                    <a:pt x="24" y="13"/>
                    <a:pt x="21" y="19"/>
                  </a:cubicBezTo>
                  <a:cubicBezTo>
                    <a:pt x="18" y="28"/>
                    <a:pt x="11" y="29"/>
                    <a:pt x="3" y="26"/>
                  </a:cubicBezTo>
                  <a:cubicBezTo>
                    <a:pt x="0" y="25"/>
                    <a:pt x="0" y="23"/>
                    <a:pt x="0" y="20"/>
                  </a:cubicBezTo>
                  <a:close/>
                  <a:moveTo>
                    <a:pt x="9" y="20"/>
                  </a:moveTo>
                  <a:cubicBezTo>
                    <a:pt x="9" y="20"/>
                    <a:pt x="10" y="20"/>
                    <a:pt x="10" y="20"/>
                  </a:cubicBezTo>
                  <a:cubicBezTo>
                    <a:pt x="13" y="19"/>
                    <a:pt x="15" y="14"/>
                    <a:pt x="13" y="12"/>
                  </a:cubicBezTo>
                  <a:cubicBezTo>
                    <a:pt x="13" y="10"/>
                    <a:pt x="12" y="11"/>
                    <a:pt x="11" y="12"/>
                  </a:cubicBezTo>
                  <a:cubicBezTo>
                    <a:pt x="10" y="14"/>
                    <a:pt x="9" y="17"/>
                    <a:pt x="9" y="2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0" name="Freeform 34"/>
            <p:cNvSpPr>
              <a:spLocks/>
            </p:cNvSpPr>
            <p:nvPr/>
          </p:nvSpPr>
          <p:spPr bwMode="auto">
            <a:xfrm>
              <a:off x="7631113" y="6724650"/>
              <a:ext cx="103188" cy="128588"/>
            </a:xfrm>
            <a:custGeom>
              <a:avLst/>
              <a:gdLst>
                <a:gd name="T0" fmla="*/ 14 w 27"/>
                <a:gd name="T1" fmla="*/ 17 h 34"/>
                <a:gd name="T2" fmla="*/ 16 w 27"/>
                <a:gd name="T3" fmla="*/ 13 h 34"/>
                <a:gd name="T4" fmla="*/ 19 w 27"/>
                <a:gd name="T5" fmla="*/ 4 h 34"/>
                <a:gd name="T6" fmla="*/ 25 w 27"/>
                <a:gd name="T7" fmla="*/ 1 h 34"/>
                <a:gd name="T8" fmla="*/ 27 w 27"/>
                <a:gd name="T9" fmla="*/ 3 h 34"/>
                <a:gd name="T10" fmla="*/ 24 w 27"/>
                <a:gd name="T11" fmla="*/ 12 h 34"/>
                <a:gd name="T12" fmla="*/ 19 w 27"/>
                <a:gd name="T13" fmla="*/ 23 h 34"/>
                <a:gd name="T14" fmla="*/ 18 w 27"/>
                <a:gd name="T15" fmla="*/ 26 h 34"/>
                <a:gd name="T16" fmla="*/ 17 w 27"/>
                <a:gd name="T17" fmla="*/ 32 h 34"/>
                <a:gd name="T18" fmla="*/ 13 w 27"/>
                <a:gd name="T19" fmla="*/ 34 h 34"/>
                <a:gd name="T20" fmla="*/ 10 w 27"/>
                <a:gd name="T21" fmla="*/ 31 h 34"/>
                <a:gd name="T22" fmla="*/ 9 w 27"/>
                <a:gd name="T23" fmla="*/ 26 h 34"/>
                <a:gd name="T24" fmla="*/ 7 w 27"/>
                <a:gd name="T25" fmla="*/ 21 h 34"/>
                <a:gd name="T26" fmla="*/ 0 w 27"/>
                <a:gd name="T27" fmla="*/ 7 h 34"/>
                <a:gd name="T28" fmla="*/ 0 w 27"/>
                <a:gd name="T29" fmla="*/ 3 h 34"/>
                <a:gd name="T30" fmla="*/ 4 w 27"/>
                <a:gd name="T31" fmla="*/ 1 h 34"/>
                <a:gd name="T32" fmla="*/ 7 w 27"/>
                <a:gd name="T33" fmla="*/ 5 h 34"/>
                <a:gd name="T34" fmla="*/ 10 w 27"/>
                <a:gd name="T35" fmla="*/ 12 h 34"/>
                <a:gd name="T36" fmla="*/ 13 w 27"/>
                <a:gd name="T37" fmla="*/ 17 h 34"/>
                <a:gd name="T38" fmla="*/ 14 w 27"/>
                <a:gd name="T39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34">
                  <a:moveTo>
                    <a:pt x="14" y="17"/>
                  </a:moveTo>
                  <a:cubicBezTo>
                    <a:pt x="15" y="16"/>
                    <a:pt x="15" y="14"/>
                    <a:pt x="16" y="13"/>
                  </a:cubicBezTo>
                  <a:cubicBezTo>
                    <a:pt x="17" y="10"/>
                    <a:pt x="18" y="7"/>
                    <a:pt x="19" y="4"/>
                  </a:cubicBezTo>
                  <a:cubicBezTo>
                    <a:pt x="20" y="2"/>
                    <a:pt x="22" y="1"/>
                    <a:pt x="25" y="1"/>
                  </a:cubicBezTo>
                  <a:cubicBezTo>
                    <a:pt x="26" y="1"/>
                    <a:pt x="27" y="1"/>
                    <a:pt x="27" y="3"/>
                  </a:cubicBezTo>
                  <a:cubicBezTo>
                    <a:pt x="27" y="6"/>
                    <a:pt x="26" y="9"/>
                    <a:pt x="24" y="12"/>
                  </a:cubicBezTo>
                  <a:cubicBezTo>
                    <a:pt x="23" y="16"/>
                    <a:pt x="20" y="20"/>
                    <a:pt x="19" y="23"/>
                  </a:cubicBezTo>
                  <a:cubicBezTo>
                    <a:pt x="18" y="24"/>
                    <a:pt x="18" y="25"/>
                    <a:pt x="18" y="26"/>
                  </a:cubicBezTo>
                  <a:cubicBezTo>
                    <a:pt x="17" y="28"/>
                    <a:pt x="17" y="30"/>
                    <a:pt x="17" y="32"/>
                  </a:cubicBezTo>
                  <a:cubicBezTo>
                    <a:pt x="16" y="33"/>
                    <a:pt x="15" y="34"/>
                    <a:pt x="13" y="34"/>
                  </a:cubicBezTo>
                  <a:cubicBezTo>
                    <a:pt x="11" y="34"/>
                    <a:pt x="10" y="33"/>
                    <a:pt x="10" y="31"/>
                  </a:cubicBezTo>
                  <a:cubicBezTo>
                    <a:pt x="10" y="30"/>
                    <a:pt x="9" y="28"/>
                    <a:pt x="9" y="26"/>
                  </a:cubicBezTo>
                  <a:cubicBezTo>
                    <a:pt x="9" y="24"/>
                    <a:pt x="9" y="23"/>
                    <a:pt x="7" y="21"/>
                  </a:cubicBezTo>
                  <a:cubicBezTo>
                    <a:pt x="4" y="17"/>
                    <a:pt x="2" y="12"/>
                    <a:pt x="0" y="7"/>
                  </a:cubicBezTo>
                  <a:cubicBezTo>
                    <a:pt x="0" y="6"/>
                    <a:pt x="0" y="4"/>
                    <a:pt x="0" y="3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2"/>
                    <a:pt x="7" y="3"/>
                    <a:pt x="7" y="5"/>
                  </a:cubicBezTo>
                  <a:cubicBezTo>
                    <a:pt x="8" y="7"/>
                    <a:pt x="9" y="10"/>
                    <a:pt x="10" y="12"/>
                  </a:cubicBezTo>
                  <a:cubicBezTo>
                    <a:pt x="11" y="14"/>
                    <a:pt x="12" y="15"/>
                    <a:pt x="13" y="17"/>
                  </a:cubicBezTo>
                  <a:cubicBezTo>
                    <a:pt x="13" y="17"/>
                    <a:pt x="14" y="17"/>
                    <a:pt x="14" y="1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1" name="Freeform 35"/>
            <p:cNvSpPr>
              <a:spLocks/>
            </p:cNvSpPr>
            <p:nvPr/>
          </p:nvSpPr>
          <p:spPr bwMode="auto">
            <a:xfrm>
              <a:off x="7772400" y="6716713"/>
              <a:ext cx="82550" cy="95250"/>
            </a:xfrm>
            <a:custGeom>
              <a:avLst/>
              <a:gdLst>
                <a:gd name="T0" fmla="*/ 9 w 22"/>
                <a:gd name="T1" fmla="*/ 0 h 25"/>
                <a:gd name="T2" fmla="*/ 17 w 22"/>
                <a:gd name="T3" fmla="*/ 3 h 25"/>
                <a:gd name="T4" fmla="*/ 19 w 22"/>
                <a:gd name="T5" fmla="*/ 13 h 25"/>
                <a:gd name="T6" fmla="*/ 12 w 22"/>
                <a:gd name="T7" fmla="*/ 19 h 25"/>
                <a:gd name="T8" fmla="*/ 5 w 22"/>
                <a:gd name="T9" fmla="*/ 23 h 25"/>
                <a:gd name="T10" fmla="*/ 1 w 22"/>
                <a:gd name="T11" fmla="*/ 23 h 25"/>
                <a:gd name="T12" fmla="*/ 2 w 22"/>
                <a:gd name="T13" fmla="*/ 19 h 25"/>
                <a:gd name="T14" fmla="*/ 5 w 22"/>
                <a:gd name="T15" fmla="*/ 17 h 25"/>
                <a:gd name="T16" fmla="*/ 9 w 22"/>
                <a:gd name="T17" fmla="*/ 14 h 25"/>
                <a:gd name="T18" fmla="*/ 9 w 22"/>
                <a:gd name="T19" fmla="*/ 8 h 25"/>
                <a:gd name="T20" fmla="*/ 4 w 22"/>
                <a:gd name="T21" fmla="*/ 7 h 25"/>
                <a:gd name="T22" fmla="*/ 1 w 22"/>
                <a:gd name="T23" fmla="*/ 5 h 25"/>
                <a:gd name="T24" fmla="*/ 5 w 22"/>
                <a:gd name="T25" fmla="*/ 1 h 25"/>
                <a:gd name="T26" fmla="*/ 9 w 22"/>
                <a:gd name="T2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25">
                  <a:moveTo>
                    <a:pt x="9" y="0"/>
                  </a:moveTo>
                  <a:cubicBezTo>
                    <a:pt x="12" y="1"/>
                    <a:pt x="15" y="1"/>
                    <a:pt x="17" y="3"/>
                  </a:cubicBezTo>
                  <a:cubicBezTo>
                    <a:pt x="21" y="5"/>
                    <a:pt x="22" y="10"/>
                    <a:pt x="19" y="13"/>
                  </a:cubicBezTo>
                  <a:cubicBezTo>
                    <a:pt x="17" y="16"/>
                    <a:pt x="15" y="17"/>
                    <a:pt x="12" y="19"/>
                  </a:cubicBezTo>
                  <a:cubicBezTo>
                    <a:pt x="10" y="20"/>
                    <a:pt x="8" y="22"/>
                    <a:pt x="5" y="23"/>
                  </a:cubicBezTo>
                  <a:cubicBezTo>
                    <a:pt x="4" y="25"/>
                    <a:pt x="2" y="25"/>
                    <a:pt x="1" y="23"/>
                  </a:cubicBezTo>
                  <a:cubicBezTo>
                    <a:pt x="0" y="22"/>
                    <a:pt x="0" y="20"/>
                    <a:pt x="2" y="19"/>
                  </a:cubicBezTo>
                  <a:cubicBezTo>
                    <a:pt x="3" y="18"/>
                    <a:pt x="4" y="17"/>
                    <a:pt x="5" y="17"/>
                  </a:cubicBezTo>
                  <a:cubicBezTo>
                    <a:pt x="6" y="16"/>
                    <a:pt x="8" y="15"/>
                    <a:pt x="9" y="14"/>
                  </a:cubicBezTo>
                  <a:cubicBezTo>
                    <a:pt x="10" y="13"/>
                    <a:pt x="10" y="10"/>
                    <a:pt x="9" y="8"/>
                  </a:cubicBezTo>
                  <a:cubicBezTo>
                    <a:pt x="7" y="6"/>
                    <a:pt x="6" y="6"/>
                    <a:pt x="4" y="7"/>
                  </a:cubicBezTo>
                  <a:cubicBezTo>
                    <a:pt x="2" y="8"/>
                    <a:pt x="1" y="7"/>
                    <a:pt x="1" y="5"/>
                  </a:cubicBezTo>
                  <a:cubicBezTo>
                    <a:pt x="2" y="3"/>
                    <a:pt x="3" y="2"/>
                    <a:pt x="5" y="1"/>
                  </a:cubicBezTo>
                  <a:cubicBezTo>
                    <a:pt x="6" y="1"/>
                    <a:pt x="8" y="1"/>
                    <a:pt x="9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2" name="Freeform 36"/>
            <p:cNvSpPr>
              <a:spLocks/>
            </p:cNvSpPr>
            <p:nvPr/>
          </p:nvSpPr>
          <p:spPr bwMode="auto">
            <a:xfrm>
              <a:off x="7199313" y="6754813"/>
              <a:ext cx="87313" cy="106363"/>
            </a:xfrm>
            <a:custGeom>
              <a:avLst/>
              <a:gdLst>
                <a:gd name="T0" fmla="*/ 8 w 23"/>
                <a:gd name="T1" fmla="*/ 10 h 28"/>
                <a:gd name="T2" fmla="*/ 3 w 23"/>
                <a:gd name="T3" fmla="*/ 12 h 28"/>
                <a:gd name="T4" fmla="*/ 0 w 23"/>
                <a:gd name="T5" fmla="*/ 12 h 28"/>
                <a:gd name="T6" fmla="*/ 1 w 23"/>
                <a:gd name="T7" fmla="*/ 9 h 28"/>
                <a:gd name="T8" fmla="*/ 5 w 23"/>
                <a:gd name="T9" fmla="*/ 6 h 28"/>
                <a:gd name="T10" fmla="*/ 16 w 23"/>
                <a:gd name="T11" fmla="*/ 1 h 28"/>
                <a:gd name="T12" fmla="*/ 18 w 23"/>
                <a:gd name="T13" fmla="*/ 1 h 28"/>
                <a:gd name="T14" fmla="*/ 20 w 23"/>
                <a:gd name="T15" fmla="*/ 2 h 28"/>
                <a:gd name="T16" fmla="*/ 19 w 23"/>
                <a:gd name="T17" fmla="*/ 3 h 28"/>
                <a:gd name="T18" fmla="*/ 17 w 23"/>
                <a:gd name="T19" fmla="*/ 5 h 28"/>
                <a:gd name="T20" fmla="*/ 15 w 23"/>
                <a:gd name="T21" fmla="*/ 9 h 28"/>
                <a:gd name="T22" fmla="*/ 21 w 23"/>
                <a:gd name="T23" fmla="*/ 22 h 28"/>
                <a:gd name="T24" fmla="*/ 23 w 23"/>
                <a:gd name="T25" fmla="*/ 26 h 28"/>
                <a:gd name="T26" fmla="*/ 22 w 23"/>
                <a:gd name="T27" fmla="*/ 28 h 28"/>
                <a:gd name="T28" fmla="*/ 21 w 23"/>
                <a:gd name="T29" fmla="*/ 27 h 28"/>
                <a:gd name="T30" fmla="*/ 16 w 23"/>
                <a:gd name="T31" fmla="*/ 23 h 28"/>
                <a:gd name="T32" fmla="*/ 8 w 23"/>
                <a:gd name="T33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28">
                  <a:moveTo>
                    <a:pt x="8" y="10"/>
                  </a:moveTo>
                  <a:cubicBezTo>
                    <a:pt x="7" y="11"/>
                    <a:pt x="5" y="12"/>
                    <a:pt x="3" y="12"/>
                  </a:cubicBezTo>
                  <a:cubicBezTo>
                    <a:pt x="2" y="12"/>
                    <a:pt x="1" y="12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2" y="8"/>
                    <a:pt x="4" y="7"/>
                    <a:pt x="5" y="6"/>
                  </a:cubicBezTo>
                  <a:cubicBezTo>
                    <a:pt x="9" y="4"/>
                    <a:pt x="12" y="2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ubicBezTo>
                    <a:pt x="18" y="1"/>
                    <a:pt x="19" y="1"/>
                    <a:pt x="20" y="2"/>
                  </a:cubicBezTo>
                  <a:cubicBezTo>
                    <a:pt x="20" y="2"/>
                    <a:pt x="19" y="3"/>
                    <a:pt x="19" y="3"/>
                  </a:cubicBezTo>
                  <a:cubicBezTo>
                    <a:pt x="18" y="4"/>
                    <a:pt x="17" y="5"/>
                    <a:pt x="17" y="5"/>
                  </a:cubicBezTo>
                  <a:cubicBezTo>
                    <a:pt x="14" y="7"/>
                    <a:pt x="14" y="7"/>
                    <a:pt x="15" y="9"/>
                  </a:cubicBezTo>
                  <a:cubicBezTo>
                    <a:pt x="17" y="14"/>
                    <a:pt x="19" y="18"/>
                    <a:pt x="21" y="22"/>
                  </a:cubicBezTo>
                  <a:cubicBezTo>
                    <a:pt x="22" y="23"/>
                    <a:pt x="22" y="25"/>
                    <a:pt x="23" y="26"/>
                  </a:cubicBezTo>
                  <a:cubicBezTo>
                    <a:pt x="23" y="27"/>
                    <a:pt x="22" y="27"/>
                    <a:pt x="22" y="28"/>
                  </a:cubicBezTo>
                  <a:cubicBezTo>
                    <a:pt x="22" y="28"/>
                    <a:pt x="21" y="28"/>
                    <a:pt x="21" y="27"/>
                  </a:cubicBezTo>
                  <a:cubicBezTo>
                    <a:pt x="19" y="26"/>
                    <a:pt x="17" y="25"/>
                    <a:pt x="16" y="23"/>
                  </a:cubicBezTo>
                  <a:cubicBezTo>
                    <a:pt x="13" y="19"/>
                    <a:pt x="11" y="14"/>
                    <a:pt x="8" y="1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3" name="Freeform 37"/>
            <p:cNvSpPr>
              <a:spLocks/>
            </p:cNvSpPr>
            <p:nvPr/>
          </p:nvSpPr>
          <p:spPr bwMode="auto">
            <a:xfrm>
              <a:off x="6911975" y="6259513"/>
              <a:ext cx="139700" cy="60325"/>
            </a:xfrm>
            <a:custGeom>
              <a:avLst/>
              <a:gdLst>
                <a:gd name="T0" fmla="*/ 37 w 37"/>
                <a:gd name="T1" fmla="*/ 13 h 16"/>
                <a:gd name="T2" fmla="*/ 33 w 37"/>
                <a:gd name="T3" fmla="*/ 16 h 16"/>
                <a:gd name="T4" fmla="*/ 18 w 37"/>
                <a:gd name="T5" fmla="*/ 12 h 16"/>
                <a:gd name="T6" fmla="*/ 3 w 37"/>
                <a:gd name="T7" fmla="*/ 6 h 16"/>
                <a:gd name="T8" fmla="*/ 2 w 37"/>
                <a:gd name="T9" fmla="*/ 5 h 16"/>
                <a:gd name="T10" fmla="*/ 1 w 37"/>
                <a:gd name="T11" fmla="*/ 1 h 16"/>
                <a:gd name="T12" fmla="*/ 4 w 37"/>
                <a:gd name="T13" fmla="*/ 1 h 16"/>
                <a:gd name="T14" fmla="*/ 12 w 37"/>
                <a:gd name="T15" fmla="*/ 5 h 16"/>
                <a:gd name="T16" fmla="*/ 35 w 37"/>
                <a:gd name="T17" fmla="*/ 11 h 16"/>
                <a:gd name="T18" fmla="*/ 37 w 37"/>
                <a:gd name="T1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16">
                  <a:moveTo>
                    <a:pt x="37" y="13"/>
                  </a:moveTo>
                  <a:cubicBezTo>
                    <a:pt x="37" y="15"/>
                    <a:pt x="36" y="16"/>
                    <a:pt x="33" y="16"/>
                  </a:cubicBezTo>
                  <a:cubicBezTo>
                    <a:pt x="28" y="14"/>
                    <a:pt x="23" y="13"/>
                    <a:pt x="18" y="12"/>
                  </a:cubicBezTo>
                  <a:cubicBezTo>
                    <a:pt x="13" y="10"/>
                    <a:pt x="8" y="8"/>
                    <a:pt x="3" y="6"/>
                  </a:cubicBezTo>
                  <a:cubicBezTo>
                    <a:pt x="3" y="5"/>
                    <a:pt x="2" y="5"/>
                    <a:pt x="2" y="5"/>
                  </a:cubicBez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7" y="2"/>
                    <a:pt x="9" y="4"/>
                    <a:pt x="12" y="5"/>
                  </a:cubicBezTo>
                  <a:cubicBezTo>
                    <a:pt x="20" y="7"/>
                    <a:pt x="27" y="9"/>
                    <a:pt x="35" y="11"/>
                  </a:cubicBezTo>
                  <a:cubicBezTo>
                    <a:pt x="36" y="12"/>
                    <a:pt x="36" y="12"/>
                    <a:pt x="37" y="13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4" name="Freeform 38"/>
            <p:cNvSpPr>
              <a:spLocks/>
            </p:cNvSpPr>
            <p:nvPr/>
          </p:nvSpPr>
          <p:spPr bwMode="auto">
            <a:xfrm>
              <a:off x="7748588" y="6637338"/>
              <a:ext cx="53975" cy="60325"/>
            </a:xfrm>
            <a:custGeom>
              <a:avLst/>
              <a:gdLst>
                <a:gd name="T0" fmla="*/ 7 w 14"/>
                <a:gd name="T1" fmla="*/ 13 h 16"/>
                <a:gd name="T2" fmla="*/ 5 w 14"/>
                <a:gd name="T3" fmla="*/ 13 h 16"/>
                <a:gd name="T4" fmla="*/ 0 w 14"/>
                <a:gd name="T5" fmla="*/ 7 h 16"/>
                <a:gd name="T6" fmla="*/ 4 w 14"/>
                <a:gd name="T7" fmla="*/ 1 h 16"/>
                <a:gd name="T8" fmla="*/ 12 w 14"/>
                <a:gd name="T9" fmla="*/ 3 h 16"/>
                <a:gd name="T10" fmla="*/ 9 w 14"/>
                <a:gd name="T11" fmla="*/ 15 h 16"/>
                <a:gd name="T12" fmla="*/ 7 w 14"/>
                <a:gd name="T13" fmla="*/ 16 h 16"/>
                <a:gd name="T14" fmla="*/ 7 w 14"/>
                <a:gd name="T15" fmla="*/ 14 h 16"/>
                <a:gd name="T16" fmla="*/ 7 w 14"/>
                <a:gd name="T17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6">
                  <a:moveTo>
                    <a:pt x="7" y="13"/>
                  </a:moveTo>
                  <a:cubicBezTo>
                    <a:pt x="7" y="13"/>
                    <a:pt x="6" y="13"/>
                    <a:pt x="5" y="13"/>
                  </a:cubicBezTo>
                  <a:cubicBezTo>
                    <a:pt x="2" y="12"/>
                    <a:pt x="1" y="10"/>
                    <a:pt x="0" y="7"/>
                  </a:cubicBezTo>
                  <a:cubicBezTo>
                    <a:pt x="0" y="4"/>
                    <a:pt x="2" y="2"/>
                    <a:pt x="4" y="1"/>
                  </a:cubicBezTo>
                  <a:cubicBezTo>
                    <a:pt x="7" y="0"/>
                    <a:pt x="10" y="1"/>
                    <a:pt x="12" y="3"/>
                  </a:cubicBezTo>
                  <a:cubicBezTo>
                    <a:pt x="14" y="7"/>
                    <a:pt x="13" y="13"/>
                    <a:pt x="9" y="15"/>
                  </a:cubicBezTo>
                  <a:cubicBezTo>
                    <a:pt x="8" y="16"/>
                    <a:pt x="8" y="16"/>
                    <a:pt x="7" y="16"/>
                  </a:cubicBezTo>
                  <a:cubicBezTo>
                    <a:pt x="7" y="15"/>
                    <a:pt x="7" y="15"/>
                    <a:pt x="7" y="14"/>
                  </a:cubicBezTo>
                  <a:cubicBezTo>
                    <a:pt x="7" y="14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5" name="Freeform 39"/>
            <p:cNvSpPr>
              <a:spLocks/>
            </p:cNvSpPr>
            <p:nvPr/>
          </p:nvSpPr>
          <p:spPr bwMode="auto">
            <a:xfrm>
              <a:off x="6934200" y="6581775"/>
              <a:ext cx="117475" cy="44450"/>
            </a:xfrm>
            <a:custGeom>
              <a:avLst/>
              <a:gdLst>
                <a:gd name="T0" fmla="*/ 31 w 31"/>
                <a:gd name="T1" fmla="*/ 3 h 12"/>
                <a:gd name="T2" fmla="*/ 29 w 31"/>
                <a:gd name="T3" fmla="*/ 5 h 12"/>
                <a:gd name="T4" fmla="*/ 4 w 31"/>
                <a:gd name="T5" fmla="*/ 12 h 12"/>
                <a:gd name="T6" fmla="*/ 1 w 31"/>
                <a:gd name="T7" fmla="*/ 10 h 12"/>
                <a:gd name="T8" fmla="*/ 2 w 31"/>
                <a:gd name="T9" fmla="*/ 8 h 12"/>
                <a:gd name="T10" fmla="*/ 28 w 31"/>
                <a:gd name="T11" fmla="*/ 0 h 12"/>
                <a:gd name="T12" fmla="*/ 31 w 31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31" y="3"/>
                  </a:moveTo>
                  <a:cubicBezTo>
                    <a:pt x="30" y="3"/>
                    <a:pt x="30" y="5"/>
                    <a:pt x="29" y="5"/>
                  </a:cubicBezTo>
                  <a:cubicBezTo>
                    <a:pt x="20" y="6"/>
                    <a:pt x="12" y="8"/>
                    <a:pt x="4" y="12"/>
                  </a:cubicBezTo>
                  <a:cubicBezTo>
                    <a:pt x="3" y="12"/>
                    <a:pt x="1" y="12"/>
                    <a:pt x="1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11" y="4"/>
                    <a:pt x="19" y="1"/>
                    <a:pt x="28" y="0"/>
                  </a:cubicBezTo>
                  <a:cubicBezTo>
                    <a:pt x="30" y="0"/>
                    <a:pt x="31" y="1"/>
                    <a:pt x="31" y="3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6" name="Freeform 40"/>
            <p:cNvSpPr>
              <a:spLocks/>
            </p:cNvSpPr>
            <p:nvPr/>
          </p:nvSpPr>
          <p:spPr bwMode="auto">
            <a:xfrm>
              <a:off x="7900988" y="6115050"/>
              <a:ext cx="117475" cy="46038"/>
            </a:xfrm>
            <a:custGeom>
              <a:avLst/>
              <a:gdLst>
                <a:gd name="T0" fmla="*/ 31 w 31"/>
                <a:gd name="T1" fmla="*/ 2 h 12"/>
                <a:gd name="T2" fmla="*/ 28 w 31"/>
                <a:gd name="T3" fmla="*/ 5 h 12"/>
                <a:gd name="T4" fmla="*/ 13 w 31"/>
                <a:gd name="T5" fmla="*/ 8 h 12"/>
                <a:gd name="T6" fmla="*/ 4 w 31"/>
                <a:gd name="T7" fmla="*/ 11 h 12"/>
                <a:gd name="T8" fmla="*/ 1 w 31"/>
                <a:gd name="T9" fmla="*/ 10 h 12"/>
                <a:gd name="T10" fmla="*/ 2 w 31"/>
                <a:gd name="T11" fmla="*/ 7 h 12"/>
                <a:gd name="T12" fmla="*/ 28 w 31"/>
                <a:gd name="T13" fmla="*/ 0 h 12"/>
                <a:gd name="T14" fmla="*/ 31 w 31"/>
                <a:gd name="T15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12">
                  <a:moveTo>
                    <a:pt x="31" y="2"/>
                  </a:moveTo>
                  <a:cubicBezTo>
                    <a:pt x="31" y="4"/>
                    <a:pt x="30" y="4"/>
                    <a:pt x="28" y="5"/>
                  </a:cubicBezTo>
                  <a:cubicBezTo>
                    <a:pt x="23" y="6"/>
                    <a:pt x="18" y="7"/>
                    <a:pt x="13" y="8"/>
                  </a:cubicBezTo>
                  <a:cubicBezTo>
                    <a:pt x="10" y="9"/>
                    <a:pt x="7" y="10"/>
                    <a:pt x="4" y="11"/>
                  </a:cubicBezTo>
                  <a:cubicBezTo>
                    <a:pt x="3" y="12"/>
                    <a:pt x="1" y="12"/>
                    <a:pt x="1" y="10"/>
                  </a:cubicBezTo>
                  <a:cubicBezTo>
                    <a:pt x="0" y="9"/>
                    <a:pt x="0" y="8"/>
                    <a:pt x="2" y="7"/>
                  </a:cubicBezTo>
                  <a:cubicBezTo>
                    <a:pt x="10" y="4"/>
                    <a:pt x="19" y="1"/>
                    <a:pt x="28" y="0"/>
                  </a:cubicBezTo>
                  <a:cubicBezTo>
                    <a:pt x="30" y="0"/>
                    <a:pt x="31" y="1"/>
                    <a:pt x="31" y="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7" name="Freeform 41"/>
            <p:cNvSpPr>
              <a:spLocks/>
            </p:cNvSpPr>
            <p:nvPr/>
          </p:nvSpPr>
          <p:spPr bwMode="auto">
            <a:xfrm>
              <a:off x="7972425" y="6248400"/>
              <a:ext cx="117475" cy="25400"/>
            </a:xfrm>
            <a:custGeom>
              <a:avLst/>
              <a:gdLst>
                <a:gd name="T0" fmla="*/ 2 w 31"/>
                <a:gd name="T1" fmla="*/ 7 h 7"/>
                <a:gd name="T2" fmla="*/ 1 w 31"/>
                <a:gd name="T3" fmla="*/ 5 h 7"/>
                <a:gd name="T4" fmla="*/ 3 w 31"/>
                <a:gd name="T5" fmla="*/ 3 h 7"/>
                <a:gd name="T6" fmla="*/ 17 w 31"/>
                <a:gd name="T7" fmla="*/ 1 h 7"/>
                <a:gd name="T8" fmla="*/ 27 w 31"/>
                <a:gd name="T9" fmla="*/ 0 h 7"/>
                <a:gd name="T10" fmla="*/ 29 w 31"/>
                <a:gd name="T11" fmla="*/ 0 h 7"/>
                <a:gd name="T12" fmla="*/ 31 w 31"/>
                <a:gd name="T13" fmla="*/ 2 h 7"/>
                <a:gd name="T14" fmla="*/ 29 w 31"/>
                <a:gd name="T15" fmla="*/ 4 h 7"/>
                <a:gd name="T16" fmla="*/ 3 w 31"/>
                <a:gd name="T17" fmla="*/ 7 h 7"/>
                <a:gd name="T18" fmla="*/ 3 w 31"/>
                <a:gd name="T19" fmla="*/ 7 h 7"/>
                <a:gd name="T20" fmla="*/ 2 w 31"/>
                <a:gd name="T2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" h="7">
                  <a:moveTo>
                    <a:pt x="2" y="7"/>
                  </a:moveTo>
                  <a:cubicBezTo>
                    <a:pt x="2" y="7"/>
                    <a:pt x="1" y="6"/>
                    <a:pt x="1" y="5"/>
                  </a:cubicBezTo>
                  <a:cubicBezTo>
                    <a:pt x="0" y="4"/>
                    <a:pt x="1" y="3"/>
                    <a:pt x="3" y="3"/>
                  </a:cubicBezTo>
                  <a:cubicBezTo>
                    <a:pt x="7" y="2"/>
                    <a:pt x="12" y="1"/>
                    <a:pt x="17" y="1"/>
                  </a:cubicBezTo>
                  <a:cubicBezTo>
                    <a:pt x="20" y="0"/>
                    <a:pt x="24" y="0"/>
                    <a:pt x="27" y="0"/>
                  </a:cubicBezTo>
                  <a:cubicBezTo>
                    <a:pt x="28" y="0"/>
                    <a:pt x="28" y="0"/>
                    <a:pt x="29" y="0"/>
                  </a:cubicBezTo>
                  <a:cubicBezTo>
                    <a:pt x="30" y="0"/>
                    <a:pt x="31" y="1"/>
                    <a:pt x="31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0" y="5"/>
                    <a:pt x="12" y="6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8" name="Freeform 42"/>
            <p:cNvSpPr>
              <a:spLocks/>
            </p:cNvSpPr>
            <p:nvPr/>
          </p:nvSpPr>
          <p:spPr bwMode="auto">
            <a:xfrm>
              <a:off x="6964363" y="6710363"/>
              <a:ext cx="103188" cy="71438"/>
            </a:xfrm>
            <a:custGeom>
              <a:avLst/>
              <a:gdLst>
                <a:gd name="T0" fmla="*/ 0 w 27"/>
                <a:gd name="T1" fmla="*/ 17 h 19"/>
                <a:gd name="T2" fmla="*/ 2 w 27"/>
                <a:gd name="T3" fmla="*/ 15 h 19"/>
                <a:gd name="T4" fmla="*/ 23 w 27"/>
                <a:gd name="T5" fmla="*/ 0 h 19"/>
                <a:gd name="T6" fmla="*/ 25 w 27"/>
                <a:gd name="T7" fmla="*/ 0 h 19"/>
                <a:gd name="T8" fmla="*/ 27 w 27"/>
                <a:gd name="T9" fmla="*/ 2 h 19"/>
                <a:gd name="T10" fmla="*/ 25 w 27"/>
                <a:gd name="T11" fmla="*/ 4 h 19"/>
                <a:gd name="T12" fmla="*/ 14 w 27"/>
                <a:gd name="T13" fmla="*/ 11 h 19"/>
                <a:gd name="T14" fmla="*/ 4 w 27"/>
                <a:gd name="T15" fmla="*/ 18 h 19"/>
                <a:gd name="T16" fmla="*/ 2 w 27"/>
                <a:gd name="T17" fmla="*/ 19 h 19"/>
                <a:gd name="T18" fmla="*/ 0 w 27"/>
                <a:gd name="T19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19">
                  <a:moveTo>
                    <a:pt x="0" y="17"/>
                  </a:moveTo>
                  <a:cubicBezTo>
                    <a:pt x="1" y="16"/>
                    <a:pt x="1" y="15"/>
                    <a:pt x="2" y="15"/>
                  </a:cubicBezTo>
                  <a:cubicBezTo>
                    <a:pt x="9" y="10"/>
                    <a:pt x="16" y="5"/>
                    <a:pt x="23" y="0"/>
                  </a:cubicBezTo>
                  <a:cubicBezTo>
                    <a:pt x="23" y="0"/>
                    <a:pt x="25" y="0"/>
                    <a:pt x="25" y="0"/>
                  </a:cubicBezTo>
                  <a:cubicBezTo>
                    <a:pt x="26" y="0"/>
                    <a:pt x="27" y="1"/>
                    <a:pt x="27" y="2"/>
                  </a:cubicBezTo>
                  <a:cubicBezTo>
                    <a:pt x="26" y="3"/>
                    <a:pt x="26" y="3"/>
                    <a:pt x="25" y="4"/>
                  </a:cubicBezTo>
                  <a:cubicBezTo>
                    <a:pt x="21" y="6"/>
                    <a:pt x="17" y="9"/>
                    <a:pt x="14" y="11"/>
                  </a:cubicBezTo>
                  <a:cubicBezTo>
                    <a:pt x="11" y="14"/>
                    <a:pt x="7" y="16"/>
                    <a:pt x="4" y="18"/>
                  </a:cubicBezTo>
                  <a:cubicBezTo>
                    <a:pt x="4" y="19"/>
                    <a:pt x="3" y="19"/>
                    <a:pt x="2" y="19"/>
                  </a:cubicBezTo>
                  <a:cubicBezTo>
                    <a:pt x="1" y="18"/>
                    <a:pt x="1" y="17"/>
                    <a:pt x="0" y="1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9" name="Freeform 43"/>
            <p:cNvSpPr>
              <a:spLocks/>
            </p:cNvSpPr>
            <p:nvPr/>
          </p:nvSpPr>
          <p:spPr bwMode="auto">
            <a:xfrm>
              <a:off x="7078663" y="6005513"/>
              <a:ext cx="82550" cy="76200"/>
            </a:xfrm>
            <a:custGeom>
              <a:avLst/>
              <a:gdLst>
                <a:gd name="T0" fmla="*/ 0 w 22"/>
                <a:gd name="T1" fmla="*/ 2 h 20"/>
                <a:gd name="T2" fmla="*/ 2 w 22"/>
                <a:gd name="T3" fmla="*/ 0 h 20"/>
                <a:gd name="T4" fmla="*/ 4 w 22"/>
                <a:gd name="T5" fmla="*/ 1 h 20"/>
                <a:gd name="T6" fmla="*/ 20 w 22"/>
                <a:gd name="T7" fmla="*/ 16 h 20"/>
                <a:gd name="T8" fmla="*/ 22 w 22"/>
                <a:gd name="T9" fmla="*/ 18 h 20"/>
                <a:gd name="T10" fmla="*/ 21 w 22"/>
                <a:gd name="T11" fmla="*/ 20 h 20"/>
                <a:gd name="T12" fmla="*/ 19 w 22"/>
                <a:gd name="T13" fmla="*/ 20 h 20"/>
                <a:gd name="T14" fmla="*/ 1 w 22"/>
                <a:gd name="T15" fmla="*/ 4 h 20"/>
                <a:gd name="T16" fmla="*/ 0 w 22"/>
                <a:gd name="T1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0">
                  <a:moveTo>
                    <a:pt x="0" y="2"/>
                  </a:moveTo>
                  <a:cubicBezTo>
                    <a:pt x="1" y="1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9" y="7"/>
                    <a:pt x="14" y="11"/>
                    <a:pt x="20" y="16"/>
                  </a:cubicBezTo>
                  <a:cubicBezTo>
                    <a:pt x="21" y="16"/>
                    <a:pt x="22" y="17"/>
                    <a:pt x="22" y="18"/>
                  </a:cubicBezTo>
                  <a:cubicBezTo>
                    <a:pt x="22" y="18"/>
                    <a:pt x="21" y="19"/>
                    <a:pt x="21" y="20"/>
                  </a:cubicBezTo>
                  <a:cubicBezTo>
                    <a:pt x="20" y="20"/>
                    <a:pt x="19" y="20"/>
                    <a:pt x="19" y="20"/>
                  </a:cubicBezTo>
                  <a:cubicBezTo>
                    <a:pt x="12" y="15"/>
                    <a:pt x="6" y="10"/>
                    <a:pt x="1" y="4"/>
                  </a:cubicBezTo>
                  <a:cubicBezTo>
                    <a:pt x="1" y="3"/>
                    <a:pt x="1" y="3"/>
                    <a:pt x="0" y="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" name="Freeform 44"/>
            <p:cNvSpPr>
              <a:spLocks/>
            </p:cNvSpPr>
            <p:nvPr/>
          </p:nvSpPr>
          <p:spPr bwMode="auto">
            <a:xfrm>
              <a:off x="8021638" y="6391275"/>
              <a:ext cx="103188" cy="19050"/>
            </a:xfrm>
            <a:custGeom>
              <a:avLst/>
              <a:gdLst>
                <a:gd name="T0" fmla="*/ 13 w 27"/>
                <a:gd name="T1" fmla="*/ 5 h 5"/>
                <a:gd name="T2" fmla="*/ 3 w 27"/>
                <a:gd name="T3" fmla="*/ 5 h 5"/>
                <a:gd name="T4" fmla="*/ 0 w 27"/>
                <a:gd name="T5" fmla="*/ 3 h 5"/>
                <a:gd name="T6" fmla="*/ 3 w 27"/>
                <a:gd name="T7" fmla="*/ 1 h 5"/>
                <a:gd name="T8" fmla="*/ 23 w 27"/>
                <a:gd name="T9" fmla="*/ 0 h 5"/>
                <a:gd name="T10" fmla="*/ 24 w 27"/>
                <a:gd name="T11" fmla="*/ 0 h 5"/>
                <a:gd name="T12" fmla="*/ 27 w 27"/>
                <a:gd name="T13" fmla="*/ 3 h 5"/>
                <a:gd name="T14" fmla="*/ 24 w 27"/>
                <a:gd name="T15" fmla="*/ 5 h 5"/>
                <a:gd name="T16" fmla="*/ 13 w 27"/>
                <a:gd name="T17" fmla="*/ 5 h 5"/>
                <a:gd name="T18" fmla="*/ 13 w 27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5">
                  <a:moveTo>
                    <a:pt x="13" y="5"/>
                  </a:moveTo>
                  <a:cubicBezTo>
                    <a:pt x="10" y="5"/>
                    <a:pt x="6" y="5"/>
                    <a:pt x="3" y="5"/>
                  </a:cubicBezTo>
                  <a:cubicBezTo>
                    <a:pt x="1" y="5"/>
                    <a:pt x="0" y="5"/>
                    <a:pt x="0" y="3"/>
                  </a:cubicBezTo>
                  <a:cubicBezTo>
                    <a:pt x="0" y="1"/>
                    <a:pt x="1" y="1"/>
                    <a:pt x="3" y="1"/>
                  </a:cubicBezTo>
                  <a:cubicBezTo>
                    <a:pt x="9" y="1"/>
                    <a:pt x="16" y="1"/>
                    <a:pt x="23" y="0"/>
                  </a:cubicBezTo>
                  <a:cubicBezTo>
                    <a:pt x="23" y="0"/>
                    <a:pt x="24" y="0"/>
                    <a:pt x="24" y="0"/>
                  </a:cubicBezTo>
                  <a:cubicBezTo>
                    <a:pt x="26" y="1"/>
                    <a:pt x="27" y="1"/>
                    <a:pt x="27" y="3"/>
                  </a:cubicBezTo>
                  <a:cubicBezTo>
                    <a:pt x="27" y="4"/>
                    <a:pt x="26" y="5"/>
                    <a:pt x="24" y="5"/>
                  </a:cubicBezTo>
                  <a:cubicBezTo>
                    <a:pt x="21" y="5"/>
                    <a:pt x="17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1" name="Freeform 45"/>
            <p:cNvSpPr>
              <a:spLocks/>
            </p:cNvSpPr>
            <p:nvPr/>
          </p:nvSpPr>
          <p:spPr bwMode="auto">
            <a:xfrm>
              <a:off x="7821613" y="6002338"/>
              <a:ext cx="74613" cy="76200"/>
            </a:xfrm>
            <a:custGeom>
              <a:avLst/>
              <a:gdLst>
                <a:gd name="T0" fmla="*/ 18 w 20"/>
                <a:gd name="T1" fmla="*/ 0 h 20"/>
                <a:gd name="T2" fmla="*/ 20 w 20"/>
                <a:gd name="T3" fmla="*/ 1 h 20"/>
                <a:gd name="T4" fmla="*/ 20 w 20"/>
                <a:gd name="T5" fmla="*/ 4 h 20"/>
                <a:gd name="T6" fmla="*/ 9 w 20"/>
                <a:gd name="T7" fmla="*/ 14 h 20"/>
                <a:gd name="T8" fmla="*/ 4 w 20"/>
                <a:gd name="T9" fmla="*/ 19 h 20"/>
                <a:gd name="T10" fmla="*/ 0 w 20"/>
                <a:gd name="T11" fmla="*/ 18 h 20"/>
                <a:gd name="T12" fmla="*/ 1 w 20"/>
                <a:gd name="T13" fmla="*/ 16 h 20"/>
                <a:gd name="T14" fmla="*/ 11 w 20"/>
                <a:gd name="T15" fmla="*/ 7 h 20"/>
                <a:gd name="T16" fmla="*/ 16 w 20"/>
                <a:gd name="T17" fmla="*/ 1 h 20"/>
                <a:gd name="T18" fmla="*/ 18 w 20"/>
                <a:gd name="T1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8" y="0"/>
                  </a:moveTo>
                  <a:cubicBezTo>
                    <a:pt x="19" y="0"/>
                    <a:pt x="20" y="1"/>
                    <a:pt x="20" y="1"/>
                  </a:cubicBezTo>
                  <a:cubicBezTo>
                    <a:pt x="20" y="2"/>
                    <a:pt x="20" y="3"/>
                    <a:pt x="20" y="4"/>
                  </a:cubicBezTo>
                  <a:cubicBezTo>
                    <a:pt x="16" y="7"/>
                    <a:pt x="13" y="11"/>
                    <a:pt x="9" y="14"/>
                  </a:cubicBezTo>
                  <a:cubicBezTo>
                    <a:pt x="8" y="16"/>
                    <a:pt x="6" y="17"/>
                    <a:pt x="4" y="19"/>
                  </a:cubicBezTo>
                  <a:cubicBezTo>
                    <a:pt x="3" y="20"/>
                    <a:pt x="1" y="20"/>
                    <a:pt x="0" y="18"/>
                  </a:cubicBezTo>
                  <a:cubicBezTo>
                    <a:pt x="0" y="17"/>
                    <a:pt x="1" y="16"/>
                    <a:pt x="1" y="16"/>
                  </a:cubicBezTo>
                  <a:cubicBezTo>
                    <a:pt x="4" y="13"/>
                    <a:pt x="8" y="10"/>
                    <a:pt x="11" y="7"/>
                  </a:cubicBezTo>
                  <a:cubicBezTo>
                    <a:pt x="13" y="5"/>
                    <a:pt x="14" y="3"/>
                    <a:pt x="16" y="1"/>
                  </a:cubicBezTo>
                  <a:cubicBezTo>
                    <a:pt x="17" y="0"/>
                    <a:pt x="17" y="0"/>
                    <a:pt x="18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2" name="Freeform 46"/>
            <p:cNvSpPr>
              <a:spLocks/>
            </p:cNvSpPr>
            <p:nvPr/>
          </p:nvSpPr>
          <p:spPr bwMode="auto">
            <a:xfrm>
              <a:off x="7939088" y="6691313"/>
              <a:ext cx="74613" cy="63500"/>
            </a:xfrm>
            <a:custGeom>
              <a:avLst/>
              <a:gdLst>
                <a:gd name="T0" fmla="*/ 2 w 20"/>
                <a:gd name="T1" fmla="*/ 0 h 17"/>
                <a:gd name="T2" fmla="*/ 3 w 20"/>
                <a:gd name="T3" fmla="*/ 1 h 17"/>
                <a:gd name="T4" fmla="*/ 17 w 20"/>
                <a:gd name="T5" fmla="*/ 11 h 17"/>
                <a:gd name="T6" fmla="*/ 19 w 20"/>
                <a:gd name="T7" fmla="*/ 12 h 17"/>
                <a:gd name="T8" fmla="*/ 19 w 20"/>
                <a:gd name="T9" fmla="*/ 15 h 17"/>
                <a:gd name="T10" fmla="*/ 16 w 20"/>
                <a:gd name="T11" fmla="*/ 16 h 17"/>
                <a:gd name="T12" fmla="*/ 0 w 20"/>
                <a:gd name="T13" fmla="*/ 4 h 17"/>
                <a:gd name="T14" fmla="*/ 0 w 20"/>
                <a:gd name="T15" fmla="*/ 1 h 17"/>
                <a:gd name="T16" fmla="*/ 2 w 20"/>
                <a:gd name="T1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17">
                  <a:moveTo>
                    <a:pt x="2" y="0"/>
                  </a:moveTo>
                  <a:cubicBezTo>
                    <a:pt x="2" y="0"/>
                    <a:pt x="3" y="0"/>
                    <a:pt x="3" y="1"/>
                  </a:cubicBezTo>
                  <a:cubicBezTo>
                    <a:pt x="8" y="4"/>
                    <a:pt x="13" y="8"/>
                    <a:pt x="17" y="11"/>
                  </a:cubicBezTo>
                  <a:cubicBezTo>
                    <a:pt x="18" y="12"/>
                    <a:pt x="18" y="12"/>
                    <a:pt x="19" y="12"/>
                  </a:cubicBezTo>
                  <a:cubicBezTo>
                    <a:pt x="20" y="13"/>
                    <a:pt x="20" y="14"/>
                    <a:pt x="19" y="15"/>
                  </a:cubicBezTo>
                  <a:cubicBezTo>
                    <a:pt x="18" y="17"/>
                    <a:pt x="17" y="17"/>
                    <a:pt x="16" y="16"/>
                  </a:cubicBezTo>
                  <a:cubicBezTo>
                    <a:pt x="11" y="12"/>
                    <a:pt x="6" y="8"/>
                    <a:pt x="0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3" name="Freeform 47"/>
            <p:cNvSpPr>
              <a:spLocks/>
            </p:cNvSpPr>
            <p:nvPr/>
          </p:nvSpPr>
          <p:spPr bwMode="auto">
            <a:xfrm>
              <a:off x="7324725" y="5907088"/>
              <a:ext cx="44450" cy="79375"/>
            </a:xfrm>
            <a:custGeom>
              <a:avLst/>
              <a:gdLst>
                <a:gd name="T0" fmla="*/ 12 w 12"/>
                <a:gd name="T1" fmla="*/ 19 h 21"/>
                <a:gd name="T2" fmla="*/ 10 w 12"/>
                <a:gd name="T3" fmla="*/ 21 h 21"/>
                <a:gd name="T4" fmla="*/ 8 w 12"/>
                <a:gd name="T5" fmla="*/ 20 h 21"/>
                <a:gd name="T6" fmla="*/ 7 w 12"/>
                <a:gd name="T7" fmla="*/ 19 h 21"/>
                <a:gd name="T8" fmla="*/ 1 w 12"/>
                <a:gd name="T9" fmla="*/ 4 h 21"/>
                <a:gd name="T10" fmla="*/ 0 w 12"/>
                <a:gd name="T11" fmla="*/ 3 h 21"/>
                <a:gd name="T12" fmla="*/ 1 w 12"/>
                <a:gd name="T13" fmla="*/ 0 h 21"/>
                <a:gd name="T14" fmla="*/ 4 w 12"/>
                <a:gd name="T15" fmla="*/ 1 h 21"/>
                <a:gd name="T16" fmla="*/ 11 w 12"/>
                <a:gd name="T17" fmla="*/ 18 h 21"/>
                <a:gd name="T18" fmla="*/ 12 w 12"/>
                <a:gd name="T19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21">
                  <a:moveTo>
                    <a:pt x="12" y="19"/>
                  </a:moveTo>
                  <a:cubicBezTo>
                    <a:pt x="11" y="20"/>
                    <a:pt x="11" y="21"/>
                    <a:pt x="10" y="21"/>
                  </a:cubicBezTo>
                  <a:cubicBezTo>
                    <a:pt x="10" y="21"/>
                    <a:pt x="9" y="21"/>
                    <a:pt x="8" y="20"/>
                  </a:cubicBezTo>
                  <a:cubicBezTo>
                    <a:pt x="8" y="20"/>
                    <a:pt x="7" y="19"/>
                    <a:pt x="7" y="19"/>
                  </a:cubicBezTo>
                  <a:cubicBezTo>
                    <a:pt x="5" y="14"/>
                    <a:pt x="3" y="9"/>
                    <a:pt x="1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2"/>
                    <a:pt x="0" y="0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7"/>
                    <a:pt x="9" y="12"/>
                    <a:pt x="11" y="18"/>
                  </a:cubicBezTo>
                  <a:cubicBezTo>
                    <a:pt x="12" y="18"/>
                    <a:pt x="12" y="19"/>
                    <a:pt x="12" y="1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4" name="Freeform 48"/>
            <p:cNvSpPr>
              <a:spLocks/>
            </p:cNvSpPr>
            <p:nvPr/>
          </p:nvSpPr>
          <p:spPr bwMode="auto">
            <a:xfrm>
              <a:off x="7980363" y="6546850"/>
              <a:ext cx="79375" cy="41275"/>
            </a:xfrm>
            <a:custGeom>
              <a:avLst/>
              <a:gdLst>
                <a:gd name="T0" fmla="*/ 19 w 21"/>
                <a:gd name="T1" fmla="*/ 11 h 11"/>
                <a:gd name="T2" fmla="*/ 17 w 21"/>
                <a:gd name="T3" fmla="*/ 10 h 11"/>
                <a:gd name="T4" fmla="*/ 3 w 21"/>
                <a:gd name="T5" fmla="*/ 5 h 11"/>
                <a:gd name="T6" fmla="*/ 1 w 21"/>
                <a:gd name="T7" fmla="*/ 2 h 11"/>
                <a:gd name="T8" fmla="*/ 3 w 21"/>
                <a:gd name="T9" fmla="*/ 1 h 11"/>
                <a:gd name="T10" fmla="*/ 20 w 21"/>
                <a:gd name="T11" fmla="*/ 7 h 11"/>
                <a:gd name="T12" fmla="*/ 21 w 21"/>
                <a:gd name="T13" fmla="*/ 9 h 11"/>
                <a:gd name="T14" fmla="*/ 19 w 21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1">
                  <a:moveTo>
                    <a:pt x="19" y="11"/>
                  </a:moveTo>
                  <a:cubicBezTo>
                    <a:pt x="18" y="11"/>
                    <a:pt x="18" y="11"/>
                    <a:pt x="17" y="10"/>
                  </a:cubicBezTo>
                  <a:cubicBezTo>
                    <a:pt x="12" y="9"/>
                    <a:pt x="8" y="7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9" y="2"/>
                    <a:pt x="14" y="4"/>
                    <a:pt x="20" y="7"/>
                  </a:cubicBezTo>
                  <a:cubicBezTo>
                    <a:pt x="20" y="7"/>
                    <a:pt x="21" y="8"/>
                    <a:pt x="21" y="9"/>
                  </a:cubicBezTo>
                  <a:cubicBezTo>
                    <a:pt x="21" y="10"/>
                    <a:pt x="19" y="10"/>
                    <a:pt x="19" y="11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5" name="Freeform 49"/>
            <p:cNvSpPr>
              <a:spLocks/>
            </p:cNvSpPr>
            <p:nvPr/>
          </p:nvSpPr>
          <p:spPr bwMode="auto">
            <a:xfrm>
              <a:off x="7729538" y="5945188"/>
              <a:ext cx="57150" cy="71438"/>
            </a:xfrm>
            <a:custGeom>
              <a:avLst/>
              <a:gdLst>
                <a:gd name="T0" fmla="*/ 15 w 15"/>
                <a:gd name="T1" fmla="*/ 2 h 19"/>
                <a:gd name="T2" fmla="*/ 14 w 15"/>
                <a:gd name="T3" fmla="*/ 3 h 19"/>
                <a:gd name="T4" fmla="*/ 5 w 15"/>
                <a:gd name="T5" fmla="*/ 17 h 19"/>
                <a:gd name="T6" fmla="*/ 2 w 15"/>
                <a:gd name="T7" fmla="*/ 18 h 19"/>
                <a:gd name="T8" fmla="*/ 1 w 15"/>
                <a:gd name="T9" fmla="*/ 15 h 19"/>
                <a:gd name="T10" fmla="*/ 10 w 15"/>
                <a:gd name="T11" fmla="*/ 1 h 19"/>
                <a:gd name="T12" fmla="*/ 13 w 15"/>
                <a:gd name="T13" fmla="*/ 0 h 19"/>
                <a:gd name="T14" fmla="*/ 15 w 15"/>
                <a:gd name="T15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9">
                  <a:moveTo>
                    <a:pt x="15" y="2"/>
                  </a:moveTo>
                  <a:cubicBezTo>
                    <a:pt x="14" y="2"/>
                    <a:pt x="14" y="3"/>
                    <a:pt x="14" y="3"/>
                  </a:cubicBezTo>
                  <a:cubicBezTo>
                    <a:pt x="11" y="8"/>
                    <a:pt x="8" y="12"/>
                    <a:pt x="5" y="17"/>
                  </a:cubicBezTo>
                  <a:cubicBezTo>
                    <a:pt x="4" y="18"/>
                    <a:pt x="4" y="19"/>
                    <a:pt x="2" y="18"/>
                  </a:cubicBezTo>
                  <a:cubicBezTo>
                    <a:pt x="1" y="17"/>
                    <a:pt x="0" y="16"/>
                    <a:pt x="1" y="15"/>
                  </a:cubicBezTo>
                  <a:cubicBezTo>
                    <a:pt x="4" y="10"/>
                    <a:pt x="7" y="5"/>
                    <a:pt x="10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4" y="1"/>
                    <a:pt x="15" y="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6" name="Freeform 50"/>
            <p:cNvSpPr>
              <a:spLocks/>
            </p:cNvSpPr>
            <p:nvPr/>
          </p:nvSpPr>
          <p:spPr bwMode="auto">
            <a:xfrm>
              <a:off x="7570788" y="5900738"/>
              <a:ext cx="22225" cy="85725"/>
            </a:xfrm>
            <a:custGeom>
              <a:avLst/>
              <a:gdLst>
                <a:gd name="T0" fmla="*/ 0 w 6"/>
                <a:gd name="T1" fmla="*/ 17 h 23"/>
                <a:gd name="T2" fmla="*/ 3 w 6"/>
                <a:gd name="T3" fmla="*/ 2 h 23"/>
                <a:gd name="T4" fmla="*/ 4 w 6"/>
                <a:gd name="T5" fmla="*/ 0 h 23"/>
                <a:gd name="T6" fmla="*/ 6 w 6"/>
                <a:gd name="T7" fmla="*/ 3 h 23"/>
                <a:gd name="T8" fmla="*/ 5 w 6"/>
                <a:gd name="T9" fmla="*/ 8 h 23"/>
                <a:gd name="T10" fmla="*/ 4 w 6"/>
                <a:gd name="T11" fmla="*/ 19 h 23"/>
                <a:gd name="T12" fmla="*/ 4 w 6"/>
                <a:gd name="T13" fmla="*/ 21 h 23"/>
                <a:gd name="T14" fmla="*/ 2 w 6"/>
                <a:gd name="T15" fmla="*/ 23 h 23"/>
                <a:gd name="T16" fmla="*/ 0 w 6"/>
                <a:gd name="T17" fmla="*/ 21 h 23"/>
                <a:gd name="T18" fmla="*/ 0 w 6"/>
                <a:gd name="T19" fmla="*/ 17 h 23"/>
                <a:gd name="T20" fmla="*/ 0 w 6"/>
                <a:gd name="T21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23">
                  <a:moveTo>
                    <a:pt x="0" y="17"/>
                  </a:moveTo>
                  <a:cubicBezTo>
                    <a:pt x="1" y="12"/>
                    <a:pt x="2" y="7"/>
                    <a:pt x="3" y="2"/>
                  </a:cubicBezTo>
                  <a:cubicBezTo>
                    <a:pt x="3" y="1"/>
                    <a:pt x="3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5"/>
                    <a:pt x="6" y="6"/>
                    <a:pt x="5" y="8"/>
                  </a:cubicBezTo>
                  <a:cubicBezTo>
                    <a:pt x="5" y="12"/>
                    <a:pt x="5" y="15"/>
                    <a:pt x="4" y="19"/>
                  </a:cubicBezTo>
                  <a:cubicBezTo>
                    <a:pt x="4" y="20"/>
                    <a:pt x="4" y="21"/>
                    <a:pt x="4" y="21"/>
                  </a:cubicBezTo>
                  <a:cubicBezTo>
                    <a:pt x="4" y="22"/>
                    <a:pt x="3" y="23"/>
                    <a:pt x="2" y="23"/>
                  </a:cubicBezTo>
                  <a:cubicBezTo>
                    <a:pt x="2" y="23"/>
                    <a:pt x="1" y="22"/>
                    <a:pt x="0" y="21"/>
                  </a:cubicBezTo>
                  <a:cubicBezTo>
                    <a:pt x="0" y="20"/>
                    <a:pt x="0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7654925" y="5900738"/>
              <a:ext cx="44450" cy="85725"/>
            </a:xfrm>
            <a:custGeom>
              <a:avLst/>
              <a:gdLst>
                <a:gd name="T0" fmla="*/ 12 w 12"/>
                <a:gd name="T1" fmla="*/ 2 h 23"/>
                <a:gd name="T2" fmla="*/ 7 w 12"/>
                <a:gd name="T3" fmla="*/ 14 h 23"/>
                <a:gd name="T4" fmla="*/ 4 w 12"/>
                <a:gd name="T5" fmla="*/ 21 h 23"/>
                <a:gd name="T6" fmla="*/ 1 w 12"/>
                <a:gd name="T7" fmla="*/ 22 h 23"/>
                <a:gd name="T8" fmla="*/ 1 w 12"/>
                <a:gd name="T9" fmla="*/ 20 h 23"/>
                <a:gd name="T10" fmla="*/ 7 w 12"/>
                <a:gd name="T11" fmla="*/ 3 h 23"/>
                <a:gd name="T12" fmla="*/ 8 w 12"/>
                <a:gd name="T13" fmla="*/ 2 h 23"/>
                <a:gd name="T14" fmla="*/ 10 w 12"/>
                <a:gd name="T15" fmla="*/ 0 h 23"/>
                <a:gd name="T16" fmla="*/ 12 w 12"/>
                <a:gd name="T17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23">
                  <a:moveTo>
                    <a:pt x="12" y="2"/>
                  </a:moveTo>
                  <a:cubicBezTo>
                    <a:pt x="10" y="6"/>
                    <a:pt x="9" y="10"/>
                    <a:pt x="7" y="14"/>
                  </a:cubicBezTo>
                  <a:cubicBezTo>
                    <a:pt x="6" y="17"/>
                    <a:pt x="5" y="19"/>
                    <a:pt x="4" y="21"/>
                  </a:cubicBezTo>
                  <a:cubicBezTo>
                    <a:pt x="3" y="22"/>
                    <a:pt x="2" y="23"/>
                    <a:pt x="1" y="22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3" y="14"/>
                    <a:pt x="6" y="9"/>
                    <a:pt x="7" y="3"/>
                  </a:cubicBezTo>
                  <a:cubicBezTo>
                    <a:pt x="8" y="3"/>
                    <a:pt x="8" y="2"/>
                    <a:pt x="8" y="2"/>
                  </a:cubicBezTo>
                  <a:cubicBezTo>
                    <a:pt x="8" y="1"/>
                    <a:pt x="9" y="0"/>
                    <a:pt x="10" y="0"/>
                  </a:cubicBezTo>
                  <a:cubicBezTo>
                    <a:pt x="10" y="0"/>
                    <a:pt x="11" y="1"/>
                    <a:pt x="12" y="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8" name="Freeform 52"/>
            <p:cNvSpPr>
              <a:spLocks/>
            </p:cNvSpPr>
            <p:nvPr/>
          </p:nvSpPr>
          <p:spPr bwMode="auto">
            <a:xfrm>
              <a:off x="7450138" y="5903913"/>
              <a:ext cx="22225" cy="76200"/>
            </a:xfrm>
            <a:custGeom>
              <a:avLst/>
              <a:gdLst>
                <a:gd name="T0" fmla="*/ 0 w 6"/>
                <a:gd name="T1" fmla="*/ 9 h 20"/>
                <a:gd name="T2" fmla="*/ 1 w 6"/>
                <a:gd name="T3" fmla="*/ 2 h 20"/>
                <a:gd name="T4" fmla="*/ 3 w 6"/>
                <a:gd name="T5" fmla="*/ 1 h 20"/>
                <a:gd name="T6" fmla="*/ 5 w 6"/>
                <a:gd name="T7" fmla="*/ 3 h 20"/>
                <a:gd name="T8" fmla="*/ 6 w 6"/>
                <a:gd name="T9" fmla="*/ 17 h 20"/>
                <a:gd name="T10" fmla="*/ 4 w 6"/>
                <a:gd name="T11" fmla="*/ 20 h 20"/>
                <a:gd name="T12" fmla="*/ 2 w 6"/>
                <a:gd name="T13" fmla="*/ 18 h 20"/>
                <a:gd name="T14" fmla="*/ 0 w 6"/>
                <a:gd name="T1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20">
                  <a:moveTo>
                    <a:pt x="0" y="9"/>
                  </a:moveTo>
                  <a:cubicBezTo>
                    <a:pt x="0" y="6"/>
                    <a:pt x="0" y="4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4" y="8"/>
                    <a:pt x="4" y="13"/>
                    <a:pt x="6" y="17"/>
                  </a:cubicBezTo>
                  <a:cubicBezTo>
                    <a:pt x="6" y="18"/>
                    <a:pt x="6" y="19"/>
                    <a:pt x="4" y="20"/>
                  </a:cubicBezTo>
                  <a:cubicBezTo>
                    <a:pt x="3" y="20"/>
                    <a:pt x="2" y="20"/>
                    <a:pt x="2" y="18"/>
                  </a:cubicBezTo>
                  <a:cubicBezTo>
                    <a:pt x="1" y="15"/>
                    <a:pt x="0" y="12"/>
                    <a:pt x="0" y="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9" name="Freeform 53"/>
            <p:cNvSpPr>
              <a:spLocks/>
            </p:cNvSpPr>
            <p:nvPr/>
          </p:nvSpPr>
          <p:spPr bwMode="auto">
            <a:xfrm>
              <a:off x="7210425" y="5953125"/>
              <a:ext cx="41275" cy="60325"/>
            </a:xfrm>
            <a:custGeom>
              <a:avLst/>
              <a:gdLst>
                <a:gd name="T0" fmla="*/ 3 w 11"/>
                <a:gd name="T1" fmla="*/ 0 h 16"/>
                <a:gd name="T2" fmla="*/ 4 w 11"/>
                <a:gd name="T3" fmla="*/ 1 h 16"/>
                <a:gd name="T4" fmla="*/ 11 w 11"/>
                <a:gd name="T5" fmla="*/ 11 h 16"/>
                <a:gd name="T6" fmla="*/ 11 w 11"/>
                <a:gd name="T7" fmla="*/ 14 h 16"/>
                <a:gd name="T8" fmla="*/ 8 w 11"/>
                <a:gd name="T9" fmla="*/ 14 h 16"/>
                <a:gd name="T10" fmla="*/ 1 w 11"/>
                <a:gd name="T11" fmla="*/ 4 h 16"/>
                <a:gd name="T12" fmla="*/ 3 w 11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6">
                  <a:moveTo>
                    <a:pt x="3" y="0"/>
                  </a:moveTo>
                  <a:cubicBezTo>
                    <a:pt x="3" y="0"/>
                    <a:pt x="4" y="1"/>
                    <a:pt x="4" y="1"/>
                  </a:cubicBezTo>
                  <a:cubicBezTo>
                    <a:pt x="6" y="5"/>
                    <a:pt x="9" y="8"/>
                    <a:pt x="11" y="11"/>
                  </a:cubicBezTo>
                  <a:cubicBezTo>
                    <a:pt x="11" y="12"/>
                    <a:pt x="11" y="14"/>
                    <a:pt x="11" y="14"/>
                  </a:cubicBezTo>
                  <a:cubicBezTo>
                    <a:pt x="10" y="15"/>
                    <a:pt x="9" y="16"/>
                    <a:pt x="8" y="14"/>
                  </a:cubicBezTo>
                  <a:cubicBezTo>
                    <a:pt x="6" y="11"/>
                    <a:pt x="3" y="7"/>
                    <a:pt x="1" y="4"/>
                  </a:cubicBezTo>
                  <a:cubicBezTo>
                    <a:pt x="0" y="2"/>
                    <a:pt x="1" y="0"/>
                    <a:pt x="3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0" name="Freeform 54"/>
            <p:cNvSpPr>
              <a:spLocks/>
            </p:cNvSpPr>
            <p:nvPr/>
          </p:nvSpPr>
          <p:spPr bwMode="auto">
            <a:xfrm>
              <a:off x="7062788" y="6823075"/>
              <a:ext cx="49213" cy="46038"/>
            </a:xfrm>
            <a:custGeom>
              <a:avLst/>
              <a:gdLst>
                <a:gd name="T0" fmla="*/ 4 w 13"/>
                <a:gd name="T1" fmla="*/ 12 h 12"/>
                <a:gd name="T2" fmla="*/ 1 w 13"/>
                <a:gd name="T3" fmla="*/ 9 h 12"/>
                <a:gd name="T4" fmla="*/ 9 w 13"/>
                <a:gd name="T5" fmla="*/ 1 h 12"/>
                <a:gd name="T6" fmla="*/ 12 w 13"/>
                <a:gd name="T7" fmla="*/ 1 h 12"/>
                <a:gd name="T8" fmla="*/ 12 w 13"/>
                <a:gd name="T9" fmla="*/ 4 h 12"/>
                <a:gd name="T10" fmla="*/ 5 w 13"/>
                <a:gd name="T11" fmla="*/ 11 h 12"/>
                <a:gd name="T12" fmla="*/ 4 w 13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2">
                  <a:moveTo>
                    <a:pt x="4" y="12"/>
                  </a:moveTo>
                  <a:cubicBezTo>
                    <a:pt x="2" y="12"/>
                    <a:pt x="0" y="10"/>
                    <a:pt x="1" y="9"/>
                  </a:cubicBezTo>
                  <a:cubicBezTo>
                    <a:pt x="4" y="6"/>
                    <a:pt x="7" y="4"/>
                    <a:pt x="9" y="1"/>
                  </a:cubicBezTo>
                  <a:cubicBezTo>
                    <a:pt x="10" y="0"/>
                    <a:pt x="11" y="1"/>
                    <a:pt x="12" y="1"/>
                  </a:cubicBezTo>
                  <a:cubicBezTo>
                    <a:pt x="13" y="2"/>
                    <a:pt x="13" y="3"/>
                    <a:pt x="12" y="4"/>
                  </a:cubicBezTo>
                  <a:cubicBezTo>
                    <a:pt x="10" y="7"/>
                    <a:pt x="7" y="9"/>
                    <a:pt x="5" y="11"/>
                  </a:cubicBezTo>
                  <a:cubicBezTo>
                    <a:pt x="5" y="12"/>
                    <a:pt x="4" y="12"/>
                    <a:pt x="4" y="1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1" name="Freeform 55"/>
            <p:cNvSpPr>
              <a:spLocks/>
            </p:cNvSpPr>
            <p:nvPr/>
          </p:nvSpPr>
          <p:spPr bwMode="auto">
            <a:xfrm>
              <a:off x="7756525" y="6834188"/>
              <a:ext cx="30163" cy="26988"/>
            </a:xfrm>
            <a:custGeom>
              <a:avLst/>
              <a:gdLst>
                <a:gd name="T0" fmla="*/ 8 w 8"/>
                <a:gd name="T1" fmla="*/ 4 h 7"/>
                <a:gd name="T2" fmla="*/ 5 w 8"/>
                <a:gd name="T3" fmla="*/ 7 h 7"/>
                <a:gd name="T4" fmla="*/ 0 w 8"/>
                <a:gd name="T5" fmla="*/ 4 h 7"/>
                <a:gd name="T6" fmla="*/ 4 w 8"/>
                <a:gd name="T7" fmla="*/ 0 h 7"/>
                <a:gd name="T8" fmla="*/ 8 w 8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8" y="4"/>
                  </a:moveTo>
                  <a:cubicBezTo>
                    <a:pt x="8" y="6"/>
                    <a:pt x="7" y="7"/>
                    <a:pt x="5" y="7"/>
                  </a:cubicBezTo>
                  <a:cubicBezTo>
                    <a:pt x="2" y="7"/>
                    <a:pt x="0" y="5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2" name="Freeform 56"/>
            <p:cNvSpPr>
              <a:spLocks/>
            </p:cNvSpPr>
            <p:nvPr/>
          </p:nvSpPr>
          <p:spPr bwMode="auto">
            <a:xfrm>
              <a:off x="7029450" y="6157913"/>
              <a:ext cx="38100" cy="30163"/>
            </a:xfrm>
            <a:custGeom>
              <a:avLst/>
              <a:gdLst>
                <a:gd name="T0" fmla="*/ 2 w 10"/>
                <a:gd name="T1" fmla="*/ 0 h 8"/>
                <a:gd name="T2" fmla="*/ 10 w 10"/>
                <a:gd name="T3" fmla="*/ 4 h 8"/>
                <a:gd name="T4" fmla="*/ 10 w 10"/>
                <a:gd name="T5" fmla="*/ 7 h 8"/>
                <a:gd name="T6" fmla="*/ 7 w 10"/>
                <a:gd name="T7" fmla="*/ 7 h 8"/>
                <a:gd name="T8" fmla="*/ 1 w 10"/>
                <a:gd name="T9" fmla="*/ 5 h 8"/>
                <a:gd name="T10" fmla="*/ 1 w 10"/>
                <a:gd name="T11" fmla="*/ 2 h 8"/>
                <a:gd name="T12" fmla="*/ 2 w 10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8">
                  <a:moveTo>
                    <a:pt x="2" y="0"/>
                  </a:moveTo>
                  <a:cubicBezTo>
                    <a:pt x="5" y="2"/>
                    <a:pt x="7" y="3"/>
                    <a:pt x="10" y="4"/>
                  </a:cubicBezTo>
                  <a:cubicBezTo>
                    <a:pt x="10" y="4"/>
                    <a:pt x="10" y="6"/>
                    <a:pt x="10" y="7"/>
                  </a:cubicBezTo>
                  <a:cubicBezTo>
                    <a:pt x="9" y="7"/>
                    <a:pt x="8" y="8"/>
                    <a:pt x="7" y="7"/>
                  </a:cubicBezTo>
                  <a:cubicBezTo>
                    <a:pt x="5" y="7"/>
                    <a:pt x="3" y="6"/>
                    <a:pt x="1" y="5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1" y="2"/>
                    <a:pt x="2" y="1"/>
                    <a:pt x="2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3" name="Freeform 57"/>
            <p:cNvSpPr>
              <a:spLocks/>
            </p:cNvSpPr>
            <p:nvPr/>
          </p:nvSpPr>
          <p:spPr bwMode="auto">
            <a:xfrm>
              <a:off x="7786688" y="6819900"/>
              <a:ext cx="15875" cy="22225"/>
            </a:xfrm>
            <a:custGeom>
              <a:avLst/>
              <a:gdLst>
                <a:gd name="T0" fmla="*/ 4 w 4"/>
                <a:gd name="T1" fmla="*/ 6 h 6"/>
                <a:gd name="T2" fmla="*/ 3 w 4"/>
                <a:gd name="T3" fmla="*/ 0 h 6"/>
                <a:gd name="T4" fmla="*/ 4 w 4"/>
                <a:gd name="T5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6">
                  <a:moveTo>
                    <a:pt x="4" y="6"/>
                  </a:moveTo>
                  <a:cubicBezTo>
                    <a:pt x="0" y="1"/>
                    <a:pt x="0" y="1"/>
                    <a:pt x="3" y="0"/>
                  </a:cubicBezTo>
                  <a:cubicBezTo>
                    <a:pt x="3" y="1"/>
                    <a:pt x="3" y="3"/>
                    <a:pt x="4" y="6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4" name="Freeform 58"/>
            <p:cNvSpPr>
              <a:spLocks/>
            </p:cNvSpPr>
            <p:nvPr/>
          </p:nvSpPr>
          <p:spPr bwMode="auto">
            <a:xfrm>
              <a:off x="7431088" y="6943725"/>
              <a:ext cx="11113" cy="7938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0 h 2"/>
                <a:gd name="T4" fmla="*/ 1 w 3"/>
                <a:gd name="T5" fmla="*/ 2 h 2"/>
                <a:gd name="T6" fmla="*/ 1 w 3"/>
                <a:gd name="T7" fmla="*/ 1 h 2"/>
                <a:gd name="T8" fmla="*/ 0 w 3"/>
                <a:gd name="T9" fmla="*/ 1 h 2"/>
                <a:gd name="T10" fmla="*/ 1 w 3"/>
                <a:gd name="T11" fmla="*/ 1 h 2"/>
                <a:gd name="T12" fmla="*/ 1 w 3"/>
                <a:gd name="T13" fmla="*/ 0 h 2"/>
                <a:gd name="T14" fmla="*/ 1 w 3"/>
                <a:gd name="T15" fmla="*/ 1 h 2"/>
                <a:gd name="T16" fmla="*/ 3 w 3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2" y="0"/>
                    <a:pt x="2" y="0"/>
                    <a:pt x="3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5" name="Freeform 59"/>
            <p:cNvSpPr>
              <a:spLocks/>
            </p:cNvSpPr>
            <p:nvPr/>
          </p:nvSpPr>
          <p:spPr bwMode="auto">
            <a:xfrm>
              <a:off x="7396163" y="6021388"/>
              <a:ext cx="4763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0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6" name="Freeform 60"/>
            <p:cNvSpPr>
              <a:spLocks/>
            </p:cNvSpPr>
            <p:nvPr/>
          </p:nvSpPr>
          <p:spPr bwMode="auto">
            <a:xfrm>
              <a:off x="7431088" y="6948488"/>
              <a:ext cx="3175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0 w 1"/>
                <a:gd name="T7" fmla="*/ 1 h 1"/>
                <a:gd name="T8" fmla="*/ 0 w 1"/>
                <a:gd name="T9" fmla="*/ 0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7" name="Freeform 61"/>
            <p:cNvSpPr>
              <a:spLocks/>
            </p:cNvSpPr>
            <p:nvPr/>
          </p:nvSpPr>
          <p:spPr bwMode="auto">
            <a:xfrm>
              <a:off x="7434263" y="6948488"/>
              <a:ext cx="0" cy="3175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8" name="Freeform 62"/>
            <p:cNvSpPr>
              <a:spLocks/>
            </p:cNvSpPr>
            <p:nvPr/>
          </p:nvSpPr>
          <p:spPr bwMode="auto">
            <a:xfrm>
              <a:off x="7431088" y="69484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9" name="Freeform 63"/>
            <p:cNvSpPr>
              <a:spLocks/>
            </p:cNvSpPr>
            <p:nvPr/>
          </p:nvSpPr>
          <p:spPr bwMode="auto">
            <a:xfrm>
              <a:off x="7877175" y="6508750"/>
              <a:ext cx="4763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1 h 1"/>
                <a:gd name="T14" fmla="*/ 0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0" name="Oval 64"/>
            <p:cNvSpPr>
              <a:spLocks noChangeArrowheads="1"/>
            </p:cNvSpPr>
            <p:nvPr/>
          </p:nvSpPr>
          <p:spPr bwMode="auto">
            <a:xfrm>
              <a:off x="7881938" y="6508750"/>
              <a:ext cx="1588" cy="1588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1" name="Freeform 65"/>
            <p:cNvSpPr>
              <a:spLocks/>
            </p:cNvSpPr>
            <p:nvPr/>
          </p:nvSpPr>
          <p:spPr bwMode="auto">
            <a:xfrm>
              <a:off x="7877175" y="6508750"/>
              <a:ext cx="4763" cy="4763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2" name="Freeform 66"/>
            <p:cNvSpPr>
              <a:spLocks/>
            </p:cNvSpPr>
            <p:nvPr/>
          </p:nvSpPr>
          <p:spPr bwMode="auto">
            <a:xfrm>
              <a:off x="7434263" y="6943725"/>
              <a:ext cx="0" cy="4763"/>
            </a:xfrm>
            <a:custGeom>
              <a:avLst/>
              <a:gdLst>
                <a:gd name="T0" fmla="*/ 1 h 1"/>
                <a:gd name="T1" fmla="*/ 0 h 1"/>
                <a:gd name="T2" fmla="*/ 1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3" name="Freeform 67"/>
            <p:cNvSpPr>
              <a:spLocks/>
            </p:cNvSpPr>
            <p:nvPr/>
          </p:nvSpPr>
          <p:spPr bwMode="auto">
            <a:xfrm>
              <a:off x="7573963" y="6861175"/>
              <a:ext cx="84138" cy="82550"/>
            </a:xfrm>
            <a:custGeom>
              <a:avLst/>
              <a:gdLst>
                <a:gd name="T0" fmla="*/ 16 w 22"/>
                <a:gd name="T1" fmla="*/ 22 h 22"/>
                <a:gd name="T2" fmla="*/ 12 w 22"/>
                <a:gd name="T3" fmla="*/ 20 h 22"/>
                <a:gd name="T4" fmla="*/ 1 w 22"/>
                <a:gd name="T5" fmla="*/ 5 h 22"/>
                <a:gd name="T6" fmla="*/ 1 w 22"/>
                <a:gd name="T7" fmla="*/ 2 h 22"/>
                <a:gd name="T8" fmla="*/ 5 w 22"/>
                <a:gd name="T9" fmla="*/ 0 h 22"/>
                <a:gd name="T10" fmla="*/ 11 w 22"/>
                <a:gd name="T11" fmla="*/ 4 h 22"/>
                <a:gd name="T12" fmla="*/ 19 w 22"/>
                <a:gd name="T13" fmla="*/ 12 h 22"/>
                <a:gd name="T14" fmla="*/ 21 w 22"/>
                <a:gd name="T15" fmla="*/ 17 h 22"/>
                <a:gd name="T16" fmla="*/ 16 w 22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2">
                  <a:moveTo>
                    <a:pt x="16" y="22"/>
                  </a:moveTo>
                  <a:cubicBezTo>
                    <a:pt x="15" y="22"/>
                    <a:pt x="13" y="21"/>
                    <a:pt x="12" y="20"/>
                  </a:cubicBezTo>
                  <a:cubicBezTo>
                    <a:pt x="7" y="16"/>
                    <a:pt x="4" y="11"/>
                    <a:pt x="1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7" y="1"/>
                    <a:pt x="9" y="2"/>
                    <a:pt x="11" y="4"/>
                  </a:cubicBezTo>
                  <a:cubicBezTo>
                    <a:pt x="14" y="6"/>
                    <a:pt x="16" y="9"/>
                    <a:pt x="19" y="12"/>
                  </a:cubicBezTo>
                  <a:cubicBezTo>
                    <a:pt x="20" y="13"/>
                    <a:pt x="20" y="15"/>
                    <a:pt x="21" y="17"/>
                  </a:cubicBezTo>
                  <a:cubicBezTo>
                    <a:pt x="22" y="20"/>
                    <a:pt x="20" y="22"/>
                    <a:pt x="16" y="2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4" name="Freeform 68"/>
            <p:cNvSpPr>
              <a:spLocks/>
            </p:cNvSpPr>
            <p:nvPr/>
          </p:nvSpPr>
          <p:spPr bwMode="auto">
            <a:xfrm>
              <a:off x="7672388" y="6959600"/>
              <a:ext cx="34925" cy="33338"/>
            </a:xfrm>
            <a:custGeom>
              <a:avLst/>
              <a:gdLst>
                <a:gd name="T0" fmla="*/ 9 w 9"/>
                <a:gd name="T1" fmla="*/ 4 h 9"/>
                <a:gd name="T2" fmla="*/ 3 w 9"/>
                <a:gd name="T3" fmla="*/ 9 h 9"/>
                <a:gd name="T4" fmla="*/ 0 w 9"/>
                <a:gd name="T5" fmla="*/ 5 h 9"/>
                <a:gd name="T6" fmla="*/ 4 w 9"/>
                <a:gd name="T7" fmla="*/ 0 h 9"/>
                <a:gd name="T8" fmla="*/ 9 w 9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4"/>
                  </a:moveTo>
                  <a:cubicBezTo>
                    <a:pt x="9" y="6"/>
                    <a:pt x="6" y="9"/>
                    <a:pt x="3" y="9"/>
                  </a:cubicBezTo>
                  <a:cubicBezTo>
                    <a:pt x="2" y="9"/>
                    <a:pt x="0" y="6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9" y="2"/>
                    <a:pt x="9" y="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5" name="Freeform 69"/>
            <p:cNvSpPr>
              <a:spLocks/>
            </p:cNvSpPr>
            <p:nvPr/>
          </p:nvSpPr>
          <p:spPr bwMode="auto">
            <a:xfrm>
              <a:off x="7267575" y="6913563"/>
              <a:ext cx="95250" cy="122238"/>
            </a:xfrm>
            <a:custGeom>
              <a:avLst/>
              <a:gdLst>
                <a:gd name="T0" fmla="*/ 18 w 25"/>
                <a:gd name="T1" fmla="*/ 0 h 32"/>
                <a:gd name="T2" fmla="*/ 18 w 25"/>
                <a:gd name="T3" fmla="*/ 6 h 32"/>
                <a:gd name="T4" fmla="*/ 17 w 25"/>
                <a:gd name="T5" fmla="*/ 13 h 32"/>
                <a:gd name="T6" fmla="*/ 17 w 25"/>
                <a:gd name="T7" fmla="*/ 15 h 32"/>
                <a:gd name="T8" fmla="*/ 22 w 25"/>
                <a:gd name="T9" fmla="*/ 20 h 32"/>
                <a:gd name="T10" fmla="*/ 24 w 25"/>
                <a:gd name="T11" fmla="*/ 22 h 32"/>
                <a:gd name="T12" fmla="*/ 24 w 25"/>
                <a:gd name="T13" fmla="*/ 24 h 32"/>
                <a:gd name="T14" fmla="*/ 22 w 25"/>
                <a:gd name="T15" fmla="*/ 25 h 32"/>
                <a:gd name="T16" fmla="*/ 17 w 25"/>
                <a:gd name="T17" fmla="*/ 22 h 32"/>
                <a:gd name="T18" fmla="*/ 13 w 25"/>
                <a:gd name="T19" fmla="*/ 23 h 32"/>
                <a:gd name="T20" fmla="*/ 11 w 25"/>
                <a:gd name="T21" fmla="*/ 28 h 32"/>
                <a:gd name="T22" fmla="*/ 7 w 25"/>
                <a:gd name="T23" fmla="*/ 31 h 32"/>
                <a:gd name="T24" fmla="*/ 6 w 25"/>
                <a:gd name="T25" fmla="*/ 27 h 32"/>
                <a:gd name="T26" fmla="*/ 8 w 25"/>
                <a:gd name="T27" fmla="*/ 18 h 32"/>
                <a:gd name="T28" fmla="*/ 7 w 25"/>
                <a:gd name="T29" fmla="*/ 15 h 32"/>
                <a:gd name="T30" fmla="*/ 2 w 25"/>
                <a:gd name="T31" fmla="*/ 10 h 32"/>
                <a:gd name="T32" fmla="*/ 0 w 25"/>
                <a:gd name="T33" fmla="*/ 8 h 32"/>
                <a:gd name="T34" fmla="*/ 0 w 25"/>
                <a:gd name="T35" fmla="*/ 5 h 32"/>
                <a:gd name="T36" fmla="*/ 2 w 25"/>
                <a:gd name="T37" fmla="*/ 5 h 32"/>
                <a:gd name="T38" fmla="*/ 6 w 25"/>
                <a:gd name="T39" fmla="*/ 8 h 32"/>
                <a:gd name="T40" fmla="*/ 9 w 25"/>
                <a:gd name="T41" fmla="*/ 10 h 32"/>
                <a:gd name="T42" fmla="*/ 12 w 25"/>
                <a:gd name="T43" fmla="*/ 10 h 32"/>
                <a:gd name="T44" fmla="*/ 14 w 25"/>
                <a:gd name="T45" fmla="*/ 5 h 32"/>
                <a:gd name="T46" fmla="*/ 18 w 25"/>
                <a:gd name="T4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" h="32">
                  <a:moveTo>
                    <a:pt x="18" y="0"/>
                  </a:moveTo>
                  <a:cubicBezTo>
                    <a:pt x="18" y="2"/>
                    <a:pt x="18" y="4"/>
                    <a:pt x="18" y="6"/>
                  </a:cubicBezTo>
                  <a:cubicBezTo>
                    <a:pt x="17" y="8"/>
                    <a:pt x="17" y="10"/>
                    <a:pt x="17" y="13"/>
                  </a:cubicBezTo>
                  <a:cubicBezTo>
                    <a:pt x="16" y="13"/>
                    <a:pt x="17" y="14"/>
                    <a:pt x="17" y="15"/>
                  </a:cubicBezTo>
                  <a:cubicBezTo>
                    <a:pt x="19" y="16"/>
                    <a:pt x="20" y="18"/>
                    <a:pt x="22" y="20"/>
                  </a:cubicBezTo>
                  <a:cubicBezTo>
                    <a:pt x="23" y="20"/>
                    <a:pt x="23" y="21"/>
                    <a:pt x="24" y="22"/>
                  </a:cubicBezTo>
                  <a:cubicBezTo>
                    <a:pt x="24" y="22"/>
                    <a:pt x="25" y="24"/>
                    <a:pt x="24" y="24"/>
                  </a:cubicBezTo>
                  <a:cubicBezTo>
                    <a:pt x="24" y="25"/>
                    <a:pt x="22" y="25"/>
                    <a:pt x="22" y="25"/>
                  </a:cubicBezTo>
                  <a:cubicBezTo>
                    <a:pt x="20" y="24"/>
                    <a:pt x="18" y="23"/>
                    <a:pt x="17" y="22"/>
                  </a:cubicBezTo>
                  <a:cubicBezTo>
                    <a:pt x="15" y="21"/>
                    <a:pt x="15" y="21"/>
                    <a:pt x="13" y="23"/>
                  </a:cubicBezTo>
                  <a:cubicBezTo>
                    <a:pt x="13" y="24"/>
                    <a:pt x="12" y="26"/>
                    <a:pt x="11" y="28"/>
                  </a:cubicBezTo>
                  <a:cubicBezTo>
                    <a:pt x="10" y="30"/>
                    <a:pt x="8" y="32"/>
                    <a:pt x="7" y="31"/>
                  </a:cubicBezTo>
                  <a:cubicBezTo>
                    <a:pt x="6" y="30"/>
                    <a:pt x="6" y="28"/>
                    <a:pt x="6" y="27"/>
                  </a:cubicBezTo>
                  <a:cubicBezTo>
                    <a:pt x="7" y="24"/>
                    <a:pt x="7" y="21"/>
                    <a:pt x="8" y="18"/>
                  </a:cubicBezTo>
                  <a:cubicBezTo>
                    <a:pt x="9" y="17"/>
                    <a:pt x="9" y="16"/>
                    <a:pt x="7" y="15"/>
                  </a:cubicBezTo>
                  <a:cubicBezTo>
                    <a:pt x="5" y="14"/>
                    <a:pt x="3" y="12"/>
                    <a:pt x="2" y="10"/>
                  </a:cubicBezTo>
                  <a:cubicBezTo>
                    <a:pt x="1" y="9"/>
                    <a:pt x="0" y="8"/>
                    <a:pt x="0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1" y="5"/>
                    <a:pt x="2" y="5"/>
                    <a:pt x="2" y="5"/>
                  </a:cubicBezTo>
                  <a:cubicBezTo>
                    <a:pt x="4" y="6"/>
                    <a:pt x="5" y="7"/>
                    <a:pt x="6" y="8"/>
                  </a:cubicBezTo>
                  <a:cubicBezTo>
                    <a:pt x="7" y="9"/>
                    <a:pt x="8" y="10"/>
                    <a:pt x="9" y="10"/>
                  </a:cubicBezTo>
                  <a:cubicBezTo>
                    <a:pt x="10" y="11"/>
                    <a:pt x="11" y="11"/>
                    <a:pt x="12" y="10"/>
                  </a:cubicBezTo>
                  <a:cubicBezTo>
                    <a:pt x="13" y="8"/>
                    <a:pt x="13" y="6"/>
                    <a:pt x="14" y="5"/>
                  </a:cubicBezTo>
                  <a:cubicBezTo>
                    <a:pt x="14" y="3"/>
                    <a:pt x="15" y="1"/>
                    <a:pt x="18" y="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57728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0;p59"/>
          <p:cNvSpPr txBox="1">
            <a:spLocks/>
          </p:cNvSpPr>
          <p:nvPr/>
        </p:nvSpPr>
        <p:spPr>
          <a:xfrm>
            <a:off x="4767468" y="2571750"/>
            <a:ext cx="3388108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2400"/>
              <a:buFont typeface="Libre Baskerville"/>
              <a:buNone/>
              <a:tabLst/>
              <a:defRPr/>
            </a:pPr>
            <a:r>
              <a:rPr lang="es-PE" dirty="0">
                <a:solidFill>
                  <a:srgbClr val="413B41"/>
                </a:solidFill>
              </a:rPr>
              <a:t>HISTORIA DE LA ORATORIA SAGRADA</a:t>
            </a:r>
            <a:endParaRPr kumimoji="0" lang="es-PE" sz="3000" b="1" i="0" u="none" strike="noStrike" kern="0" cap="none" spc="0" normalizeH="0" baseline="0" noProof="0" dirty="0">
              <a:ln>
                <a:noFill/>
              </a:ln>
              <a:solidFill>
                <a:srgbClr val="413B41"/>
              </a:solidFill>
              <a:effectLst/>
              <a:uLnTx/>
              <a:uFillTx/>
              <a:latin typeface="Libre Baskerville"/>
              <a:sym typeface="Libre Baskerville"/>
            </a:endParaRPr>
          </a:p>
        </p:txBody>
      </p:sp>
      <p:sp>
        <p:nvSpPr>
          <p:cNvPr id="21" name="TextBox 30">
            <a:extLst>
              <a:ext uri="{FF2B5EF4-FFF2-40B4-BE49-F238E27FC236}">
                <a16:creationId xmlns:a16="http://schemas.microsoft.com/office/drawing/2014/main" id="{5DDC783D-AC40-4A04-AC28-1A021DD8D256}"/>
              </a:ext>
            </a:extLst>
          </p:cNvPr>
          <p:cNvSpPr txBox="1"/>
          <p:nvPr/>
        </p:nvSpPr>
        <p:spPr>
          <a:xfrm>
            <a:off x="4572000" y="1111307"/>
            <a:ext cx="3779044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50" dirty="0">
                <a:solidFill>
                  <a:srgbClr val="413B41"/>
                </a:solidFill>
                <a:latin typeface="Roboto" panose="020B0604020202020204" charset="0"/>
                <a:ea typeface="Roboto" panose="020B0604020202020204" charset="0"/>
              </a:rPr>
              <a:t>.</a:t>
            </a:r>
            <a:endParaRPr lang="ko-KR" altLang="en-US" sz="1050" dirty="0">
              <a:solidFill>
                <a:srgbClr val="413B41"/>
              </a:solidFill>
              <a:latin typeface="Roboto" panose="020B0604020202020204" charset="0"/>
            </a:endParaRPr>
          </a:p>
        </p:txBody>
      </p:sp>
      <p:pic>
        <p:nvPicPr>
          <p:cNvPr id="325" name="Imagen 324">
            <a:extLst>
              <a:ext uri="{FF2B5EF4-FFF2-40B4-BE49-F238E27FC236}">
                <a16:creationId xmlns:a16="http://schemas.microsoft.com/office/drawing/2014/main" id="{E81D0B91-934E-4E30-8FD8-1B3877AA9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00" y="707230"/>
            <a:ext cx="5239366" cy="381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1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26;p50"/>
          <p:cNvSpPr txBox="1">
            <a:spLocks/>
          </p:cNvSpPr>
          <p:nvPr/>
        </p:nvSpPr>
        <p:spPr>
          <a:xfrm>
            <a:off x="714125" y="546825"/>
            <a:ext cx="771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2400"/>
              <a:buFont typeface="Libre Baskerville"/>
              <a:buNone/>
              <a:tabLst/>
              <a:defRPr/>
            </a:pPr>
            <a:r>
              <a:rPr kumimoji="0" lang="es-PE" sz="30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ibre Baskerville"/>
                <a:sym typeface="Libre Baskerville"/>
              </a:rPr>
              <a:t>Orígenes Antiguos </a:t>
            </a:r>
          </a:p>
        </p:txBody>
      </p:sp>
      <p:sp>
        <p:nvSpPr>
          <p:cNvPr id="3" name="Google Shape;727;p50"/>
          <p:cNvSpPr/>
          <p:nvPr/>
        </p:nvSpPr>
        <p:spPr>
          <a:xfrm>
            <a:off x="717829" y="1441081"/>
            <a:ext cx="173100" cy="1734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4" name="Google Shape;728;p50"/>
          <p:cNvSpPr/>
          <p:nvPr/>
        </p:nvSpPr>
        <p:spPr>
          <a:xfrm>
            <a:off x="717829" y="2638224"/>
            <a:ext cx="173100" cy="1734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Google Shape;729;p50"/>
          <p:cNvSpPr txBox="1"/>
          <p:nvPr/>
        </p:nvSpPr>
        <p:spPr>
          <a:xfrm>
            <a:off x="950939" y="1913943"/>
            <a:ext cx="4364002" cy="43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HN" sz="1100" dirty="0">
                <a:effectLst/>
                <a:latin typeface="Libre Baskerville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 Egipto, Mesopotamia, Grecia y Roma, los sacerdotes y líderes religiosos utilizaban discursos rituales para comunicarse con los dioses </a:t>
            </a:r>
            <a:endParaRPr dirty="0">
              <a:solidFill>
                <a:schemeClr val="bg1">
                  <a:lumMod val="50000"/>
                </a:schemeClr>
              </a:solidFill>
              <a:latin typeface="Libre Baskerville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730;p50"/>
          <p:cNvSpPr txBox="1"/>
          <p:nvPr/>
        </p:nvSpPr>
        <p:spPr>
          <a:xfrm>
            <a:off x="950939" y="1345715"/>
            <a:ext cx="2485205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000" b="1" dirty="0">
                <a:solidFill>
                  <a:schemeClr val="accent4">
                    <a:lumMod val="75000"/>
                  </a:schemeClr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Civilizaciones Antiguas</a:t>
            </a:r>
            <a:endParaRPr sz="2000" b="1" dirty="0">
              <a:solidFill>
                <a:schemeClr val="accent4">
                  <a:lumMod val="75000"/>
                </a:schemeClr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" name="Google Shape;731;p50"/>
          <p:cNvSpPr txBox="1"/>
          <p:nvPr/>
        </p:nvSpPr>
        <p:spPr>
          <a:xfrm>
            <a:off x="950949" y="3148744"/>
            <a:ext cx="450587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HN" sz="1200" kern="100" dirty="0">
                <a:effectLst/>
                <a:latin typeface="Libre Baskerville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Jesús de Nazaret y los apóstoles, especialmente Pablo, predicaron para difundir el cristianismo. Sus sermones y cartas son ejemplos tempranos de oratoria sagrada cristiana.</a:t>
            </a:r>
          </a:p>
          <a:p>
            <a:pPr>
              <a:lnSpc>
                <a:spcPct val="115000"/>
              </a:lnSpc>
            </a:pPr>
            <a:endParaRPr sz="1050" dirty="0">
              <a:solidFill>
                <a:schemeClr val="bg1">
                  <a:lumMod val="5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732;p50"/>
          <p:cNvSpPr txBox="1"/>
          <p:nvPr/>
        </p:nvSpPr>
        <p:spPr>
          <a:xfrm>
            <a:off x="977799" y="2546659"/>
            <a:ext cx="191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000" b="1" dirty="0">
                <a:solidFill>
                  <a:schemeClr val="accent4">
                    <a:lumMod val="75000"/>
                  </a:schemeClr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Cristianismo</a:t>
            </a:r>
            <a:endParaRPr sz="2000" b="1" dirty="0">
              <a:solidFill>
                <a:schemeClr val="accent4">
                  <a:lumMod val="75000"/>
                </a:schemeClr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9" name="Google Shape;733;p50"/>
          <p:cNvSpPr/>
          <p:nvPr/>
        </p:nvSpPr>
        <p:spPr>
          <a:xfrm>
            <a:off x="6354516" y="2282517"/>
            <a:ext cx="1357800" cy="591900"/>
          </a:xfrm>
          <a:prstGeom prst="rect">
            <a:avLst/>
          </a:prstGeom>
          <a:noFill/>
          <a:ln w="19050" cap="flat" cmpd="sng">
            <a:solidFill>
              <a:srgbClr val="BEB2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0" name="Google Shape;734;p50"/>
          <p:cNvGrpSpPr/>
          <p:nvPr/>
        </p:nvGrpSpPr>
        <p:grpSpPr>
          <a:xfrm>
            <a:off x="5551779" y="1060605"/>
            <a:ext cx="3124019" cy="2905051"/>
            <a:chOff x="533400" y="1696175"/>
            <a:chExt cx="3118283" cy="2460868"/>
          </a:xfrm>
          <a:solidFill>
            <a:schemeClr val="bg2">
              <a:lumMod val="50000"/>
            </a:schemeClr>
          </a:solidFill>
        </p:grpSpPr>
        <p:sp>
          <p:nvSpPr>
            <p:cNvPr id="11" name="Google Shape;735;p50"/>
            <p:cNvSpPr/>
            <p:nvPr/>
          </p:nvSpPr>
          <p:spPr>
            <a:xfrm>
              <a:off x="533400" y="1696175"/>
              <a:ext cx="2861369" cy="2460868"/>
            </a:xfrm>
            <a:custGeom>
              <a:avLst/>
              <a:gdLst/>
              <a:ahLst/>
              <a:cxnLst/>
              <a:rect l="l" t="t" r="r" b="b"/>
              <a:pathLst>
                <a:path w="54298" h="46698" extrusionOk="0">
                  <a:moveTo>
                    <a:pt x="14074" y="1"/>
                  </a:moveTo>
                  <a:lnTo>
                    <a:pt x="13953" y="21"/>
                  </a:lnTo>
                  <a:lnTo>
                    <a:pt x="13832" y="142"/>
                  </a:lnTo>
                  <a:lnTo>
                    <a:pt x="13711" y="223"/>
                  </a:lnTo>
                  <a:lnTo>
                    <a:pt x="13570" y="303"/>
                  </a:lnTo>
                  <a:lnTo>
                    <a:pt x="13509" y="323"/>
                  </a:lnTo>
                  <a:lnTo>
                    <a:pt x="13469" y="263"/>
                  </a:lnTo>
                  <a:lnTo>
                    <a:pt x="13328" y="41"/>
                  </a:lnTo>
                  <a:lnTo>
                    <a:pt x="13066" y="142"/>
                  </a:lnTo>
                  <a:lnTo>
                    <a:pt x="12824" y="344"/>
                  </a:lnTo>
                  <a:lnTo>
                    <a:pt x="12561" y="525"/>
                  </a:lnTo>
                  <a:lnTo>
                    <a:pt x="12320" y="646"/>
                  </a:lnTo>
                  <a:lnTo>
                    <a:pt x="12057" y="807"/>
                  </a:lnTo>
                  <a:lnTo>
                    <a:pt x="11957" y="868"/>
                  </a:lnTo>
                  <a:lnTo>
                    <a:pt x="11836" y="888"/>
                  </a:lnTo>
                  <a:lnTo>
                    <a:pt x="11715" y="989"/>
                  </a:lnTo>
                  <a:lnTo>
                    <a:pt x="11674" y="1150"/>
                  </a:lnTo>
                  <a:lnTo>
                    <a:pt x="11614" y="1211"/>
                  </a:lnTo>
                  <a:lnTo>
                    <a:pt x="11634" y="1332"/>
                  </a:lnTo>
                  <a:lnTo>
                    <a:pt x="11674" y="1352"/>
                  </a:lnTo>
                  <a:lnTo>
                    <a:pt x="11735" y="1352"/>
                  </a:lnTo>
                  <a:lnTo>
                    <a:pt x="11815" y="1332"/>
                  </a:lnTo>
                  <a:lnTo>
                    <a:pt x="11896" y="1352"/>
                  </a:lnTo>
                  <a:lnTo>
                    <a:pt x="11815" y="1453"/>
                  </a:lnTo>
                  <a:lnTo>
                    <a:pt x="11755" y="1533"/>
                  </a:lnTo>
                  <a:lnTo>
                    <a:pt x="11856" y="1594"/>
                  </a:lnTo>
                  <a:lnTo>
                    <a:pt x="11997" y="1634"/>
                  </a:lnTo>
                  <a:lnTo>
                    <a:pt x="12057" y="1634"/>
                  </a:lnTo>
                  <a:lnTo>
                    <a:pt x="12138" y="1614"/>
                  </a:lnTo>
                  <a:lnTo>
                    <a:pt x="12178" y="1634"/>
                  </a:lnTo>
                  <a:lnTo>
                    <a:pt x="12199" y="1674"/>
                  </a:lnTo>
                  <a:lnTo>
                    <a:pt x="12037" y="1815"/>
                  </a:lnTo>
                  <a:lnTo>
                    <a:pt x="11836" y="1876"/>
                  </a:lnTo>
                  <a:lnTo>
                    <a:pt x="11594" y="1775"/>
                  </a:lnTo>
                  <a:lnTo>
                    <a:pt x="11392" y="2037"/>
                  </a:lnTo>
                  <a:lnTo>
                    <a:pt x="11291" y="1775"/>
                  </a:lnTo>
                  <a:lnTo>
                    <a:pt x="11110" y="1856"/>
                  </a:lnTo>
                  <a:lnTo>
                    <a:pt x="10787" y="1997"/>
                  </a:lnTo>
                  <a:lnTo>
                    <a:pt x="10465" y="2037"/>
                  </a:lnTo>
                  <a:lnTo>
                    <a:pt x="10202" y="2078"/>
                  </a:lnTo>
                  <a:lnTo>
                    <a:pt x="9961" y="2057"/>
                  </a:lnTo>
                  <a:lnTo>
                    <a:pt x="9779" y="1896"/>
                  </a:lnTo>
                  <a:lnTo>
                    <a:pt x="9698" y="1674"/>
                  </a:lnTo>
                  <a:lnTo>
                    <a:pt x="9577" y="1896"/>
                  </a:lnTo>
                  <a:lnTo>
                    <a:pt x="9335" y="1997"/>
                  </a:lnTo>
                  <a:lnTo>
                    <a:pt x="9154" y="2078"/>
                  </a:lnTo>
                  <a:lnTo>
                    <a:pt x="9215" y="2279"/>
                  </a:lnTo>
                  <a:lnTo>
                    <a:pt x="8811" y="2461"/>
                  </a:lnTo>
                  <a:lnTo>
                    <a:pt x="8368" y="2481"/>
                  </a:lnTo>
                  <a:lnTo>
                    <a:pt x="8327" y="2501"/>
                  </a:lnTo>
                  <a:lnTo>
                    <a:pt x="8267" y="2541"/>
                  </a:lnTo>
                  <a:lnTo>
                    <a:pt x="8206" y="2602"/>
                  </a:lnTo>
                  <a:lnTo>
                    <a:pt x="8206" y="2682"/>
                  </a:lnTo>
                  <a:lnTo>
                    <a:pt x="8267" y="2763"/>
                  </a:lnTo>
                  <a:lnTo>
                    <a:pt x="8348" y="2763"/>
                  </a:lnTo>
                  <a:lnTo>
                    <a:pt x="8408" y="2743"/>
                  </a:lnTo>
                  <a:lnTo>
                    <a:pt x="8469" y="2783"/>
                  </a:lnTo>
                  <a:lnTo>
                    <a:pt x="8206" y="2945"/>
                  </a:lnTo>
                  <a:lnTo>
                    <a:pt x="7924" y="3126"/>
                  </a:lnTo>
                  <a:lnTo>
                    <a:pt x="7884" y="3187"/>
                  </a:lnTo>
                  <a:lnTo>
                    <a:pt x="7884" y="3267"/>
                  </a:lnTo>
                  <a:lnTo>
                    <a:pt x="7944" y="3428"/>
                  </a:lnTo>
                  <a:lnTo>
                    <a:pt x="7843" y="3590"/>
                  </a:lnTo>
                  <a:lnTo>
                    <a:pt x="7803" y="3670"/>
                  </a:lnTo>
                  <a:lnTo>
                    <a:pt x="7783" y="3751"/>
                  </a:lnTo>
                  <a:lnTo>
                    <a:pt x="7763" y="3892"/>
                  </a:lnTo>
                  <a:lnTo>
                    <a:pt x="7823" y="3993"/>
                  </a:lnTo>
                  <a:lnTo>
                    <a:pt x="7904" y="3973"/>
                  </a:lnTo>
                  <a:lnTo>
                    <a:pt x="7985" y="3892"/>
                  </a:lnTo>
                  <a:lnTo>
                    <a:pt x="8126" y="3812"/>
                  </a:lnTo>
                  <a:lnTo>
                    <a:pt x="8267" y="3832"/>
                  </a:lnTo>
                  <a:lnTo>
                    <a:pt x="8307" y="3912"/>
                  </a:lnTo>
                  <a:lnTo>
                    <a:pt x="8267" y="4013"/>
                  </a:lnTo>
                  <a:lnTo>
                    <a:pt x="8307" y="4134"/>
                  </a:lnTo>
                  <a:lnTo>
                    <a:pt x="8368" y="4215"/>
                  </a:lnTo>
                  <a:lnTo>
                    <a:pt x="8428" y="4295"/>
                  </a:lnTo>
                  <a:lnTo>
                    <a:pt x="8388" y="4356"/>
                  </a:lnTo>
                  <a:lnTo>
                    <a:pt x="8287" y="4497"/>
                  </a:lnTo>
                  <a:lnTo>
                    <a:pt x="8368" y="4638"/>
                  </a:lnTo>
                  <a:lnTo>
                    <a:pt x="8509" y="4679"/>
                  </a:lnTo>
                  <a:lnTo>
                    <a:pt x="8610" y="4578"/>
                  </a:lnTo>
                  <a:lnTo>
                    <a:pt x="8771" y="4537"/>
                  </a:lnTo>
                  <a:lnTo>
                    <a:pt x="8912" y="4638"/>
                  </a:lnTo>
                  <a:lnTo>
                    <a:pt x="8912" y="4739"/>
                  </a:lnTo>
                  <a:lnTo>
                    <a:pt x="8811" y="4800"/>
                  </a:lnTo>
                  <a:lnTo>
                    <a:pt x="8529" y="5122"/>
                  </a:lnTo>
                  <a:cubicBezTo>
                    <a:pt x="8489" y="5431"/>
                    <a:pt x="8520" y="5757"/>
                    <a:pt x="8682" y="5757"/>
                  </a:cubicBezTo>
                  <a:cubicBezTo>
                    <a:pt x="8763" y="5757"/>
                    <a:pt x="8878" y="5674"/>
                    <a:pt x="9033" y="5465"/>
                  </a:cubicBezTo>
                  <a:lnTo>
                    <a:pt x="9295" y="5445"/>
                  </a:lnTo>
                  <a:lnTo>
                    <a:pt x="9315" y="5445"/>
                  </a:lnTo>
                  <a:lnTo>
                    <a:pt x="9335" y="5425"/>
                  </a:lnTo>
                  <a:lnTo>
                    <a:pt x="9416" y="5344"/>
                  </a:lnTo>
                  <a:lnTo>
                    <a:pt x="9517" y="5384"/>
                  </a:lnTo>
                  <a:lnTo>
                    <a:pt x="9577" y="5505"/>
                  </a:lnTo>
                  <a:lnTo>
                    <a:pt x="9497" y="5626"/>
                  </a:lnTo>
                  <a:lnTo>
                    <a:pt x="9396" y="5687"/>
                  </a:lnTo>
                  <a:lnTo>
                    <a:pt x="9376" y="5808"/>
                  </a:lnTo>
                  <a:lnTo>
                    <a:pt x="9335" y="5969"/>
                  </a:lnTo>
                  <a:lnTo>
                    <a:pt x="9194" y="6110"/>
                  </a:lnTo>
                  <a:lnTo>
                    <a:pt x="9073" y="6231"/>
                  </a:lnTo>
                  <a:lnTo>
                    <a:pt x="9073" y="6433"/>
                  </a:lnTo>
                  <a:lnTo>
                    <a:pt x="9194" y="6554"/>
                  </a:lnTo>
                  <a:lnTo>
                    <a:pt x="9376" y="6574"/>
                  </a:lnTo>
                  <a:lnTo>
                    <a:pt x="9537" y="6533"/>
                  </a:lnTo>
                  <a:lnTo>
                    <a:pt x="9698" y="6554"/>
                  </a:lnTo>
                  <a:lnTo>
                    <a:pt x="9577" y="6735"/>
                  </a:lnTo>
                  <a:lnTo>
                    <a:pt x="9356" y="6836"/>
                  </a:lnTo>
                  <a:lnTo>
                    <a:pt x="9194" y="6917"/>
                  </a:lnTo>
                  <a:lnTo>
                    <a:pt x="9134" y="7078"/>
                  </a:lnTo>
                  <a:lnTo>
                    <a:pt x="9235" y="7219"/>
                  </a:lnTo>
                  <a:lnTo>
                    <a:pt x="9436" y="7199"/>
                  </a:lnTo>
                  <a:lnTo>
                    <a:pt x="9557" y="7179"/>
                  </a:lnTo>
                  <a:lnTo>
                    <a:pt x="9638" y="7239"/>
                  </a:lnTo>
                  <a:lnTo>
                    <a:pt x="9618" y="7340"/>
                  </a:lnTo>
                  <a:lnTo>
                    <a:pt x="9497" y="7400"/>
                  </a:lnTo>
                  <a:lnTo>
                    <a:pt x="9436" y="7421"/>
                  </a:lnTo>
                  <a:lnTo>
                    <a:pt x="9376" y="7461"/>
                  </a:lnTo>
                  <a:lnTo>
                    <a:pt x="9094" y="7743"/>
                  </a:lnTo>
                  <a:lnTo>
                    <a:pt x="8831" y="8066"/>
                  </a:lnTo>
                  <a:lnTo>
                    <a:pt x="8811" y="8147"/>
                  </a:lnTo>
                  <a:lnTo>
                    <a:pt x="8831" y="8247"/>
                  </a:lnTo>
                  <a:lnTo>
                    <a:pt x="8852" y="8449"/>
                  </a:lnTo>
                  <a:lnTo>
                    <a:pt x="8811" y="8671"/>
                  </a:lnTo>
                  <a:lnTo>
                    <a:pt x="8811" y="8933"/>
                  </a:lnTo>
                  <a:lnTo>
                    <a:pt x="9073" y="8953"/>
                  </a:lnTo>
                  <a:lnTo>
                    <a:pt x="9396" y="8772"/>
                  </a:lnTo>
                  <a:lnTo>
                    <a:pt x="9658" y="8489"/>
                  </a:lnTo>
                  <a:lnTo>
                    <a:pt x="9779" y="8388"/>
                  </a:lnTo>
                  <a:lnTo>
                    <a:pt x="9920" y="8328"/>
                  </a:lnTo>
                  <a:lnTo>
                    <a:pt x="10626" y="8267"/>
                  </a:lnTo>
                  <a:lnTo>
                    <a:pt x="11311" y="8086"/>
                  </a:lnTo>
                  <a:lnTo>
                    <a:pt x="11453" y="8086"/>
                  </a:lnTo>
                  <a:lnTo>
                    <a:pt x="11513" y="8227"/>
                  </a:lnTo>
                  <a:lnTo>
                    <a:pt x="11553" y="8388"/>
                  </a:lnTo>
                  <a:lnTo>
                    <a:pt x="11715" y="8449"/>
                  </a:lnTo>
                  <a:lnTo>
                    <a:pt x="11876" y="8550"/>
                  </a:lnTo>
                  <a:lnTo>
                    <a:pt x="11815" y="8731"/>
                  </a:lnTo>
                  <a:lnTo>
                    <a:pt x="11735" y="8792"/>
                  </a:lnTo>
                  <a:lnTo>
                    <a:pt x="11654" y="8832"/>
                  </a:lnTo>
                  <a:lnTo>
                    <a:pt x="11473" y="8973"/>
                  </a:lnTo>
                  <a:lnTo>
                    <a:pt x="11352" y="9175"/>
                  </a:lnTo>
                  <a:lnTo>
                    <a:pt x="11392" y="9296"/>
                  </a:lnTo>
                  <a:lnTo>
                    <a:pt x="11513" y="9356"/>
                  </a:lnTo>
                  <a:lnTo>
                    <a:pt x="11553" y="9376"/>
                  </a:lnTo>
                  <a:lnTo>
                    <a:pt x="11533" y="9437"/>
                  </a:lnTo>
                  <a:lnTo>
                    <a:pt x="11493" y="9598"/>
                  </a:lnTo>
                  <a:lnTo>
                    <a:pt x="11574" y="9719"/>
                  </a:lnTo>
                  <a:lnTo>
                    <a:pt x="11775" y="9719"/>
                  </a:lnTo>
                  <a:lnTo>
                    <a:pt x="11957" y="9639"/>
                  </a:lnTo>
                  <a:lnTo>
                    <a:pt x="12320" y="9417"/>
                  </a:lnTo>
                  <a:lnTo>
                    <a:pt x="12723" y="9477"/>
                  </a:lnTo>
                  <a:lnTo>
                    <a:pt x="12824" y="9477"/>
                  </a:lnTo>
                  <a:lnTo>
                    <a:pt x="12945" y="9457"/>
                  </a:lnTo>
                  <a:lnTo>
                    <a:pt x="13126" y="9397"/>
                  </a:lnTo>
                  <a:lnTo>
                    <a:pt x="13267" y="9497"/>
                  </a:lnTo>
                  <a:lnTo>
                    <a:pt x="13570" y="9719"/>
                  </a:lnTo>
                  <a:lnTo>
                    <a:pt x="13933" y="9739"/>
                  </a:lnTo>
                  <a:lnTo>
                    <a:pt x="14054" y="9739"/>
                  </a:lnTo>
                  <a:lnTo>
                    <a:pt x="14154" y="9800"/>
                  </a:lnTo>
                  <a:lnTo>
                    <a:pt x="14416" y="9901"/>
                  </a:lnTo>
                  <a:lnTo>
                    <a:pt x="14638" y="9800"/>
                  </a:lnTo>
                  <a:lnTo>
                    <a:pt x="14759" y="9719"/>
                  </a:lnTo>
                  <a:lnTo>
                    <a:pt x="14900" y="9699"/>
                  </a:lnTo>
                  <a:lnTo>
                    <a:pt x="15122" y="9639"/>
                  </a:lnTo>
                  <a:lnTo>
                    <a:pt x="15183" y="9397"/>
                  </a:lnTo>
                  <a:lnTo>
                    <a:pt x="15243" y="9255"/>
                  </a:lnTo>
                  <a:lnTo>
                    <a:pt x="15324" y="9215"/>
                  </a:lnTo>
                  <a:lnTo>
                    <a:pt x="15707" y="9336"/>
                  </a:lnTo>
                  <a:lnTo>
                    <a:pt x="16090" y="9296"/>
                  </a:lnTo>
                  <a:lnTo>
                    <a:pt x="16433" y="9376"/>
                  </a:lnTo>
                  <a:lnTo>
                    <a:pt x="16715" y="9175"/>
                  </a:lnTo>
                  <a:lnTo>
                    <a:pt x="16755" y="9155"/>
                  </a:lnTo>
                  <a:lnTo>
                    <a:pt x="16816" y="9134"/>
                  </a:lnTo>
                  <a:lnTo>
                    <a:pt x="16796" y="9397"/>
                  </a:lnTo>
                  <a:lnTo>
                    <a:pt x="17098" y="9437"/>
                  </a:lnTo>
                  <a:lnTo>
                    <a:pt x="17219" y="9437"/>
                  </a:lnTo>
                  <a:lnTo>
                    <a:pt x="17340" y="9417"/>
                  </a:lnTo>
                  <a:lnTo>
                    <a:pt x="17441" y="9417"/>
                  </a:lnTo>
                  <a:lnTo>
                    <a:pt x="17481" y="9518"/>
                  </a:lnTo>
                  <a:lnTo>
                    <a:pt x="17501" y="9921"/>
                  </a:lnTo>
                  <a:lnTo>
                    <a:pt x="17421" y="10364"/>
                  </a:lnTo>
                  <a:lnTo>
                    <a:pt x="17421" y="10747"/>
                  </a:lnTo>
                  <a:lnTo>
                    <a:pt x="17723" y="10889"/>
                  </a:lnTo>
                  <a:lnTo>
                    <a:pt x="18227" y="10889"/>
                  </a:lnTo>
                  <a:lnTo>
                    <a:pt x="18610" y="11211"/>
                  </a:lnTo>
                  <a:lnTo>
                    <a:pt x="18691" y="11413"/>
                  </a:lnTo>
                  <a:lnTo>
                    <a:pt x="18590" y="11594"/>
                  </a:lnTo>
                  <a:lnTo>
                    <a:pt x="18388" y="11816"/>
                  </a:lnTo>
                  <a:lnTo>
                    <a:pt x="18267" y="12098"/>
                  </a:lnTo>
                  <a:lnTo>
                    <a:pt x="18207" y="12219"/>
                  </a:lnTo>
                  <a:lnTo>
                    <a:pt x="18147" y="12280"/>
                  </a:lnTo>
                  <a:lnTo>
                    <a:pt x="17884" y="12481"/>
                  </a:lnTo>
                  <a:lnTo>
                    <a:pt x="17683" y="12703"/>
                  </a:lnTo>
                  <a:lnTo>
                    <a:pt x="17562" y="12784"/>
                  </a:lnTo>
                  <a:lnTo>
                    <a:pt x="17441" y="12844"/>
                  </a:lnTo>
                  <a:lnTo>
                    <a:pt x="16977" y="13006"/>
                  </a:lnTo>
                  <a:lnTo>
                    <a:pt x="16614" y="13328"/>
                  </a:lnTo>
                  <a:lnTo>
                    <a:pt x="16513" y="13409"/>
                  </a:lnTo>
                  <a:lnTo>
                    <a:pt x="16392" y="13530"/>
                  </a:lnTo>
                  <a:lnTo>
                    <a:pt x="16251" y="13893"/>
                  </a:lnTo>
                  <a:lnTo>
                    <a:pt x="15868" y="13913"/>
                  </a:lnTo>
                  <a:lnTo>
                    <a:pt x="15767" y="13953"/>
                  </a:lnTo>
                  <a:lnTo>
                    <a:pt x="15787" y="14054"/>
                  </a:lnTo>
                  <a:lnTo>
                    <a:pt x="15929" y="14417"/>
                  </a:lnTo>
                  <a:lnTo>
                    <a:pt x="16090" y="14780"/>
                  </a:lnTo>
                  <a:lnTo>
                    <a:pt x="16130" y="14840"/>
                  </a:lnTo>
                  <a:lnTo>
                    <a:pt x="16110" y="14921"/>
                  </a:lnTo>
                  <a:lnTo>
                    <a:pt x="16029" y="15163"/>
                  </a:lnTo>
                  <a:lnTo>
                    <a:pt x="16050" y="15385"/>
                  </a:lnTo>
                  <a:lnTo>
                    <a:pt x="16110" y="15748"/>
                  </a:lnTo>
                  <a:lnTo>
                    <a:pt x="16050" y="16111"/>
                  </a:lnTo>
                  <a:lnTo>
                    <a:pt x="16050" y="16191"/>
                  </a:lnTo>
                  <a:lnTo>
                    <a:pt x="16090" y="16292"/>
                  </a:lnTo>
                  <a:lnTo>
                    <a:pt x="16150" y="16474"/>
                  </a:lnTo>
                  <a:lnTo>
                    <a:pt x="16050" y="16615"/>
                  </a:lnTo>
                  <a:lnTo>
                    <a:pt x="15949" y="16776"/>
                  </a:lnTo>
                  <a:lnTo>
                    <a:pt x="15949" y="16978"/>
                  </a:lnTo>
                  <a:lnTo>
                    <a:pt x="15969" y="17260"/>
                  </a:lnTo>
                  <a:lnTo>
                    <a:pt x="15868" y="17502"/>
                  </a:lnTo>
                  <a:lnTo>
                    <a:pt x="15687" y="17704"/>
                  </a:lnTo>
                  <a:lnTo>
                    <a:pt x="15445" y="17804"/>
                  </a:lnTo>
                  <a:lnTo>
                    <a:pt x="15344" y="17825"/>
                  </a:lnTo>
                  <a:lnTo>
                    <a:pt x="15263" y="17865"/>
                  </a:lnTo>
                  <a:lnTo>
                    <a:pt x="15122" y="17946"/>
                  </a:lnTo>
                  <a:lnTo>
                    <a:pt x="15082" y="18087"/>
                  </a:lnTo>
                  <a:lnTo>
                    <a:pt x="15122" y="18308"/>
                  </a:lnTo>
                  <a:lnTo>
                    <a:pt x="15243" y="18490"/>
                  </a:lnTo>
                  <a:lnTo>
                    <a:pt x="15384" y="18591"/>
                  </a:lnTo>
                  <a:lnTo>
                    <a:pt x="15445" y="18732"/>
                  </a:lnTo>
                  <a:lnTo>
                    <a:pt x="15485" y="19357"/>
                  </a:lnTo>
                  <a:lnTo>
                    <a:pt x="15223" y="19921"/>
                  </a:lnTo>
                  <a:lnTo>
                    <a:pt x="15122" y="20103"/>
                  </a:lnTo>
                  <a:lnTo>
                    <a:pt x="15041" y="20284"/>
                  </a:lnTo>
                  <a:lnTo>
                    <a:pt x="14880" y="20647"/>
                  </a:lnTo>
                  <a:lnTo>
                    <a:pt x="14477" y="20688"/>
                  </a:lnTo>
                  <a:lnTo>
                    <a:pt x="14195" y="20627"/>
                  </a:lnTo>
                  <a:lnTo>
                    <a:pt x="13933" y="20627"/>
                  </a:lnTo>
                  <a:lnTo>
                    <a:pt x="13509" y="20667"/>
                  </a:lnTo>
                  <a:lnTo>
                    <a:pt x="13106" y="20587"/>
                  </a:lnTo>
                  <a:lnTo>
                    <a:pt x="13025" y="20567"/>
                  </a:lnTo>
                  <a:lnTo>
                    <a:pt x="12965" y="20607"/>
                  </a:lnTo>
                  <a:lnTo>
                    <a:pt x="12965" y="20667"/>
                  </a:lnTo>
                  <a:lnTo>
                    <a:pt x="12985" y="20728"/>
                  </a:lnTo>
                  <a:lnTo>
                    <a:pt x="13106" y="20950"/>
                  </a:lnTo>
                  <a:lnTo>
                    <a:pt x="13267" y="21172"/>
                  </a:lnTo>
                  <a:lnTo>
                    <a:pt x="13368" y="21272"/>
                  </a:lnTo>
                  <a:lnTo>
                    <a:pt x="13368" y="21413"/>
                  </a:lnTo>
                  <a:lnTo>
                    <a:pt x="13368" y="21575"/>
                  </a:lnTo>
                  <a:lnTo>
                    <a:pt x="13489" y="21655"/>
                  </a:lnTo>
                  <a:lnTo>
                    <a:pt x="13650" y="21776"/>
                  </a:lnTo>
                  <a:lnTo>
                    <a:pt x="13630" y="21978"/>
                  </a:lnTo>
                  <a:lnTo>
                    <a:pt x="13590" y="22119"/>
                  </a:lnTo>
                  <a:lnTo>
                    <a:pt x="13650" y="22260"/>
                  </a:lnTo>
                  <a:lnTo>
                    <a:pt x="13832" y="22522"/>
                  </a:lnTo>
                  <a:lnTo>
                    <a:pt x="13892" y="22805"/>
                  </a:lnTo>
                  <a:lnTo>
                    <a:pt x="13933" y="22986"/>
                  </a:lnTo>
                  <a:lnTo>
                    <a:pt x="14074" y="23127"/>
                  </a:lnTo>
                  <a:lnTo>
                    <a:pt x="14174" y="23188"/>
                  </a:lnTo>
                  <a:lnTo>
                    <a:pt x="14215" y="23289"/>
                  </a:lnTo>
                  <a:lnTo>
                    <a:pt x="14295" y="23470"/>
                  </a:lnTo>
                  <a:lnTo>
                    <a:pt x="14699" y="23470"/>
                  </a:lnTo>
                  <a:lnTo>
                    <a:pt x="14840" y="23631"/>
                  </a:lnTo>
                  <a:lnTo>
                    <a:pt x="14880" y="23873"/>
                  </a:lnTo>
                  <a:lnTo>
                    <a:pt x="14759" y="24095"/>
                  </a:lnTo>
                  <a:lnTo>
                    <a:pt x="14558" y="24337"/>
                  </a:lnTo>
                  <a:lnTo>
                    <a:pt x="14578" y="24660"/>
                  </a:lnTo>
                  <a:lnTo>
                    <a:pt x="14578" y="24700"/>
                  </a:lnTo>
                  <a:lnTo>
                    <a:pt x="14517" y="24740"/>
                  </a:lnTo>
                  <a:lnTo>
                    <a:pt x="14154" y="24982"/>
                  </a:lnTo>
                  <a:lnTo>
                    <a:pt x="13832" y="25244"/>
                  </a:lnTo>
                  <a:lnTo>
                    <a:pt x="13630" y="25406"/>
                  </a:lnTo>
                  <a:lnTo>
                    <a:pt x="13570" y="25627"/>
                  </a:lnTo>
                  <a:lnTo>
                    <a:pt x="13549" y="25910"/>
                  </a:lnTo>
                  <a:lnTo>
                    <a:pt x="13428" y="26172"/>
                  </a:lnTo>
                  <a:lnTo>
                    <a:pt x="13328" y="26394"/>
                  </a:lnTo>
                  <a:lnTo>
                    <a:pt x="13348" y="26656"/>
                  </a:lnTo>
                  <a:lnTo>
                    <a:pt x="13711" y="27240"/>
                  </a:lnTo>
                  <a:lnTo>
                    <a:pt x="13993" y="27866"/>
                  </a:lnTo>
                  <a:lnTo>
                    <a:pt x="14134" y="28027"/>
                  </a:lnTo>
                  <a:lnTo>
                    <a:pt x="14356" y="28007"/>
                  </a:lnTo>
                  <a:lnTo>
                    <a:pt x="14638" y="27946"/>
                  </a:lnTo>
                  <a:lnTo>
                    <a:pt x="14739" y="28228"/>
                  </a:lnTo>
                  <a:lnTo>
                    <a:pt x="14739" y="28349"/>
                  </a:lnTo>
                  <a:lnTo>
                    <a:pt x="14638" y="28430"/>
                  </a:lnTo>
                  <a:lnTo>
                    <a:pt x="14578" y="28491"/>
                  </a:lnTo>
                  <a:lnTo>
                    <a:pt x="14537" y="28591"/>
                  </a:lnTo>
                  <a:lnTo>
                    <a:pt x="14396" y="28773"/>
                  </a:lnTo>
                  <a:lnTo>
                    <a:pt x="14154" y="28733"/>
                  </a:lnTo>
                  <a:lnTo>
                    <a:pt x="13993" y="28672"/>
                  </a:lnTo>
                  <a:lnTo>
                    <a:pt x="13872" y="28733"/>
                  </a:lnTo>
                  <a:lnTo>
                    <a:pt x="13771" y="28854"/>
                  </a:lnTo>
                  <a:lnTo>
                    <a:pt x="13630" y="28833"/>
                  </a:lnTo>
                  <a:lnTo>
                    <a:pt x="13469" y="28813"/>
                  </a:lnTo>
                  <a:lnTo>
                    <a:pt x="13388" y="28974"/>
                  </a:lnTo>
                  <a:lnTo>
                    <a:pt x="13207" y="29479"/>
                  </a:lnTo>
                  <a:lnTo>
                    <a:pt x="12884" y="29882"/>
                  </a:lnTo>
                  <a:lnTo>
                    <a:pt x="12602" y="30083"/>
                  </a:lnTo>
                  <a:lnTo>
                    <a:pt x="12441" y="30386"/>
                  </a:lnTo>
                  <a:lnTo>
                    <a:pt x="12340" y="30708"/>
                  </a:lnTo>
                  <a:lnTo>
                    <a:pt x="12178" y="30991"/>
                  </a:lnTo>
                  <a:lnTo>
                    <a:pt x="12138" y="31071"/>
                  </a:lnTo>
                  <a:lnTo>
                    <a:pt x="12158" y="31152"/>
                  </a:lnTo>
                  <a:lnTo>
                    <a:pt x="12340" y="31656"/>
                  </a:lnTo>
                  <a:lnTo>
                    <a:pt x="12320" y="32221"/>
                  </a:lnTo>
                  <a:lnTo>
                    <a:pt x="12340" y="32543"/>
                  </a:lnTo>
                  <a:lnTo>
                    <a:pt x="12461" y="32846"/>
                  </a:lnTo>
                  <a:lnTo>
                    <a:pt x="12602" y="32886"/>
                  </a:lnTo>
                  <a:lnTo>
                    <a:pt x="12723" y="32785"/>
                  </a:lnTo>
                  <a:lnTo>
                    <a:pt x="13187" y="32846"/>
                  </a:lnTo>
                  <a:lnTo>
                    <a:pt x="13670" y="32846"/>
                  </a:lnTo>
                  <a:lnTo>
                    <a:pt x="14033" y="32906"/>
                  </a:lnTo>
                  <a:lnTo>
                    <a:pt x="14356" y="33067"/>
                  </a:lnTo>
                  <a:lnTo>
                    <a:pt x="14658" y="33249"/>
                  </a:lnTo>
                  <a:lnTo>
                    <a:pt x="14961" y="33410"/>
                  </a:lnTo>
                  <a:lnTo>
                    <a:pt x="15324" y="33632"/>
                  </a:lnTo>
                  <a:lnTo>
                    <a:pt x="15646" y="33874"/>
                  </a:lnTo>
                  <a:lnTo>
                    <a:pt x="16191" y="34479"/>
                  </a:lnTo>
                  <a:lnTo>
                    <a:pt x="16654" y="35124"/>
                  </a:lnTo>
                  <a:lnTo>
                    <a:pt x="16594" y="35144"/>
                  </a:lnTo>
                  <a:lnTo>
                    <a:pt x="16513" y="35164"/>
                  </a:lnTo>
                  <a:lnTo>
                    <a:pt x="16312" y="35245"/>
                  </a:lnTo>
                  <a:lnTo>
                    <a:pt x="16231" y="35447"/>
                  </a:lnTo>
                  <a:lnTo>
                    <a:pt x="16352" y="35850"/>
                  </a:lnTo>
                  <a:lnTo>
                    <a:pt x="16634" y="35951"/>
                  </a:lnTo>
                  <a:lnTo>
                    <a:pt x="16876" y="36011"/>
                  </a:lnTo>
                  <a:lnTo>
                    <a:pt x="17058" y="36173"/>
                  </a:lnTo>
                  <a:lnTo>
                    <a:pt x="17118" y="36273"/>
                  </a:lnTo>
                  <a:lnTo>
                    <a:pt x="17017" y="36314"/>
                  </a:lnTo>
                  <a:lnTo>
                    <a:pt x="16816" y="36414"/>
                  </a:lnTo>
                  <a:lnTo>
                    <a:pt x="16856" y="36636"/>
                  </a:lnTo>
                  <a:lnTo>
                    <a:pt x="16917" y="36838"/>
                  </a:lnTo>
                  <a:lnTo>
                    <a:pt x="16997" y="37019"/>
                  </a:lnTo>
                  <a:lnTo>
                    <a:pt x="17360" y="37584"/>
                  </a:lnTo>
                  <a:lnTo>
                    <a:pt x="17703" y="38148"/>
                  </a:lnTo>
                  <a:lnTo>
                    <a:pt x="17763" y="38209"/>
                  </a:lnTo>
                  <a:lnTo>
                    <a:pt x="17864" y="38229"/>
                  </a:lnTo>
                  <a:lnTo>
                    <a:pt x="18207" y="38330"/>
                  </a:lnTo>
                  <a:lnTo>
                    <a:pt x="18449" y="38552"/>
                  </a:lnTo>
                  <a:lnTo>
                    <a:pt x="18570" y="38673"/>
                  </a:lnTo>
                  <a:lnTo>
                    <a:pt x="18691" y="38753"/>
                  </a:lnTo>
                  <a:lnTo>
                    <a:pt x="19014" y="38935"/>
                  </a:lnTo>
                  <a:lnTo>
                    <a:pt x="19356" y="39096"/>
                  </a:lnTo>
                  <a:lnTo>
                    <a:pt x="19699" y="39177"/>
                  </a:lnTo>
                  <a:lnTo>
                    <a:pt x="20042" y="39096"/>
                  </a:lnTo>
                  <a:lnTo>
                    <a:pt x="20183" y="38894"/>
                  </a:lnTo>
                  <a:lnTo>
                    <a:pt x="20143" y="38612"/>
                  </a:lnTo>
                  <a:lnTo>
                    <a:pt x="20183" y="38431"/>
                  </a:lnTo>
                  <a:lnTo>
                    <a:pt x="20364" y="38411"/>
                  </a:lnTo>
                  <a:lnTo>
                    <a:pt x="20526" y="38411"/>
                  </a:lnTo>
                  <a:lnTo>
                    <a:pt x="20627" y="38269"/>
                  </a:lnTo>
                  <a:lnTo>
                    <a:pt x="20949" y="37826"/>
                  </a:lnTo>
                  <a:lnTo>
                    <a:pt x="21272" y="37382"/>
                  </a:lnTo>
                  <a:lnTo>
                    <a:pt x="21292" y="37342"/>
                  </a:lnTo>
                  <a:lnTo>
                    <a:pt x="21332" y="37342"/>
                  </a:lnTo>
                  <a:lnTo>
                    <a:pt x="21977" y="37080"/>
                  </a:lnTo>
                  <a:lnTo>
                    <a:pt x="22643" y="36838"/>
                  </a:lnTo>
                  <a:lnTo>
                    <a:pt x="22804" y="36818"/>
                  </a:lnTo>
                  <a:lnTo>
                    <a:pt x="22986" y="36878"/>
                  </a:lnTo>
                  <a:lnTo>
                    <a:pt x="23308" y="36959"/>
                  </a:lnTo>
                  <a:lnTo>
                    <a:pt x="23631" y="36858"/>
                  </a:lnTo>
                  <a:lnTo>
                    <a:pt x="24074" y="36475"/>
                  </a:lnTo>
                  <a:lnTo>
                    <a:pt x="24478" y="36031"/>
                  </a:lnTo>
                  <a:lnTo>
                    <a:pt x="24619" y="35931"/>
                  </a:lnTo>
                  <a:lnTo>
                    <a:pt x="24780" y="35890"/>
                  </a:lnTo>
                  <a:lnTo>
                    <a:pt x="25203" y="35951"/>
                  </a:lnTo>
                  <a:lnTo>
                    <a:pt x="25627" y="35890"/>
                  </a:lnTo>
                  <a:lnTo>
                    <a:pt x="26212" y="35810"/>
                  </a:lnTo>
                  <a:lnTo>
                    <a:pt x="26796" y="35810"/>
                  </a:lnTo>
                  <a:lnTo>
                    <a:pt x="27260" y="35850"/>
                  </a:lnTo>
                  <a:lnTo>
                    <a:pt x="27744" y="35850"/>
                  </a:lnTo>
                  <a:lnTo>
                    <a:pt x="27845" y="35870"/>
                  </a:lnTo>
                  <a:lnTo>
                    <a:pt x="27925" y="35931"/>
                  </a:lnTo>
                  <a:lnTo>
                    <a:pt x="28349" y="36092"/>
                  </a:lnTo>
                  <a:lnTo>
                    <a:pt x="28792" y="36031"/>
                  </a:lnTo>
                  <a:lnTo>
                    <a:pt x="29196" y="35910"/>
                  </a:lnTo>
                  <a:lnTo>
                    <a:pt x="30667" y="35910"/>
                  </a:lnTo>
                  <a:lnTo>
                    <a:pt x="30849" y="35991"/>
                  </a:lnTo>
                  <a:lnTo>
                    <a:pt x="31091" y="36112"/>
                  </a:lnTo>
                  <a:lnTo>
                    <a:pt x="31333" y="36193"/>
                  </a:lnTo>
                  <a:lnTo>
                    <a:pt x="31655" y="36132"/>
                  </a:lnTo>
                  <a:lnTo>
                    <a:pt x="31938" y="35810"/>
                  </a:lnTo>
                  <a:lnTo>
                    <a:pt x="32220" y="35487"/>
                  </a:lnTo>
                  <a:lnTo>
                    <a:pt x="32623" y="35487"/>
                  </a:lnTo>
                  <a:lnTo>
                    <a:pt x="32704" y="35507"/>
                  </a:lnTo>
                  <a:lnTo>
                    <a:pt x="32805" y="35487"/>
                  </a:lnTo>
                  <a:lnTo>
                    <a:pt x="33006" y="35427"/>
                  </a:lnTo>
                  <a:lnTo>
                    <a:pt x="33228" y="35507"/>
                  </a:lnTo>
                  <a:lnTo>
                    <a:pt x="33410" y="35648"/>
                  </a:lnTo>
                  <a:lnTo>
                    <a:pt x="33571" y="35830"/>
                  </a:lnTo>
                  <a:lnTo>
                    <a:pt x="33833" y="36011"/>
                  </a:lnTo>
                  <a:lnTo>
                    <a:pt x="34095" y="35850"/>
                  </a:lnTo>
                  <a:lnTo>
                    <a:pt x="34377" y="35547"/>
                  </a:lnTo>
                  <a:lnTo>
                    <a:pt x="34559" y="35164"/>
                  </a:lnTo>
                  <a:lnTo>
                    <a:pt x="34579" y="35124"/>
                  </a:lnTo>
                  <a:lnTo>
                    <a:pt x="34619" y="35084"/>
                  </a:lnTo>
                  <a:lnTo>
                    <a:pt x="34881" y="34862"/>
                  </a:lnTo>
                  <a:lnTo>
                    <a:pt x="34962" y="34539"/>
                  </a:lnTo>
                  <a:lnTo>
                    <a:pt x="35002" y="34338"/>
                  </a:lnTo>
                  <a:lnTo>
                    <a:pt x="35123" y="34197"/>
                  </a:lnTo>
                  <a:lnTo>
                    <a:pt x="35224" y="34055"/>
                  </a:lnTo>
                  <a:lnTo>
                    <a:pt x="35244" y="33914"/>
                  </a:lnTo>
                  <a:lnTo>
                    <a:pt x="35406" y="33370"/>
                  </a:lnTo>
                  <a:lnTo>
                    <a:pt x="35809" y="32987"/>
                  </a:lnTo>
                  <a:lnTo>
                    <a:pt x="36293" y="32644"/>
                  </a:lnTo>
                  <a:lnTo>
                    <a:pt x="36736" y="32221"/>
                  </a:lnTo>
                  <a:lnTo>
                    <a:pt x="36757" y="32200"/>
                  </a:lnTo>
                  <a:lnTo>
                    <a:pt x="36797" y="32180"/>
                  </a:lnTo>
                  <a:lnTo>
                    <a:pt x="37624" y="31858"/>
                  </a:lnTo>
                  <a:lnTo>
                    <a:pt x="38491" y="31777"/>
                  </a:lnTo>
                  <a:lnTo>
                    <a:pt x="38591" y="31797"/>
                  </a:lnTo>
                  <a:lnTo>
                    <a:pt x="38672" y="31858"/>
                  </a:lnTo>
                  <a:lnTo>
                    <a:pt x="38793" y="31918"/>
                  </a:lnTo>
                  <a:lnTo>
                    <a:pt x="38934" y="31898"/>
                  </a:lnTo>
                  <a:lnTo>
                    <a:pt x="39196" y="31797"/>
                  </a:lnTo>
                  <a:lnTo>
                    <a:pt x="39458" y="31737"/>
                  </a:lnTo>
                  <a:lnTo>
                    <a:pt x="39640" y="31717"/>
                  </a:lnTo>
                  <a:lnTo>
                    <a:pt x="39741" y="31575"/>
                  </a:lnTo>
                  <a:lnTo>
                    <a:pt x="39660" y="31454"/>
                  </a:lnTo>
                  <a:lnTo>
                    <a:pt x="39519" y="31414"/>
                  </a:lnTo>
                  <a:lnTo>
                    <a:pt x="39317" y="31273"/>
                  </a:lnTo>
                  <a:lnTo>
                    <a:pt x="39196" y="31092"/>
                  </a:lnTo>
                  <a:lnTo>
                    <a:pt x="39257" y="30829"/>
                  </a:lnTo>
                  <a:lnTo>
                    <a:pt x="39378" y="30668"/>
                  </a:lnTo>
                  <a:lnTo>
                    <a:pt x="39579" y="30467"/>
                  </a:lnTo>
                  <a:lnTo>
                    <a:pt x="39599" y="30225"/>
                  </a:lnTo>
                  <a:lnTo>
                    <a:pt x="39640" y="30043"/>
                  </a:lnTo>
                  <a:lnTo>
                    <a:pt x="39741" y="29902"/>
                  </a:lnTo>
                  <a:lnTo>
                    <a:pt x="39882" y="29680"/>
                  </a:lnTo>
                  <a:lnTo>
                    <a:pt x="39922" y="29438"/>
                  </a:lnTo>
                  <a:lnTo>
                    <a:pt x="39983" y="28995"/>
                  </a:lnTo>
                  <a:lnTo>
                    <a:pt x="40325" y="28692"/>
                  </a:lnTo>
                  <a:lnTo>
                    <a:pt x="40426" y="28612"/>
                  </a:lnTo>
                  <a:lnTo>
                    <a:pt x="40426" y="28450"/>
                  </a:lnTo>
                  <a:lnTo>
                    <a:pt x="40406" y="28148"/>
                  </a:lnTo>
                  <a:lnTo>
                    <a:pt x="40628" y="27946"/>
                  </a:lnTo>
                  <a:lnTo>
                    <a:pt x="40870" y="27805"/>
                  </a:lnTo>
                  <a:lnTo>
                    <a:pt x="40991" y="27543"/>
                  </a:lnTo>
                  <a:lnTo>
                    <a:pt x="41091" y="27361"/>
                  </a:lnTo>
                  <a:lnTo>
                    <a:pt x="41313" y="27261"/>
                  </a:lnTo>
                  <a:lnTo>
                    <a:pt x="41676" y="27140"/>
                  </a:lnTo>
                  <a:lnTo>
                    <a:pt x="42059" y="26999"/>
                  </a:lnTo>
                  <a:lnTo>
                    <a:pt x="42221" y="26938"/>
                  </a:lnTo>
                  <a:lnTo>
                    <a:pt x="42281" y="26777"/>
                  </a:lnTo>
                  <a:lnTo>
                    <a:pt x="42382" y="26535"/>
                  </a:lnTo>
                  <a:lnTo>
                    <a:pt x="42644" y="26535"/>
                  </a:lnTo>
                  <a:lnTo>
                    <a:pt x="42765" y="26555"/>
                  </a:lnTo>
                  <a:lnTo>
                    <a:pt x="42825" y="26494"/>
                  </a:lnTo>
                  <a:lnTo>
                    <a:pt x="42967" y="26212"/>
                  </a:lnTo>
                  <a:lnTo>
                    <a:pt x="43229" y="26031"/>
                  </a:lnTo>
                  <a:lnTo>
                    <a:pt x="43289" y="25950"/>
                  </a:lnTo>
                  <a:lnTo>
                    <a:pt x="43289" y="25849"/>
                  </a:lnTo>
                  <a:lnTo>
                    <a:pt x="42967" y="25507"/>
                  </a:lnTo>
                  <a:lnTo>
                    <a:pt x="42563" y="25244"/>
                  </a:lnTo>
                  <a:lnTo>
                    <a:pt x="41938" y="24861"/>
                  </a:lnTo>
                  <a:lnTo>
                    <a:pt x="41555" y="24216"/>
                  </a:lnTo>
                  <a:lnTo>
                    <a:pt x="41495" y="23873"/>
                  </a:lnTo>
                  <a:lnTo>
                    <a:pt x="41414" y="23531"/>
                  </a:lnTo>
                  <a:lnTo>
                    <a:pt x="41233" y="23107"/>
                  </a:lnTo>
                  <a:lnTo>
                    <a:pt x="41071" y="22684"/>
                  </a:lnTo>
                  <a:lnTo>
                    <a:pt x="41031" y="22442"/>
                  </a:lnTo>
                  <a:lnTo>
                    <a:pt x="41091" y="22200"/>
                  </a:lnTo>
                  <a:lnTo>
                    <a:pt x="41414" y="21595"/>
                  </a:lnTo>
                  <a:lnTo>
                    <a:pt x="41656" y="20970"/>
                  </a:lnTo>
                  <a:lnTo>
                    <a:pt x="41656" y="20950"/>
                  </a:lnTo>
                  <a:lnTo>
                    <a:pt x="42039" y="20305"/>
                  </a:lnTo>
                  <a:lnTo>
                    <a:pt x="42422" y="19680"/>
                  </a:lnTo>
                  <a:lnTo>
                    <a:pt x="42463" y="19619"/>
                  </a:lnTo>
                  <a:lnTo>
                    <a:pt x="42543" y="19579"/>
                  </a:lnTo>
                  <a:lnTo>
                    <a:pt x="42785" y="19377"/>
                  </a:lnTo>
                  <a:lnTo>
                    <a:pt x="42926" y="19054"/>
                  </a:lnTo>
                  <a:lnTo>
                    <a:pt x="42987" y="18893"/>
                  </a:lnTo>
                  <a:lnTo>
                    <a:pt x="43128" y="18752"/>
                  </a:lnTo>
                  <a:lnTo>
                    <a:pt x="43511" y="18329"/>
                  </a:lnTo>
                  <a:lnTo>
                    <a:pt x="43793" y="17825"/>
                  </a:lnTo>
                  <a:lnTo>
                    <a:pt x="44136" y="17240"/>
                  </a:lnTo>
                  <a:lnTo>
                    <a:pt x="44438" y="16615"/>
                  </a:lnTo>
                  <a:lnTo>
                    <a:pt x="44559" y="16474"/>
                  </a:lnTo>
                  <a:lnTo>
                    <a:pt x="44701" y="16433"/>
                  </a:lnTo>
                  <a:lnTo>
                    <a:pt x="45063" y="16333"/>
                  </a:lnTo>
                  <a:lnTo>
                    <a:pt x="45426" y="16191"/>
                  </a:lnTo>
                  <a:lnTo>
                    <a:pt x="45547" y="16111"/>
                  </a:lnTo>
                  <a:lnTo>
                    <a:pt x="45608" y="15970"/>
                  </a:lnTo>
                  <a:lnTo>
                    <a:pt x="45547" y="15909"/>
                  </a:lnTo>
                  <a:lnTo>
                    <a:pt x="45426" y="15909"/>
                  </a:lnTo>
                  <a:lnTo>
                    <a:pt x="45366" y="15869"/>
                  </a:lnTo>
                  <a:lnTo>
                    <a:pt x="45326" y="15808"/>
                  </a:lnTo>
                  <a:lnTo>
                    <a:pt x="45245" y="15707"/>
                  </a:lnTo>
                  <a:lnTo>
                    <a:pt x="45124" y="15687"/>
                  </a:lnTo>
                  <a:lnTo>
                    <a:pt x="44943" y="15587"/>
                  </a:lnTo>
                  <a:lnTo>
                    <a:pt x="45023" y="15405"/>
                  </a:lnTo>
                  <a:lnTo>
                    <a:pt x="45245" y="15103"/>
                  </a:lnTo>
                  <a:lnTo>
                    <a:pt x="45447" y="14820"/>
                  </a:lnTo>
                  <a:lnTo>
                    <a:pt x="45769" y="14478"/>
                  </a:lnTo>
                  <a:lnTo>
                    <a:pt x="46193" y="14256"/>
                  </a:lnTo>
                  <a:lnTo>
                    <a:pt x="46576" y="14135"/>
                  </a:lnTo>
                  <a:lnTo>
                    <a:pt x="46939" y="13933"/>
                  </a:lnTo>
                  <a:lnTo>
                    <a:pt x="47382" y="13711"/>
                  </a:lnTo>
                  <a:lnTo>
                    <a:pt x="47866" y="13570"/>
                  </a:lnTo>
                  <a:lnTo>
                    <a:pt x="48773" y="13288"/>
                  </a:lnTo>
                  <a:lnTo>
                    <a:pt x="49701" y="13026"/>
                  </a:lnTo>
                  <a:lnTo>
                    <a:pt x="50044" y="12905"/>
                  </a:lnTo>
                  <a:lnTo>
                    <a:pt x="50265" y="12663"/>
                  </a:lnTo>
                  <a:lnTo>
                    <a:pt x="50548" y="12179"/>
                  </a:lnTo>
                  <a:lnTo>
                    <a:pt x="50951" y="11836"/>
                  </a:lnTo>
                  <a:lnTo>
                    <a:pt x="51596" y="11413"/>
                  </a:lnTo>
                  <a:lnTo>
                    <a:pt x="52302" y="11110"/>
                  </a:lnTo>
                  <a:lnTo>
                    <a:pt x="52443" y="11030"/>
                  </a:lnTo>
                  <a:lnTo>
                    <a:pt x="52544" y="10909"/>
                  </a:lnTo>
                  <a:lnTo>
                    <a:pt x="52705" y="10727"/>
                  </a:lnTo>
                  <a:lnTo>
                    <a:pt x="52927" y="10606"/>
                  </a:lnTo>
                  <a:lnTo>
                    <a:pt x="53088" y="10506"/>
                  </a:lnTo>
                  <a:lnTo>
                    <a:pt x="53229" y="10405"/>
                  </a:lnTo>
                  <a:lnTo>
                    <a:pt x="53592" y="10042"/>
                  </a:lnTo>
                  <a:lnTo>
                    <a:pt x="53935" y="9659"/>
                  </a:lnTo>
                  <a:lnTo>
                    <a:pt x="54137" y="9155"/>
                  </a:lnTo>
                  <a:lnTo>
                    <a:pt x="53975" y="8630"/>
                  </a:lnTo>
                  <a:lnTo>
                    <a:pt x="53774" y="8449"/>
                  </a:lnTo>
                  <a:lnTo>
                    <a:pt x="53633" y="8227"/>
                  </a:lnTo>
                  <a:lnTo>
                    <a:pt x="53552" y="8046"/>
                  </a:lnTo>
                  <a:lnTo>
                    <a:pt x="53592" y="7844"/>
                  </a:lnTo>
                  <a:lnTo>
                    <a:pt x="53754" y="7784"/>
                  </a:lnTo>
                  <a:lnTo>
                    <a:pt x="53915" y="7864"/>
                  </a:lnTo>
                  <a:lnTo>
                    <a:pt x="54157" y="7864"/>
                  </a:lnTo>
                  <a:lnTo>
                    <a:pt x="54298" y="7663"/>
                  </a:lnTo>
                  <a:lnTo>
                    <a:pt x="54298" y="7461"/>
                  </a:lnTo>
                  <a:lnTo>
                    <a:pt x="54116" y="7380"/>
                  </a:lnTo>
                  <a:lnTo>
                    <a:pt x="53794" y="7239"/>
                  </a:lnTo>
                  <a:lnTo>
                    <a:pt x="53733" y="6917"/>
                  </a:lnTo>
                  <a:lnTo>
                    <a:pt x="53572" y="6917"/>
                  </a:lnTo>
                  <a:lnTo>
                    <a:pt x="53451" y="6876"/>
                  </a:lnTo>
                  <a:lnTo>
                    <a:pt x="53028" y="6735"/>
                  </a:lnTo>
                  <a:lnTo>
                    <a:pt x="52645" y="6876"/>
                  </a:lnTo>
                  <a:lnTo>
                    <a:pt x="52221" y="7058"/>
                  </a:lnTo>
                  <a:lnTo>
                    <a:pt x="51939" y="7421"/>
                  </a:lnTo>
                  <a:lnTo>
                    <a:pt x="51878" y="7481"/>
                  </a:lnTo>
                  <a:lnTo>
                    <a:pt x="51818" y="7501"/>
                  </a:lnTo>
                  <a:lnTo>
                    <a:pt x="51415" y="7501"/>
                  </a:lnTo>
                  <a:lnTo>
                    <a:pt x="51011" y="7360"/>
                  </a:lnTo>
                  <a:lnTo>
                    <a:pt x="50548" y="7118"/>
                  </a:lnTo>
                  <a:lnTo>
                    <a:pt x="50003" y="7179"/>
                  </a:lnTo>
                  <a:lnTo>
                    <a:pt x="49842" y="7300"/>
                  </a:lnTo>
                  <a:lnTo>
                    <a:pt x="49741" y="7421"/>
                  </a:lnTo>
                  <a:lnTo>
                    <a:pt x="49540" y="7501"/>
                  </a:lnTo>
                  <a:lnTo>
                    <a:pt x="49378" y="7400"/>
                  </a:lnTo>
                  <a:lnTo>
                    <a:pt x="49277" y="7259"/>
                  </a:lnTo>
                  <a:lnTo>
                    <a:pt x="49318" y="7098"/>
                  </a:lnTo>
                  <a:lnTo>
                    <a:pt x="49419" y="7038"/>
                  </a:lnTo>
                  <a:lnTo>
                    <a:pt x="49419" y="6917"/>
                  </a:lnTo>
                  <a:lnTo>
                    <a:pt x="49318" y="6917"/>
                  </a:lnTo>
                  <a:lnTo>
                    <a:pt x="49197" y="6977"/>
                  </a:lnTo>
                  <a:lnTo>
                    <a:pt x="49056" y="7058"/>
                  </a:lnTo>
                  <a:lnTo>
                    <a:pt x="48854" y="7058"/>
                  </a:lnTo>
                  <a:lnTo>
                    <a:pt x="48390" y="6917"/>
                  </a:lnTo>
                  <a:lnTo>
                    <a:pt x="47927" y="7058"/>
                  </a:lnTo>
                  <a:lnTo>
                    <a:pt x="47745" y="7179"/>
                  </a:lnTo>
                  <a:lnTo>
                    <a:pt x="47523" y="7159"/>
                  </a:lnTo>
                  <a:lnTo>
                    <a:pt x="47342" y="6937"/>
                  </a:lnTo>
                  <a:lnTo>
                    <a:pt x="47302" y="6695"/>
                  </a:lnTo>
                  <a:lnTo>
                    <a:pt x="47281" y="6352"/>
                  </a:lnTo>
                  <a:lnTo>
                    <a:pt x="47160" y="6050"/>
                  </a:lnTo>
                  <a:lnTo>
                    <a:pt x="46959" y="5828"/>
                  </a:lnTo>
                  <a:lnTo>
                    <a:pt x="46636" y="5787"/>
                  </a:lnTo>
                  <a:lnTo>
                    <a:pt x="46334" y="5848"/>
                  </a:lnTo>
                  <a:lnTo>
                    <a:pt x="46051" y="5646"/>
                  </a:lnTo>
                  <a:lnTo>
                    <a:pt x="45930" y="5566"/>
                  </a:lnTo>
                  <a:lnTo>
                    <a:pt x="45769" y="5546"/>
                  </a:lnTo>
                  <a:lnTo>
                    <a:pt x="45366" y="5505"/>
                  </a:lnTo>
                  <a:lnTo>
                    <a:pt x="44963" y="5344"/>
                  </a:lnTo>
                  <a:lnTo>
                    <a:pt x="44660" y="5263"/>
                  </a:lnTo>
                  <a:lnTo>
                    <a:pt x="44378" y="5344"/>
                  </a:lnTo>
                  <a:lnTo>
                    <a:pt x="44277" y="5566"/>
                  </a:lnTo>
                  <a:lnTo>
                    <a:pt x="44358" y="5848"/>
                  </a:lnTo>
                  <a:lnTo>
                    <a:pt x="44358" y="5989"/>
                  </a:lnTo>
                  <a:lnTo>
                    <a:pt x="44217" y="6029"/>
                  </a:lnTo>
                  <a:lnTo>
                    <a:pt x="44035" y="6029"/>
                  </a:lnTo>
                  <a:lnTo>
                    <a:pt x="43854" y="6050"/>
                  </a:lnTo>
                  <a:lnTo>
                    <a:pt x="43612" y="6090"/>
                  </a:lnTo>
                  <a:lnTo>
                    <a:pt x="43370" y="5969"/>
                  </a:lnTo>
                  <a:lnTo>
                    <a:pt x="43309" y="5949"/>
                  </a:lnTo>
                  <a:lnTo>
                    <a:pt x="43269" y="5969"/>
                  </a:lnTo>
                  <a:lnTo>
                    <a:pt x="43088" y="6130"/>
                  </a:lnTo>
                  <a:lnTo>
                    <a:pt x="42886" y="6009"/>
                  </a:lnTo>
                  <a:lnTo>
                    <a:pt x="42785" y="5949"/>
                  </a:lnTo>
                  <a:lnTo>
                    <a:pt x="42644" y="5949"/>
                  </a:lnTo>
                  <a:lnTo>
                    <a:pt x="42382" y="6050"/>
                  </a:lnTo>
                  <a:lnTo>
                    <a:pt x="42140" y="6150"/>
                  </a:lnTo>
                  <a:lnTo>
                    <a:pt x="41817" y="6251"/>
                  </a:lnTo>
                  <a:lnTo>
                    <a:pt x="41575" y="6029"/>
                  </a:lnTo>
                  <a:lnTo>
                    <a:pt x="41354" y="5767"/>
                  </a:lnTo>
                  <a:lnTo>
                    <a:pt x="41031" y="5626"/>
                  </a:lnTo>
                  <a:lnTo>
                    <a:pt x="40749" y="5626"/>
                  </a:lnTo>
                  <a:lnTo>
                    <a:pt x="40487" y="5667"/>
                  </a:lnTo>
                  <a:lnTo>
                    <a:pt x="39983" y="5606"/>
                  </a:lnTo>
                  <a:lnTo>
                    <a:pt x="39499" y="5344"/>
                  </a:lnTo>
                  <a:lnTo>
                    <a:pt x="39378" y="5223"/>
                  </a:lnTo>
                  <a:lnTo>
                    <a:pt x="39297" y="5062"/>
                  </a:lnTo>
                  <a:lnTo>
                    <a:pt x="39136" y="4800"/>
                  </a:lnTo>
                  <a:lnTo>
                    <a:pt x="38833" y="4820"/>
                  </a:lnTo>
                  <a:lnTo>
                    <a:pt x="38632" y="4880"/>
                  </a:lnTo>
                  <a:lnTo>
                    <a:pt x="38410" y="4860"/>
                  </a:lnTo>
                  <a:lnTo>
                    <a:pt x="37966" y="4699"/>
                  </a:lnTo>
                  <a:lnTo>
                    <a:pt x="37482" y="4578"/>
                  </a:lnTo>
                  <a:lnTo>
                    <a:pt x="37261" y="4477"/>
                  </a:lnTo>
                  <a:lnTo>
                    <a:pt x="37261" y="4255"/>
                  </a:lnTo>
                  <a:lnTo>
                    <a:pt x="37261" y="4154"/>
                  </a:lnTo>
                  <a:lnTo>
                    <a:pt x="37200" y="4074"/>
                  </a:lnTo>
                  <a:lnTo>
                    <a:pt x="37099" y="4074"/>
                  </a:lnTo>
                  <a:lnTo>
                    <a:pt x="37059" y="4154"/>
                  </a:lnTo>
                  <a:lnTo>
                    <a:pt x="36998" y="4215"/>
                  </a:lnTo>
                  <a:lnTo>
                    <a:pt x="36958" y="4275"/>
                  </a:lnTo>
                  <a:lnTo>
                    <a:pt x="36898" y="4376"/>
                  </a:lnTo>
                  <a:lnTo>
                    <a:pt x="36757" y="4376"/>
                  </a:lnTo>
                  <a:lnTo>
                    <a:pt x="36656" y="4255"/>
                  </a:lnTo>
                  <a:lnTo>
                    <a:pt x="36716" y="4094"/>
                  </a:lnTo>
                  <a:lnTo>
                    <a:pt x="36837" y="3832"/>
                  </a:lnTo>
                  <a:lnTo>
                    <a:pt x="36857" y="3529"/>
                  </a:lnTo>
                  <a:lnTo>
                    <a:pt x="36857" y="3348"/>
                  </a:lnTo>
                  <a:lnTo>
                    <a:pt x="36736" y="3187"/>
                  </a:lnTo>
                  <a:lnTo>
                    <a:pt x="36515" y="3166"/>
                  </a:lnTo>
                  <a:lnTo>
                    <a:pt x="36313" y="3287"/>
                  </a:lnTo>
                  <a:lnTo>
                    <a:pt x="36212" y="3368"/>
                  </a:lnTo>
                  <a:lnTo>
                    <a:pt x="36051" y="3368"/>
                  </a:lnTo>
                  <a:lnTo>
                    <a:pt x="35769" y="3307"/>
                  </a:lnTo>
                  <a:lnTo>
                    <a:pt x="35587" y="3086"/>
                  </a:lnTo>
                  <a:lnTo>
                    <a:pt x="35486" y="2945"/>
                  </a:lnTo>
                  <a:lnTo>
                    <a:pt x="35365" y="2803"/>
                  </a:lnTo>
                  <a:lnTo>
                    <a:pt x="35204" y="2703"/>
                  </a:lnTo>
                  <a:lnTo>
                    <a:pt x="35043" y="2803"/>
                  </a:lnTo>
                  <a:lnTo>
                    <a:pt x="34982" y="2904"/>
                  </a:lnTo>
                  <a:lnTo>
                    <a:pt x="34922" y="2985"/>
                  </a:lnTo>
                  <a:cubicBezTo>
                    <a:pt x="34548" y="3098"/>
                    <a:pt x="34242" y="3149"/>
                    <a:pt x="33956" y="3149"/>
                  </a:cubicBezTo>
                  <a:cubicBezTo>
                    <a:pt x="33423" y="3149"/>
                    <a:pt x="32963" y="2971"/>
                    <a:pt x="32280" y="2682"/>
                  </a:cubicBezTo>
                  <a:cubicBezTo>
                    <a:pt x="32081" y="2598"/>
                    <a:pt x="31847" y="2549"/>
                    <a:pt x="31623" y="2549"/>
                  </a:cubicBezTo>
                  <a:cubicBezTo>
                    <a:pt x="31258" y="2549"/>
                    <a:pt x="30921" y="2680"/>
                    <a:pt x="30809" y="3005"/>
                  </a:cubicBezTo>
                  <a:cubicBezTo>
                    <a:pt x="30284" y="2763"/>
                    <a:pt x="29720" y="2602"/>
                    <a:pt x="29155" y="2501"/>
                  </a:cubicBezTo>
                  <a:cubicBezTo>
                    <a:pt x="29337" y="2501"/>
                    <a:pt x="29196" y="2219"/>
                    <a:pt x="29014" y="2178"/>
                  </a:cubicBezTo>
                  <a:cubicBezTo>
                    <a:pt x="28956" y="2169"/>
                    <a:pt x="28897" y="2165"/>
                    <a:pt x="28840" y="2165"/>
                  </a:cubicBezTo>
                  <a:cubicBezTo>
                    <a:pt x="28518" y="2165"/>
                    <a:pt x="28211" y="2305"/>
                    <a:pt x="28006" y="2561"/>
                  </a:cubicBezTo>
                  <a:cubicBezTo>
                    <a:pt x="27966" y="2400"/>
                    <a:pt x="28026" y="2239"/>
                    <a:pt x="28127" y="2138"/>
                  </a:cubicBezTo>
                  <a:lnTo>
                    <a:pt x="28127" y="2138"/>
                  </a:lnTo>
                  <a:cubicBezTo>
                    <a:pt x="27365" y="2398"/>
                    <a:pt x="26572" y="2530"/>
                    <a:pt x="25779" y="2530"/>
                  </a:cubicBezTo>
                  <a:cubicBezTo>
                    <a:pt x="24913" y="2530"/>
                    <a:pt x="24048" y="2373"/>
                    <a:pt x="23227" y="2057"/>
                  </a:cubicBezTo>
                  <a:cubicBezTo>
                    <a:pt x="22522" y="1795"/>
                    <a:pt x="21453" y="1836"/>
                    <a:pt x="20949" y="1372"/>
                  </a:cubicBezTo>
                  <a:lnTo>
                    <a:pt x="20687" y="1130"/>
                  </a:lnTo>
                  <a:lnTo>
                    <a:pt x="20364" y="1311"/>
                  </a:lnTo>
                  <a:lnTo>
                    <a:pt x="20223" y="1412"/>
                  </a:lnTo>
                  <a:lnTo>
                    <a:pt x="20042" y="1432"/>
                  </a:lnTo>
                  <a:lnTo>
                    <a:pt x="19255" y="1392"/>
                  </a:lnTo>
                  <a:lnTo>
                    <a:pt x="18469" y="1412"/>
                  </a:lnTo>
                  <a:lnTo>
                    <a:pt x="17864" y="1372"/>
                  </a:lnTo>
                  <a:lnTo>
                    <a:pt x="17259" y="1291"/>
                  </a:lnTo>
                  <a:lnTo>
                    <a:pt x="16554" y="1251"/>
                  </a:lnTo>
                  <a:lnTo>
                    <a:pt x="15868" y="1271"/>
                  </a:lnTo>
                  <a:lnTo>
                    <a:pt x="15566" y="1211"/>
                  </a:lnTo>
                  <a:lnTo>
                    <a:pt x="15425" y="969"/>
                  </a:lnTo>
                  <a:lnTo>
                    <a:pt x="15304" y="747"/>
                  </a:lnTo>
                  <a:lnTo>
                    <a:pt x="15082" y="586"/>
                  </a:lnTo>
                  <a:lnTo>
                    <a:pt x="15001" y="545"/>
                  </a:lnTo>
                  <a:lnTo>
                    <a:pt x="14921" y="485"/>
                  </a:lnTo>
                  <a:lnTo>
                    <a:pt x="14779" y="344"/>
                  </a:lnTo>
                  <a:lnTo>
                    <a:pt x="14598" y="283"/>
                  </a:lnTo>
                  <a:lnTo>
                    <a:pt x="14416" y="364"/>
                  </a:lnTo>
                  <a:lnTo>
                    <a:pt x="14295" y="525"/>
                  </a:lnTo>
                  <a:lnTo>
                    <a:pt x="14275" y="424"/>
                  </a:lnTo>
                  <a:lnTo>
                    <a:pt x="14275" y="344"/>
                  </a:lnTo>
                  <a:lnTo>
                    <a:pt x="14235" y="122"/>
                  </a:lnTo>
                  <a:lnTo>
                    <a:pt x="14074" y="1"/>
                  </a:lnTo>
                  <a:close/>
                  <a:moveTo>
                    <a:pt x="15929" y="40931"/>
                  </a:moveTo>
                  <a:lnTo>
                    <a:pt x="15787" y="40991"/>
                  </a:lnTo>
                  <a:lnTo>
                    <a:pt x="15747" y="41072"/>
                  </a:lnTo>
                  <a:lnTo>
                    <a:pt x="15707" y="41153"/>
                  </a:lnTo>
                  <a:lnTo>
                    <a:pt x="15667" y="41294"/>
                  </a:lnTo>
                  <a:lnTo>
                    <a:pt x="15525" y="41334"/>
                  </a:lnTo>
                  <a:lnTo>
                    <a:pt x="15404" y="41314"/>
                  </a:lnTo>
                  <a:lnTo>
                    <a:pt x="15384" y="41314"/>
                  </a:lnTo>
                  <a:lnTo>
                    <a:pt x="15324" y="41354"/>
                  </a:lnTo>
                  <a:lnTo>
                    <a:pt x="15304" y="41354"/>
                  </a:lnTo>
                  <a:lnTo>
                    <a:pt x="15142" y="41415"/>
                  </a:lnTo>
                  <a:lnTo>
                    <a:pt x="15122" y="41455"/>
                  </a:lnTo>
                  <a:lnTo>
                    <a:pt x="14961" y="41516"/>
                  </a:lnTo>
                  <a:lnTo>
                    <a:pt x="14941" y="41516"/>
                  </a:lnTo>
                  <a:lnTo>
                    <a:pt x="14860" y="41556"/>
                  </a:lnTo>
                  <a:lnTo>
                    <a:pt x="14880" y="41556"/>
                  </a:lnTo>
                  <a:lnTo>
                    <a:pt x="14739" y="41677"/>
                  </a:lnTo>
                  <a:lnTo>
                    <a:pt x="14699" y="41778"/>
                  </a:lnTo>
                  <a:lnTo>
                    <a:pt x="14658" y="41858"/>
                  </a:lnTo>
                  <a:lnTo>
                    <a:pt x="14658" y="42080"/>
                  </a:lnTo>
                  <a:lnTo>
                    <a:pt x="14558" y="42221"/>
                  </a:lnTo>
                  <a:lnTo>
                    <a:pt x="14517" y="42262"/>
                  </a:lnTo>
                  <a:lnTo>
                    <a:pt x="14598" y="42383"/>
                  </a:lnTo>
                  <a:lnTo>
                    <a:pt x="14820" y="42383"/>
                  </a:lnTo>
                  <a:lnTo>
                    <a:pt x="14860" y="42403"/>
                  </a:lnTo>
                  <a:lnTo>
                    <a:pt x="14900" y="42403"/>
                  </a:lnTo>
                  <a:lnTo>
                    <a:pt x="15001" y="42241"/>
                  </a:lnTo>
                  <a:lnTo>
                    <a:pt x="14981" y="42282"/>
                  </a:lnTo>
                  <a:lnTo>
                    <a:pt x="14981" y="42282"/>
                  </a:lnTo>
                  <a:lnTo>
                    <a:pt x="15041" y="42221"/>
                  </a:lnTo>
                  <a:lnTo>
                    <a:pt x="15203" y="42181"/>
                  </a:lnTo>
                  <a:lnTo>
                    <a:pt x="15304" y="42181"/>
                  </a:lnTo>
                  <a:lnTo>
                    <a:pt x="15344" y="42161"/>
                  </a:lnTo>
                  <a:lnTo>
                    <a:pt x="15485" y="42060"/>
                  </a:lnTo>
                  <a:lnTo>
                    <a:pt x="15525" y="42040"/>
                  </a:lnTo>
                  <a:lnTo>
                    <a:pt x="15667" y="42020"/>
                  </a:lnTo>
                  <a:lnTo>
                    <a:pt x="15767" y="41939"/>
                  </a:lnTo>
                  <a:lnTo>
                    <a:pt x="15808" y="41919"/>
                  </a:lnTo>
                  <a:lnTo>
                    <a:pt x="15868" y="41879"/>
                  </a:lnTo>
                  <a:lnTo>
                    <a:pt x="15868" y="41858"/>
                  </a:lnTo>
                  <a:lnTo>
                    <a:pt x="15929" y="41758"/>
                  </a:lnTo>
                  <a:lnTo>
                    <a:pt x="15949" y="41576"/>
                  </a:lnTo>
                  <a:lnTo>
                    <a:pt x="15949" y="41556"/>
                  </a:lnTo>
                  <a:lnTo>
                    <a:pt x="15949" y="41455"/>
                  </a:lnTo>
                  <a:lnTo>
                    <a:pt x="15929" y="41395"/>
                  </a:lnTo>
                  <a:lnTo>
                    <a:pt x="15929" y="41334"/>
                  </a:lnTo>
                  <a:lnTo>
                    <a:pt x="15929" y="41314"/>
                  </a:lnTo>
                  <a:lnTo>
                    <a:pt x="15989" y="41254"/>
                  </a:lnTo>
                  <a:lnTo>
                    <a:pt x="16029" y="41173"/>
                  </a:lnTo>
                  <a:lnTo>
                    <a:pt x="16029" y="41112"/>
                  </a:lnTo>
                  <a:lnTo>
                    <a:pt x="16009" y="41012"/>
                  </a:lnTo>
                  <a:lnTo>
                    <a:pt x="15929" y="40931"/>
                  </a:lnTo>
                  <a:close/>
                  <a:moveTo>
                    <a:pt x="323" y="42443"/>
                  </a:moveTo>
                  <a:lnTo>
                    <a:pt x="303" y="42463"/>
                  </a:lnTo>
                  <a:lnTo>
                    <a:pt x="283" y="42483"/>
                  </a:lnTo>
                  <a:lnTo>
                    <a:pt x="242" y="42483"/>
                  </a:lnTo>
                  <a:lnTo>
                    <a:pt x="222" y="42504"/>
                  </a:lnTo>
                  <a:lnTo>
                    <a:pt x="262" y="42564"/>
                  </a:lnTo>
                  <a:lnTo>
                    <a:pt x="81" y="42705"/>
                  </a:lnTo>
                  <a:lnTo>
                    <a:pt x="41" y="42705"/>
                  </a:lnTo>
                  <a:lnTo>
                    <a:pt x="0" y="42746"/>
                  </a:lnTo>
                  <a:lnTo>
                    <a:pt x="20" y="42806"/>
                  </a:lnTo>
                  <a:lnTo>
                    <a:pt x="101" y="42887"/>
                  </a:lnTo>
                  <a:lnTo>
                    <a:pt x="222" y="43129"/>
                  </a:lnTo>
                  <a:lnTo>
                    <a:pt x="242" y="43169"/>
                  </a:lnTo>
                  <a:lnTo>
                    <a:pt x="323" y="43371"/>
                  </a:lnTo>
                  <a:lnTo>
                    <a:pt x="323" y="43391"/>
                  </a:lnTo>
                  <a:lnTo>
                    <a:pt x="383" y="43492"/>
                  </a:lnTo>
                  <a:lnTo>
                    <a:pt x="464" y="43673"/>
                  </a:lnTo>
                  <a:lnTo>
                    <a:pt x="484" y="43794"/>
                  </a:lnTo>
                  <a:lnTo>
                    <a:pt x="585" y="43895"/>
                  </a:lnTo>
                  <a:lnTo>
                    <a:pt x="625" y="43895"/>
                  </a:lnTo>
                  <a:lnTo>
                    <a:pt x="706" y="43794"/>
                  </a:lnTo>
                  <a:lnTo>
                    <a:pt x="766" y="43673"/>
                  </a:lnTo>
                  <a:lnTo>
                    <a:pt x="787" y="43613"/>
                  </a:lnTo>
                  <a:lnTo>
                    <a:pt x="908" y="43391"/>
                  </a:lnTo>
                  <a:lnTo>
                    <a:pt x="908" y="43310"/>
                  </a:lnTo>
                  <a:lnTo>
                    <a:pt x="887" y="43229"/>
                  </a:lnTo>
                  <a:lnTo>
                    <a:pt x="867" y="43189"/>
                  </a:lnTo>
                  <a:lnTo>
                    <a:pt x="887" y="43008"/>
                  </a:lnTo>
                  <a:lnTo>
                    <a:pt x="928" y="42947"/>
                  </a:lnTo>
                  <a:lnTo>
                    <a:pt x="968" y="42907"/>
                  </a:lnTo>
                  <a:lnTo>
                    <a:pt x="988" y="42826"/>
                  </a:lnTo>
                  <a:lnTo>
                    <a:pt x="928" y="42746"/>
                  </a:lnTo>
                  <a:lnTo>
                    <a:pt x="887" y="42665"/>
                  </a:lnTo>
                  <a:lnTo>
                    <a:pt x="807" y="42504"/>
                  </a:lnTo>
                  <a:lnTo>
                    <a:pt x="787" y="42483"/>
                  </a:lnTo>
                  <a:lnTo>
                    <a:pt x="686" y="42443"/>
                  </a:lnTo>
                  <a:lnTo>
                    <a:pt x="645" y="42463"/>
                  </a:lnTo>
                  <a:lnTo>
                    <a:pt x="383" y="42443"/>
                  </a:lnTo>
                  <a:close/>
                  <a:moveTo>
                    <a:pt x="14537" y="42826"/>
                  </a:moveTo>
                  <a:lnTo>
                    <a:pt x="14295" y="42846"/>
                  </a:lnTo>
                  <a:lnTo>
                    <a:pt x="14114" y="42927"/>
                  </a:lnTo>
                  <a:lnTo>
                    <a:pt x="14033" y="43048"/>
                  </a:lnTo>
                  <a:lnTo>
                    <a:pt x="13993" y="43229"/>
                  </a:lnTo>
                  <a:lnTo>
                    <a:pt x="13993" y="43270"/>
                  </a:lnTo>
                  <a:lnTo>
                    <a:pt x="13953" y="43431"/>
                  </a:lnTo>
                  <a:lnTo>
                    <a:pt x="13933" y="43471"/>
                  </a:lnTo>
                  <a:lnTo>
                    <a:pt x="13751" y="43794"/>
                  </a:lnTo>
                  <a:lnTo>
                    <a:pt x="13711" y="43854"/>
                  </a:lnTo>
                  <a:lnTo>
                    <a:pt x="13670" y="43935"/>
                  </a:lnTo>
                  <a:lnTo>
                    <a:pt x="13529" y="44217"/>
                  </a:lnTo>
                  <a:lnTo>
                    <a:pt x="13509" y="44278"/>
                  </a:lnTo>
                  <a:lnTo>
                    <a:pt x="13489" y="44298"/>
                  </a:lnTo>
                  <a:lnTo>
                    <a:pt x="13489" y="44338"/>
                  </a:lnTo>
                  <a:lnTo>
                    <a:pt x="13428" y="44419"/>
                  </a:lnTo>
                  <a:lnTo>
                    <a:pt x="13368" y="44580"/>
                  </a:lnTo>
                  <a:lnTo>
                    <a:pt x="13348" y="44782"/>
                  </a:lnTo>
                  <a:lnTo>
                    <a:pt x="13348" y="44802"/>
                  </a:lnTo>
                  <a:lnTo>
                    <a:pt x="13308" y="44863"/>
                  </a:lnTo>
                  <a:lnTo>
                    <a:pt x="13227" y="44963"/>
                  </a:lnTo>
                  <a:lnTo>
                    <a:pt x="13428" y="45004"/>
                  </a:lnTo>
                  <a:lnTo>
                    <a:pt x="13529" y="44984"/>
                  </a:lnTo>
                  <a:lnTo>
                    <a:pt x="13590" y="44984"/>
                  </a:lnTo>
                  <a:lnTo>
                    <a:pt x="13590" y="44903"/>
                  </a:lnTo>
                  <a:lnTo>
                    <a:pt x="13711" y="44863"/>
                  </a:lnTo>
                  <a:lnTo>
                    <a:pt x="14033" y="44721"/>
                  </a:lnTo>
                  <a:lnTo>
                    <a:pt x="14598" y="44157"/>
                  </a:lnTo>
                  <a:lnTo>
                    <a:pt x="14618" y="44137"/>
                  </a:lnTo>
                  <a:lnTo>
                    <a:pt x="14618" y="43915"/>
                  </a:lnTo>
                  <a:lnTo>
                    <a:pt x="14679" y="43734"/>
                  </a:lnTo>
                  <a:lnTo>
                    <a:pt x="14719" y="43552"/>
                  </a:lnTo>
                  <a:lnTo>
                    <a:pt x="14719" y="43492"/>
                  </a:lnTo>
                  <a:lnTo>
                    <a:pt x="14699" y="43512"/>
                  </a:lnTo>
                  <a:lnTo>
                    <a:pt x="14699" y="43391"/>
                  </a:lnTo>
                  <a:lnTo>
                    <a:pt x="14658" y="42987"/>
                  </a:lnTo>
                  <a:lnTo>
                    <a:pt x="14638" y="42927"/>
                  </a:lnTo>
                  <a:lnTo>
                    <a:pt x="14578" y="42867"/>
                  </a:lnTo>
                  <a:lnTo>
                    <a:pt x="14537" y="42826"/>
                  </a:lnTo>
                  <a:close/>
                  <a:moveTo>
                    <a:pt x="2863" y="45004"/>
                  </a:moveTo>
                  <a:lnTo>
                    <a:pt x="2642" y="45125"/>
                  </a:lnTo>
                  <a:lnTo>
                    <a:pt x="2440" y="45326"/>
                  </a:lnTo>
                  <a:lnTo>
                    <a:pt x="2440" y="45427"/>
                  </a:lnTo>
                  <a:lnTo>
                    <a:pt x="2440" y="45488"/>
                  </a:lnTo>
                  <a:lnTo>
                    <a:pt x="2642" y="45669"/>
                  </a:lnTo>
                  <a:lnTo>
                    <a:pt x="2763" y="45649"/>
                  </a:lnTo>
                  <a:lnTo>
                    <a:pt x="2803" y="45649"/>
                  </a:lnTo>
                  <a:lnTo>
                    <a:pt x="2944" y="45629"/>
                  </a:lnTo>
                  <a:lnTo>
                    <a:pt x="2964" y="45629"/>
                  </a:lnTo>
                  <a:lnTo>
                    <a:pt x="3085" y="45528"/>
                  </a:lnTo>
                  <a:lnTo>
                    <a:pt x="3146" y="45467"/>
                  </a:lnTo>
                  <a:lnTo>
                    <a:pt x="3206" y="45387"/>
                  </a:lnTo>
                  <a:lnTo>
                    <a:pt x="3206" y="45266"/>
                  </a:lnTo>
                  <a:lnTo>
                    <a:pt x="3206" y="45246"/>
                  </a:lnTo>
                  <a:lnTo>
                    <a:pt x="3105" y="45145"/>
                  </a:lnTo>
                  <a:lnTo>
                    <a:pt x="3065" y="45125"/>
                  </a:lnTo>
                  <a:lnTo>
                    <a:pt x="3045" y="45125"/>
                  </a:lnTo>
                  <a:lnTo>
                    <a:pt x="3004" y="45105"/>
                  </a:lnTo>
                  <a:lnTo>
                    <a:pt x="2924" y="45064"/>
                  </a:lnTo>
                  <a:lnTo>
                    <a:pt x="2863" y="45024"/>
                  </a:lnTo>
                  <a:lnTo>
                    <a:pt x="2863" y="45004"/>
                  </a:lnTo>
                  <a:close/>
                  <a:moveTo>
                    <a:pt x="6513" y="43492"/>
                  </a:moveTo>
                  <a:lnTo>
                    <a:pt x="6372" y="43552"/>
                  </a:lnTo>
                  <a:lnTo>
                    <a:pt x="6291" y="43552"/>
                  </a:lnTo>
                  <a:lnTo>
                    <a:pt x="6049" y="43532"/>
                  </a:lnTo>
                  <a:lnTo>
                    <a:pt x="5888" y="43572"/>
                  </a:lnTo>
                  <a:lnTo>
                    <a:pt x="5847" y="43592"/>
                  </a:lnTo>
                  <a:lnTo>
                    <a:pt x="5787" y="43633"/>
                  </a:lnTo>
                  <a:lnTo>
                    <a:pt x="5706" y="43653"/>
                  </a:lnTo>
                  <a:lnTo>
                    <a:pt x="5626" y="43734"/>
                  </a:lnTo>
                  <a:lnTo>
                    <a:pt x="5585" y="43814"/>
                  </a:lnTo>
                  <a:lnTo>
                    <a:pt x="5505" y="43895"/>
                  </a:lnTo>
                  <a:lnTo>
                    <a:pt x="5464" y="43955"/>
                  </a:lnTo>
                  <a:lnTo>
                    <a:pt x="5444" y="43975"/>
                  </a:lnTo>
                  <a:lnTo>
                    <a:pt x="5283" y="44096"/>
                  </a:lnTo>
                  <a:lnTo>
                    <a:pt x="5263" y="44096"/>
                  </a:lnTo>
                  <a:lnTo>
                    <a:pt x="5101" y="44177"/>
                  </a:lnTo>
                  <a:lnTo>
                    <a:pt x="5061" y="44197"/>
                  </a:lnTo>
                  <a:lnTo>
                    <a:pt x="4859" y="44197"/>
                  </a:lnTo>
                  <a:lnTo>
                    <a:pt x="4658" y="44238"/>
                  </a:lnTo>
                  <a:lnTo>
                    <a:pt x="4436" y="44278"/>
                  </a:lnTo>
                  <a:lnTo>
                    <a:pt x="4335" y="44278"/>
                  </a:lnTo>
                  <a:lnTo>
                    <a:pt x="4255" y="44258"/>
                  </a:lnTo>
                  <a:lnTo>
                    <a:pt x="4113" y="44238"/>
                  </a:lnTo>
                  <a:lnTo>
                    <a:pt x="4013" y="44298"/>
                  </a:lnTo>
                  <a:lnTo>
                    <a:pt x="3952" y="44318"/>
                  </a:lnTo>
                  <a:lnTo>
                    <a:pt x="3932" y="44318"/>
                  </a:lnTo>
                  <a:lnTo>
                    <a:pt x="3871" y="44359"/>
                  </a:lnTo>
                  <a:lnTo>
                    <a:pt x="3871" y="44399"/>
                  </a:lnTo>
                  <a:lnTo>
                    <a:pt x="3932" y="44459"/>
                  </a:lnTo>
                  <a:lnTo>
                    <a:pt x="3992" y="44500"/>
                  </a:lnTo>
                  <a:lnTo>
                    <a:pt x="3992" y="44520"/>
                  </a:lnTo>
                  <a:lnTo>
                    <a:pt x="4033" y="44560"/>
                  </a:lnTo>
                  <a:lnTo>
                    <a:pt x="4093" y="44701"/>
                  </a:lnTo>
                  <a:lnTo>
                    <a:pt x="4093" y="44822"/>
                  </a:lnTo>
                  <a:lnTo>
                    <a:pt x="4113" y="44863"/>
                  </a:lnTo>
                  <a:lnTo>
                    <a:pt x="4194" y="44963"/>
                  </a:lnTo>
                  <a:lnTo>
                    <a:pt x="4275" y="45084"/>
                  </a:lnTo>
                  <a:lnTo>
                    <a:pt x="4275" y="45125"/>
                  </a:lnTo>
                  <a:lnTo>
                    <a:pt x="4416" y="45306"/>
                  </a:lnTo>
                  <a:lnTo>
                    <a:pt x="4456" y="45347"/>
                  </a:lnTo>
                  <a:lnTo>
                    <a:pt x="4496" y="45427"/>
                  </a:lnTo>
                  <a:lnTo>
                    <a:pt x="4557" y="45508"/>
                  </a:lnTo>
                  <a:lnTo>
                    <a:pt x="4597" y="45669"/>
                  </a:lnTo>
                  <a:lnTo>
                    <a:pt x="4617" y="45689"/>
                  </a:lnTo>
                  <a:lnTo>
                    <a:pt x="4638" y="45709"/>
                  </a:lnTo>
                  <a:lnTo>
                    <a:pt x="4819" y="45669"/>
                  </a:lnTo>
                  <a:lnTo>
                    <a:pt x="4920" y="45609"/>
                  </a:lnTo>
                  <a:lnTo>
                    <a:pt x="5061" y="45568"/>
                  </a:lnTo>
                  <a:lnTo>
                    <a:pt x="5222" y="45528"/>
                  </a:lnTo>
                  <a:lnTo>
                    <a:pt x="5343" y="45387"/>
                  </a:lnTo>
                  <a:lnTo>
                    <a:pt x="5404" y="45286"/>
                  </a:lnTo>
                  <a:lnTo>
                    <a:pt x="5484" y="45185"/>
                  </a:lnTo>
                  <a:lnTo>
                    <a:pt x="5565" y="45105"/>
                  </a:lnTo>
                  <a:lnTo>
                    <a:pt x="5585" y="45044"/>
                  </a:lnTo>
                  <a:lnTo>
                    <a:pt x="5626" y="44903"/>
                  </a:lnTo>
                  <a:lnTo>
                    <a:pt x="5686" y="44742"/>
                  </a:lnTo>
                  <a:lnTo>
                    <a:pt x="5686" y="44721"/>
                  </a:lnTo>
                  <a:lnTo>
                    <a:pt x="5726" y="44641"/>
                  </a:lnTo>
                  <a:lnTo>
                    <a:pt x="5747" y="44601"/>
                  </a:lnTo>
                  <a:lnTo>
                    <a:pt x="5787" y="44520"/>
                  </a:lnTo>
                  <a:lnTo>
                    <a:pt x="5787" y="44399"/>
                  </a:lnTo>
                  <a:lnTo>
                    <a:pt x="5787" y="44359"/>
                  </a:lnTo>
                  <a:lnTo>
                    <a:pt x="5888" y="44197"/>
                  </a:lnTo>
                  <a:lnTo>
                    <a:pt x="6089" y="44016"/>
                  </a:lnTo>
                  <a:lnTo>
                    <a:pt x="6109" y="43975"/>
                  </a:lnTo>
                  <a:lnTo>
                    <a:pt x="6190" y="43915"/>
                  </a:lnTo>
                  <a:lnTo>
                    <a:pt x="6190" y="43955"/>
                  </a:lnTo>
                  <a:lnTo>
                    <a:pt x="6573" y="43774"/>
                  </a:lnTo>
                  <a:lnTo>
                    <a:pt x="6573" y="43754"/>
                  </a:lnTo>
                  <a:lnTo>
                    <a:pt x="6654" y="43613"/>
                  </a:lnTo>
                  <a:lnTo>
                    <a:pt x="6614" y="43492"/>
                  </a:lnTo>
                  <a:close/>
                  <a:moveTo>
                    <a:pt x="9073" y="45044"/>
                  </a:moveTo>
                  <a:lnTo>
                    <a:pt x="9013" y="45064"/>
                  </a:lnTo>
                  <a:lnTo>
                    <a:pt x="9013" y="45105"/>
                  </a:lnTo>
                  <a:lnTo>
                    <a:pt x="9013" y="45145"/>
                  </a:lnTo>
                  <a:lnTo>
                    <a:pt x="9013" y="45185"/>
                  </a:lnTo>
                  <a:lnTo>
                    <a:pt x="8811" y="45185"/>
                  </a:lnTo>
                  <a:lnTo>
                    <a:pt x="8710" y="45145"/>
                  </a:lnTo>
                  <a:lnTo>
                    <a:pt x="8509" y="45145"/>
                  </a:lnTo>
                  <a:lnTo>
                    <a:pt x="8247" y="45084"/>
                  </a:lnTo>
                  <a:lnTo>
                    <a:pt x="8065" y="45084"/>
                  </a:lnTo>
                  <a:lnTo>
                    <a:pt x="8025" y="45347"/>
                  </a:lnTo>
                  <a:lnTo>
                    <a:pt x="7904" y="45548"/>
                  </a:lnTo>
                  <a:lnTo>
                    <a:pt x="7823" y="45609"/>
                  </a:lnTo>
                  <a:lnTo>
                    <a:pt x="7743" y="45649"/>
                  </a:lnTo>
                  <a:lnTo>
                    <a:pt x="7662" y="45709"/>
                  </a:lnTo>
                  <a:lnTo>
                    <a:pt x="7662" y="45830"/>
                  </a:lnTo>
                  <a:lnTo>
                    <a:pt x="7662" y="46012"/>
                  </a:lnTo>
                  <a:lnTo>
                    <a:pt x="7662" y="46093"/>
                  </a:lnTo>
                  <a:lnTo>
                    <a:pt x="7722" y="46193"/>
                  </a:lnTo>
                  <a:lnTo>
                    <a:pt x="7743" y="46254"/>
                  </a:lnTo>
                  <a:lnTo>
                    <a:pt x="7783" y="46334"/>
                  </a:lnTo>
                  <a:lnTo>
                    <a:pt x="7843" y="46395"/>
                  </a:lnTo>
                  <a:lnTo>
                    <a:pt x="7904" y="46435"/>
                  </a:lnTo>
                  <a:lnTo>
                    <a:pt x="7924" y="46496"/>
                  </a:lnTo>
                  <a:lnTo>
                    <a:pt x="8025" y="46556"/>
                  </a:lnTo>
                  <a:lnTo>
                    <a:pt x="8166" y="46677"/>
                  </a:lnTo>
                  <a:lnTo>
                    <a:pt x="8327" y="46677"/>
                  </a:lnTo>
                  <a:lnTo>
                    <a:pt x="8388" y="46697"/>
                  </a:lnTo>
                  <a:lnTo>
                    <a:pt x="8610" y="46657"/>
                  </a:lnTo>
                  <a:lnTo>
                    <a:pt x="8852" y="46556"/>
                  </a:lnTo>
                  <a:lnTo>
                    <a:pt x="8952" y="46536"/>
                  </a:lnTo>
                  <a:lnTo>
                    <a:pt x="9013" y="46496"/>
                  </a:lnTo>
                  <a:lnTo>
                    <a:pt x="9235" y="46254"/>
                  </a:lnTo>
                  <a:lnTo>
                    <a:pt x="9235" y="46214"/>
                  </a:lnTo>
                  <a:lnTo>
                    <a:pt x="9215" y="46153"/>
                  </a:lnTo>
                  <a:lnTo>
                    <a:pt x="9235" y="45992"/>
                  </a:lnTo>
                  <a:lnTo>
                    <a:pt x="9255" y="45931"/>
                  </a:lnTo>
                  <a:lnTo>
                    <a:pt x="9255" y="45730"/>
                  </a:lnTo>
                  <a:lnTo>
                    <a:pt x="9235" y="45629"/>
                  </a:lnTo>
                  <a:lnTo>
                    <a:pt x="9134" y="45387"/>
                  </a:lnTo>
                  <a:lnTo>
                    <a:pt x="9094" y="45266"/>
                  </a:lnTo>
                  <a:lnTo>
                    <a:pt x="9154" y="45125"/>
                  </a:lnTo>
                  <a:lnTo>
                    <a:pt x="9073" y="450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grpSp>
          <p:nvGrpSpPr>
            <p:cNvPr id="12" name="Google Shape;736;p50"/>
            <p:cNvGrpSpPr/>
            <p:nvPr/>
          </p:nvGrpSpPr>
          <p:grpSpPr>
            <a:xfrm>
              <a:off x="3055609" y="2747223"/>
              <a:ext cx="596074" cy="358796"/>
              <a:chOff x="5498961" y="2515328"/>
              <a:chExt cx="772917" cy="465546"/>
            </a:xfrm>
            <a:grpFill/>
          </p:grpSpPr>
          <p:sp>
            <p:nvSpPr>
              <p:cNvPr id="13" name="Google Shape;737;p50"/>
              <p:cNvSpPr/>
              <p:nvPr/>
            </p:nvSpPr>
            <p:spPr>
              <a:xfrm>
                <a:off x="5498961" y="2884717"/>
                <a:ext cx="104155" cy="96157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2152" extrusionOk="0">
                    <a:moveTo>
                      <a:pt x="1502" y="1"/>
                    </a:moveTo>
                    <a:lnTo>
                      <a:pt x="1300" y="135"/>
                    </a:lnTo>
                    <a:lnTo>
                      <a:pt x="1009" y="203"/>
                    </a:lnTo>
                    <a:lnTo>
                      <a:pt x="807" y="180"/>
                    </a:lnTo>
                    <a:lnTo>
                      <a:pt x="762" y="315"/>
                    </a:lnTo>
                    <a:lnTo>
                      <a:pt x="628" y="539"/>
                    </a:lnTo>
                    <a:lnTo>
                      <a:pt x="449" y="561"/>
                    </a:lnTo>
                    <a:lnTo>
                      <a:pt x="494" y="673"/>
                    </a:lnTo>
                    <a:lnTo>
                      <a:pt x="404" y="897"/>
                    </a:lnTo>
                    <a:lnTo>
                      <a:pt x="606" y="1009"/>
                    </a:lnTo>
                    <a:lnTo>
                      <a:pt x="516" y="1166"/>
                    </a:lnTo>
                    <a:lnTo>
                      <a:pt x="158" y="1144"/>
                    </a:lnTo>
                    <a:lnTo>
                      <a:pt x="158" y="1524"/>
                    </a:lnTo>
                    <a:cubicBezTo>
                      <a:pt x="90" y="1569"/>
                      <a:pt x="46" y="1636"/>
                      <a:pt x="1" y="1704"/>
                    </a:cubicBezTo>
                    <a:lnTo>
                      <a:pt x="23" y="1838"/>
                    </a:lnTo>
                    <a:lnTo>
                      <a:pt x="158" y="1838"/>
                    </a:lnTo>
                    <a:lnTo>
                      <a:pt x="292" y="2062"/>
                    </a:lnTo>
                    <a:lnTo>
                      <a:pt x="382" y="1928"/>
                    </a:lnTo>
                    <a:lnTo>
                      <a:pt x="337" y="1883"/>
                    </a:lnTo>
                    <a:lnTo>
                      <a:pt x="337" y="1771"/>
                    </a:lnTo>
                    <a:lnTo>
                      <a:pt x="471" y="1771"/>
                    </a:lnTo>
                    <a:lnTo>
                      <a:pt x="673" y="1905"/>
                    </a:lnTo>
                    <a:lnTo>
                      <a:pt x="762" y="1793"/>
                    </a:lnTo>
                    <a:cubicBezTo>
                      <a:pt x="785" y="1838"/>
                      <a:pt x="807" y="1861"/>
                      <a:pt x="852" y="1883"/>
                    </a:cubicBezTo>
                    <a:lnTo>
                      <a:pt x="897" y="2152"/>
                    </a:lnTo>
                    <a:lnTo>
                      <a:pt x="1009" y="2085"/>
                    </a:lnTo>
                    <a:lnTo>
                      <a:pt x="1188" y="2107"/>
                    </a:lnTo>
                    <a:lnTo>
                      <a:pt x="1255" y="1681"/>
                    </a:lnTo>
                    <a:lnTo>
                      <a:pt x="1300" y="1592"/>
                    </a:lnTo>
                    <a:lnTo>
                      <a:pt x="1860" y="1256"/>
                    </a:lnTo>
                    <a:lnTo>
                      <a:pt x="1860" y="875"/>
                    </a:lnTo>
                    <a:lnTo>
                      <a:pt x="2017" y="852"/>
                    </a:lnTo>
                    <a:lnTo>
                      <a:pt x="2107" y="920"/>
                    </a:lnTo>
                    <a:lnTo>
                      <a:pt x="2196" y="942"/>
                    </a:lnTo>
                    <a:lnTo>
                      <a:pt x="2241" y="830"/>
                    </a:lnTo>
                    <a:lnTo>
                      <a:pt x="2084" y="808"/>
                    </a:lnTo>
                    <a:lnTo>
                      <a:pt x="2084" y="695"/>
                    </a:lnTo>
                    <a:lnTo>
                      <a:pt x="2152" y="628"/>
                    </a:lnTo>
                    <a:lnTo>
                      <a:pt x="2129" y="583"/>
                    </a:lnTo>
                    <a:lnTo>
                      <a:pt x="2174" y="449"/>
                    </a:lnTo>
                    <a:lnTo>
                      <a:pt x="2331" y="404"/>
                    </a:lnTo>
                    <a:lnTo>
                      <a:pt x="2331" y="337"/>
                    </a:lnTo>
                    <a:lnTo>
                      <a:pt x="2152" y="337"/>
                    </a:lnTo>
                    <a:lnTo>
                      <a:pt x="2152" y="225"/>
                    </a:lnTo>
                    <a:lnTo>
                      <a:pt x="2308" y="113"/>
                    </a:lnTo>
                    <a:lnTo>
                      <a:pt x="2152" y="113"/>
                    </a:lnTo>
                    <a:lnTo>
                      <a:pt x="2129" y="1"/>
                    </a:lnTo>
                    <a:cubicBezTo>
                      <a:pt x="2084" y="23"/>
                      <a:pt x="2040" y="46"/>
                      <a:pt x="2017" y="46"/>
                    </a:cubicBezTo>
                    <a:lnTo>
                      <a:pt x="150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" name="Google Shape;738;p50"/>
              <p:cNvSpPr/>
              <p:nvPr/>
            </p:nvSpPr>
            <p:spPr>
              <a:xfrm>
                <a:off x="5770273" y="2570377"/>
                <a:ext cx="291375" cy="238336"/>
              </a:xfrm>
              <a:custGeom>
                <a:avLst/>
                <a:gdLst/>
                <a:ahLst/>
                <a:cxnLst/>
                <a:rect l="l" t="t" r="r" b="b"/>
                <a:pathLst>
                  <a:path w="6521" h="5334" extrusionOk="0">
                    <a:moveTo>
                      <a:pt x="4817" y="1"/>
                    </a:moveTo>
                    <a:lnTo>
                      <a:pt x="4212" y="315"/>
                    </a:lnTo>
                    <a:lnTo>
                      <a:pt x="4078" y="247"/>
                    </a:lnTo>
                    <a:lnTo>
                      <a:pt x="3787" y="471"/>
                    </a:lnTo>
                    <a:lnTo>
                      <a:pt x="3495" y="427"/>
                    </a:lnTo>
                    <a:lnTo>
                      <a:pt x="2868" y="964"/>
                    </a:lnTo>
                    <a:lnTo>
                      <a:pt x="2353" y="964"/>
                    </a:lnTo>
                    <a:cubicBezTo>
                      <a:pt x="2353" y="964"/>
                      <a:pt x="2129" y="1256"/>
                      <a:pt x="2106" y="1278"/>
                    </a:cubicBezTo>
                    <a:cubicBezTo>
                      <a:pt x="2106" y="1278"/>
                      <a:pt x="2084" y="1502"/>
                      <a:pt x="2084" y="1502"/>
                    </a:cubicBezTo>
                    <a:lnTo>
                      <a:pt x="1501" y="1860"/>
                    </a:lnTo>
                    <a:lnTo>
                      <a:pt x="1389" y="2174"/>
                    </a:lnTo>
                    <a:lnTo>
                      <a:pt x="964" y="2376"/>
                    </a:lnTo>
                    <a:lnTo>
                      <a:pt x="0" y="3182"/>
                    </a:lnTo>
                    <a:lnTo>
                      <a:pt x="516" y="3765"/>
                    </a:lnTo>
                    <a:lnTo>
                      <a:pt x="762" y="3698"/>
                    </a:lnTo>
                    <a:lnTo>
                      <a:pt x="1255" y="4191"/>
                    </a:lnTo>
                    <a:lnTo>
                      <a:pt x="1389" y="3653"/>
                    </a:lnTo>
                    <a:lnTo>
                      <a:pt x="2017" y="3384"/>
                    </a:lnTo>
                    <a:lnTo>
                      <a:pt x="2375" y="3608"/>
                    </a:lnTo>
                    <a:lnTo>
                      <a:pt x="2375" y="3967"/>
                    </a:lnTo>
                    <a:lnTo>
                      <a:pt x="2532" y="4146"/>
                    </a:lnTo>
                    <a:lnTo>
                      <a:pt x="2510" y="4504"/>
                    </a:lnTo>
                    <a:cubicBezTo>
                      <a:pt x="2510" y="4504"/>
                      <a:pt x="2980" y="4683"/>
                      <a:pt x="3003" y="4683"/>
                    </a:cubicBezTo>
                    <a:lnTo>
                      <a:pt x="3787" y="4661"/>
                    </a:lnTo>
                    <a:lnTo>
                      <a:pt x="3876" y="4975"/>
                    </a:lnTo>
                    <a:lnTo>
                      <a:pt x="4145" y="5288"/>
                    </a:lnTo>
                    <a:lnTo>
                      <a:pt x="4481" y="5333"/>
                    </a:lnTo>
                    <a:lnTo>
                      <a:pt x="4795" y="4908"/>
                    </a:lnTo>
                    <a:lnTo>
                      <a:pt x="5333" y="4549"/>
                    </a:lnTo>
                    <a:lnTo>
                      <a:pt x="5557" y="3541"/>
                    </a:lnTo>
                    <a:lnTo>
                      <a:pt x="6206" y="2824"/>
                    </a:lnTo>
                    <a:lnTo>
                      <a:pt x="5960" y="2488"/>
                    </a:lnTo>
                    <a:lnTo>
                      <a:pt x="6520" y="2241"/>
                    </a:lnTo>
                    <a:lnTo>
                      <a:pt x="6386" y="1592"/>
                    </a:lnTo>
                    <a:lnTo>
                      <a:pt x="5758" y="1368"/>
                    </a:lnTo>
                    <a:lnTo>
                      <a:pt x="5355" y="1793"/>
                    </a:lnTo>
                    <a:lnTo>
                      <a:pt x="4795" y="1726"/>
                    </a:lnTo>
                    <a:lnTo>
                      <a:pt x="4392" y="1323"/>
                    </a:lnTo>
                    <a:lnTo>
                      <a:pt x="4392" y="1032"/>
                    </a:lnTo>
                    <a:lnTo>
                      <a:pt x="4862" y="964"/>
                    </a:lnTo>
                    <a:lnTo>
                      <a:pt x="4773" y="673"/>
                    </a:lnTo>
                    <a:lnTo>
                      <a:pt x="4257" y="852"/>
                    </a:lnTo>
                    <a:lnTo>
                      <a:pt x="4123" y="651"/>
                    </a:lnTo>
                    <a:lnTo>
                      <a:pt x="4907" y="247"/>
                    </a:lnTo>
                    <a:lnTo>
                      <a:pt x="481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Google Shape;739;p50"/>
              <p:cNvSpPr/>
              <p:nvPr/>
            </p:nvSpPr>
            <p:spPr>
              <a:xfrm>
                <a:off x="6130681" y="2515328"/>
                <a:ext cx="141197" cy="91152"/>
              </a:xfrm>
              <a:custGeom>
                <a:avLst/>
                <a:gdLst/>
                <a:ahLst/>
                <a:cxnLst/>
                <a:rect l="l" t="t" r="r" b="b"/>
                <a:pathLst>
                  <a:path w="3160" h="2040" extrusionOk="0">
                    <a:moveTo>
                      <a:pt x="1680" y="1"/>
                    </a:moveTo>
                    <a:lnTo>
                      <a:pt x="1456" y="292"/>
                    </a:lnTo>
                    <a:lnTo>
                      <a:pt x="314" y="359"/>
                    </a:lnTo>
                    <a:lnTo>
                      <a:pt x="0" y="673"/>
                    </a:lnTo>
                    <a:lnTo>
                      <a:pt x="291" y="942"/>
                    </a:lnTo>
                    <a:lnTo>
                      <a:pt x="269" y="1367"/>
                    </a:lnTo>
                    <a:lnTo>
                      <a:pt x="784" y="1390"/>
                    </a:lnTo>
                    <a:lnTo>
                      <a:pt x="1075" y="1166"/>
                    </a:lnTo>
                    <a:lnTo>
                      <a:pt x="1613" y="1323"/>
                    </a:lnTo>
                    <a:lnTo>
                      <a:pt x="2263" y="1905"/>
                    </a:lnTo>
                    <a:lnTo>
                      <a:pt x="2913" y="2039"/>
                    </a:lnTo>
                    <a:lnTo>
                      <a:pt x="2957" y="1614"/>
                    </a:lnTo>
                    <a:lnTo>
                      <a:pt x="3159" y="1345"/>
                    </a:lnTo>
                    <a:lnTo>
                      <a:pt x="2689" y="1098"/>
                    </a:lnTo>
                    <a:lnTo>
                      <a:pt x="2756" y="650"/>
                    </a:lnTo>
                    <a:lnTo>
                      <a:pt x="2308" y="426"/>
                    </a:lnTo>
                    <a:lnTo>
                      <a:pt x="2173" y="471"/>
                    </a:lnTo>
                    <a:lnTo>
                      <a:pt x="2151" y="314"/>
                    </a:lnTo>
                    <a:lnTo>
                      <a:pt x="2196" y="157"/>
                    </a:lnTo>
                    <a:lnTo>
                      <a:pt x="2084" y="45"/>
                    </a:lnTo>
                    <a:lnTo>
                      <a:pt x="1949" y="113"/>
                    </a:lnTo>
                    <a:lnTo>
                      <a:pt x="1949" y="270"/>
                    </a:lnTo>
                    <a:lnTo>
                      <a:pt x="1860" y="337"/>
                    </a:lnTo>
                    <a:lnTo>
                      <a:pt x="1703" y="157"/>
                    </a:lnTo>
                    <a:lnTo>
                      <a:pt x="1770" y="23"/>
                    </a:lnTo>
                    <a:lnTo>
                      <a:pt x="168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6" name="Google Shape;740;p50"/>
          <p:cNvSpPr/>
          <p:nvPr/>
        </p:nvSpPr>
        <p:spPr>
          <a:xfrm>
            <a:off x="717829" y="3759321"/>
            <a:ext cx="173100" cy="1734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7" name="Google Shape;741;p50"/>
          <p:cNvSpPr txBox="1"/>
          <p:nvPr/>
        </p:nvSpPr>
        <p:spPr>
          <a:xfrm>
            <a:off x="950949" y="4154969"/>
            <a:ext cx="450587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HN" sz="1200" dirty="0">
                <a:effectLst/>
                <a:latin typeface="Libre Baskerville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 los primeros siglos del cristianismo, figuras como San Agustín y San Juan Crisóstomo destacaron por su elocuencia y profundidad teológica en la predicación.</a:t>
            </a:r>
            <a:endParaRPr sz="1050" dirty="0">
              <a:solidFill>
                <a:schemeClr val="bg1">
                  <a:lumMod val="50000"/>
                </a:schemeClr>
              </a:solidFill>
              <a:latin typeface="Libre Baskerville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742;p50"/>
          <p:cNvSpPr txBox="1"/>
          <p:nvPr/>
        </p:nvSpPr>
        <p:spPr>
          <a:xfrm>
            <a:off x="950939" y="3663181"/>
            <a:ext cx="191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000" b="1" dirty="0">
                <a:solidFill>
                  <a:schemeClr val="accent4">
                    <a:lumMod val="75000"/>
                  </a:schemeClr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 iglesias </a:t>
            </a:r>
            <a:endParaRPr sz="2000" b="1" dirty="0">
              <a:solidFill>
                <a:schemeClr val="accent4">
                  <a:lumMod val="75000"/>
                </a:schemeClr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" name="Google Shape;743;p50"/>
          <p:cNvSpPr/>
          <p:nvPr/>
        </p:nvSpPr>
        <p:spPr>
          <a:xfrm>
            <a:off x="7539216" y="1609779"/>
            <a:ext cx="173100" cy="1734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Google Shape;744;p50"/>
          <p:cNvSpPr/>
          <p:nvPr/>
        </p:nvSpPr>
        <p:spPr>
          <a:xfrm>
            <a:off x="6574333" y="2613816"/>
            <a:ext cx="173100" cy="1734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Google Shape;745;p50"/>
          <p:cNvSpPr/>
          <p:nvPr/>
        </p:nvSpPr>
        <p:spPr>
          <a:xfrm>
            <a:off x="7172585" y="2319437"/>
            <a:ext cx="173100" cy="1734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5017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2;p60"/>
          <p:cNvSpPr txBox="1">
            <a:spLocks/>
          </p:cNvSpPr>
          <p:nvPr/>
        </p:nvSpPr>
        <p:spPr>
          <a:xfrm>
            <a:off x="714125" y="546825"/>
            <a:ext cx="771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2400"/>
              <a:buFont typeface="Libre Baskerville"/>
              <a:buNone/>
              <a:tabLst/>
              <a:defRPr/>
            </a:pPr>
            <a:r>
              <a:rPr lang="es-PE" dirty="0">
                <a:solidFill>
                  <a:schemeClr val="accent4">
                    <a:lumMod val="50000"/>
                  </a:schemeClr>
                </a:solidFill>
              </a:rPr>
              <a:t>Línea de Tiempo</a:t>
            </a:r>
            <a:endParaRPr kumimoji="0" lang="es-PE" sz="30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Libre Baskerville"/>
              <a:sym typeface="Libre Baskerville"/>
            </a:endParaRPr>
          </a:p>
        </p:txBody>
      </p:sp>
      <p:sp>
        <p:nvSpPr>
          <p:cNvPr id="3" name="Google Shape;903;p60"/>
          <p:cNvSpPr txBox="1"/>
          <p:nvPr/>
        </p:nvSpPr>
        <p:spPr>
          <a:xfrm>
            <a:off x="995925" y="1408981"/>
            <a:ext cx="14901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900" b="1" dirty="0">
                <a:solidFill>
                  <a:schemeClr val="accent4">
                    <a:lumMod val="50000"/>
                  </a:schemeClr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Edad Media</a:t>
            </a:r>
            <a:endParaRPr sz="1900" b="1" dirty="0">
              <a:solidFill>
                <a:schemeClr val="accent4">
                  <a:lumMod val="50000"/>
                </a:schemeClr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" name="Google Shape;904;p60"/>
          <p:cNvSpPr txBox="1"/>
          <p:nvPr/>
        </p:nvSpPr>
        <p:spPr>
          <a:xfrm>
            <a:off x="342331" y="1792974"/>
            <a:ext cx="2934213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</a:pPr>
            <a:r>
              <a:rPr lang="es-HN" sz="1050" dirty="0">
                <a:effectLst/>
                <a:latin typeface="Libre Baskerville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Predicación Monástica: Monjes como San Bernardo de Claraval predicaron desde los monasterios, y dominicos difundieron el evangelio</a:t>
            </a:r>
            <a:endParaRPr sz="900" dirty="0">
              <a:solidFill>
                <a:schemeClr val="accent4">
                  <a:lumMod val="50000"/>
                </a:schemeClr>
              </a:solidFill>
              <a:latin typeface="Libre Baskerville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905;p60"/>
          <p:cNvSpPr txBox="1"/>
          <p:nvPr/>
        </p:nvSpPr>
        <p:spPr>
          <a:xfrm>
            <a:off x="3695762" y="2998662"/>
            <a:ext cx="2061387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900" b="1" dirty="0">
                <a:solidFill>
                  <a:schemeClr val="accent4">
                    <a:lumMod val="50000"/>
                  </a:schemeClr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Renacimiento</a:t>
            </a:r>
            <a:endParaRPr sz="1900" b="1" dirty="0">
              <a:solidFill>
                <a:schemeClr val="accent4">
                  <a:lumMod val="50000"/>
                </a:schemeClr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" name="Google Shape;906;p60"/>
          <p:cNvSpPr txBox="1"/>
          <p:nvPr/>
        </p:nvSpPr>
        <p:spPr>
          <a:xfrm>
            <a:off x="3328988" y="3282508"/>
            <a:ext cx="2607468" cy="109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</a:pPr>
            <a:r>
              <a:rPr lang="es-HN" sz="1200" dirty="0">
                <a:effectLst/>
                <a:latin typeface="Libre Baskerville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Martín Lutero, Juan Calvino y otros reformadores usaron la predicación para promover la reforma de la Iglesia</a:t>
            </a:r>
            <a:endParaRPr sz="1050" dirty="0">
              <a:solidFill>
                <a:schemeClr val="accent4">
                  <a:lumMod val="50000"/>
                </a:schemeClr>
              </a:solidFill>
              <a:latin typeface="Libre Baskerville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907;p60"/>
          <p:cNvSpPr txBox="1"/>
          <p:nvPr/>
        </p:nvSpPr>
        <p:spPr>
          <a:xfrm>
            <a:off x="6600537" y="763480"/>
            <a:ext cx="162675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en" sz="1900" b="1" dirty="0">
              <a:solidFill>
                <a:schemeClr val="accent4">
                  <a:lumMod val="50000"/>
                </a:schemeClr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ctr"/>
            <a:r>
              <a:rPr lang="en" sz="1900" b="1" dirty="0">
                <a:solidFill>
                  <a:schemeClr val="accent4">
                    <a:lumMod val="50000"/>
                  </a:schemeClr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Epoca Moderna</a:t>
            </a:r>
            <a:endParaRPr sz="1900" b="1" dirty="0">
              <a:solidFill>
                <a:schemeClr val="accent4">
                  <a:lumMod val="50000"/>
                </a:schemeClr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Google Shape;908;p60"/>
          <p:cNvSpPr txBox="1"/>
          <p:nvPr/>
        </p:nvSpPr>
        <p:spPr>
          <a:xfrm>
            <a:off x="6015937" y="1462374"/>
            <a:ext cx="2771775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</a:pPr>
            <a:r>
              <a:rPr lang="es-HN" sz="1200" dirty="0">
                <a:effectLst/>
                <a:latin typeface="Libre Baskerville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 los siglos XVIII y XIX, predicadores como John Wesley y George Whitefield jugaron un papel clave en movimientos de avivamiento</a:t>
            </a:r>
            <a:endParaRPr lang="en" sz="1050" dirty="0">
              <a:solidFill>
                <a:schemeClr val="accent4">
                  <a:lumMod val="50000"/>
                </a:schemeClr>
              </a:solidFill>
              <a:latin typeface="Libre Baskerville" panose="020B0604020202020204" charset="0"/>
              <a:ea typeface="Roboto"/>
              <a:cs typeface="Roboto"/>
              <a:sym typeface="Roboto"/>
            </a:endParaRPr>
          </a:p>
        </p:txBody>
      </p:sp>
      <p:cxnSp>
        <p:nvCxnSpPr>
          <p:cNvPr id="9" name="Google Shape;909;p60"/>
          <p:cNvCxnSpPr/>
          <p:nvPr/>
        </p:nvCxnSpPr>
        <p:spPr>
          <a:xfrm>
            <a:off x="766050" y="2724159"/>
            <a:ext cx="7611900" cy="0"/>
          </a:xfrm>
          <a:prstGeom prst="straightConnector1">
            <a:avLst/>
          </a:prstGeom>
          <a:noFill/>
          <a:ln w="19050" cap="flat" cmpd="sng">
            <a:solidFill>
              <a:srgbClr val="7F694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910;p60"/>
          <p:cNvSpPr/>
          <p:nvPr/>
        </p:nvSpPr>
        <p:spPr>
          <a:xfrm>
            <a:off x="1573575" y="2637459"/>
            <a:ext cx="168600" cy="173400"/>
          </a:xfrm>
          <a:prstGeom prst="rect">
            <a:avLst/>
          </a:prstGeom>
          <a:solidFill>
            <a:srgbClr val="7F694C"/>
          </a:solidFill>
          <a:ln w="9525" cap="flat" cmpd="sng">
            <a:solidFill>
              <a:srgbClr val="7F69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1" name="Google Shape;911;p60"/>
          <p:cNvSpPr/>
          <p:nvPr/>
        </p:nvSpPr>
        <p:spPr>
          <a:xfrm>
            <a:off x="4488438" y="2636909"/>
            <a:ext cx="168600" cy="173400"/>
          </a:xfrm>
          <a:prstGeom prst="rect">
            <a:avLst/>
          </a:prstGeom>
          <a:solidFill>
            <a:srgbClr val="7F694C"/>
          </a:solidFill>
          <a:ln w="9525" cap="flat" cmpd="sng">
            <a:solidFill>
              <a:srgbClr val="7F69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2" name="Google Shape;912;p60"/>
          <p:cNvSpPr/>
          <p:nvPr/>
        </p:nvSpPr>
        <p:spPr>
          <a:xfrm>
            <a:off x="7401825" y="2636909"/>
            <a:ext cx="168600" cy="173400"/>
          </a:xfrm>
          <a:prstGeom prst="rect">
            <a:avLst/>
          </a:prstGeom>
          <a:solidFill>
            <a:srgbClr val="7F694C"/>
          </a:solidFill>
          <a:ln w="9525" cap="flat" cmpd="sng">
            <a:solidFill>
              <a:srgbClr val="7F69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3" name="Google Shape;913;p60"/>
          <p:cNvSpPr txBox="1"/>
          <p:nvPr/>
        </p:nvSpPr>
        <p:spPr>
          <a:xfrm>
            <a:off x="983837" y="3109709"/>
            <a:ext cx="1323899" cy="472200"/>
          </a:xfrm>
          <a:prstGeom prst="rect">
            <a:avLst/>
          </a:prstGeom>
          <a:solidFill>
            <a:srgbClr val="7F69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500" b="1" dirty="0">
                <a:solidFill>
                  <a:schemeClr val="bg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476-A.C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4" name="Google Shape;914;p60"/>
          <p:cNvSpPr txBox="1"/>
          <p:nvPr/>
        </p:nvSpPr>
        <p:spPr>
          <a:xfrm>
            <a:off x="3910050" y="1865353"/>
            <a:ext cx="1323900" cy="472200"/>
          </a:xfrm>
          <a:prstGeom prst="rect">
            <a:avLst/>
          </a:prstGeom>
          <a:solidFill>
            <a:srgbClr val="7F69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500" b="1" dirty="0">
                <a:solidFill>
                  <a:schemeClr val="bg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1400-1600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" name="Google Shape;915;p60"/>
          <p:cNvSpPr txBox="1"/>
          <p:nvPr/>
        </p:nvSpPr>
        <p:spPr>
          <a:xfrm>
            <a:off x="6688475" y="3109709"/>
            <a:ext cx="1741650" cy="472200"/>
          </a:xfrm>
          <a:prstGeom prst="rect">
            <a:avLst/>
          </a:prstGeom>
          <a:solidFill>
            <a:srgbClr val="7F69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500" b="1" dirty="0">
                <a:solidFill>
                  <a:schemeClr val="bg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1800- Presente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37" y="3850938"/>
            <a:ext cx="1179475" cy="684856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261" y="999225"/>
            <a:ext cx="1179475" cy="684856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175" y="3849770"/>
            <a:ext cx="1179475" cy="68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30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32;p66"/>
          <p:cNvSpPr txBox="1">
            <a:spLocks/>
          </p:cNvSpPr>
          <p:nvPr/>
        </p:nvSpPr>
        <p:spPr>
          <a:xfrm>
            <a:off x="1372649" y="364998"/>
            <a:ext cx="5792293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Libre Baskerville"/>
              <a:buNone/>
              <a:defRPr sz="56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B296"/>
              </a:buClr>
              <a:buSzPts val="4000"/>
              <a:buFont typeface="Libre Baskerville"/>
              <a:buNone/>
              <a:tabLst/>
              <a:defRPr/>
            </a:pPr>
            <a:r>
              <a:rPr lang="es-PE" sz="3600" dirty="0">
                <a:solidFill>
                  <a:schemeClr val="accent4">
                    <a:lumMod val="50000"/>
                  </a:schemeClr>
                </a:solidFill>
              </a:rPr>
              <a:t>Precursores y representantes</a:t>
            </a:r>
            <a:endParaRPr kumimoji="0" lang="es-PE" sz="36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Libre Baskerville"/>
              <a:sym typeface="Libre Baskerville"/>
            </a:endParaRPr>
          </a:p>
        </p:txBody>
      </p:sp>
      <p:sp>
        <p:nvSpPr>
          <p:cNvPr id="4" name="Google Shape;1033;p66"/>
          <p:cNvSpPr txBox="1"/>
          <p:nvPr/>
        </p:nvSpPr>
        <p:spPr>
          <a:xfrm>
            <a:off x="1737863" y="1758763"/>
            <a:ext cx="5061864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HN" dirty="0">
                <a:solidFill>
                  <a:srgbClr val="7F694C"/>
                </a:solidFill>
                <a:latin typeface="Roboto"/>
                <a:ea typeface="Roboto"/>
                <a:cs typeface="Roboto"/>
                <a:sym typeface="Roboto"/>
              </a:rPr>
              <a:t>La oratoria está influenciada por Sócrates, quien creó una gran escuela de oratoria en Atenas. Se dice que él tenía un amplio concepto acerca de la verdadera misión de un orador.</a:t>
            </a:r>
            <a:endParaRPr dirty="0">
              <a:solidFill>
                <a:srgbClr val="7F69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663" y="2731029"/>
            <a:ext cx="3620673" cy="20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2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75;p46"/>
          <p:cNvSpPr txBox="1">
            <a:spLocks/>
          </p:cNvSpPr>
          <p:nvPr/>
        </p:nvSpPr>
        <p:spPr>
          <a:xfrm>
            <a:off x="3589325" y="2250178"/>
            <a:ext cx="1965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800"/>
              <a:buFont typeface="Roboto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Roboto"/>
              <a:sym typeface="Roboto"/>
            </a:endParaRPr>
          </a:p>
        </p:txBody>
      </p:sp>
      <p:sp>
        <p:nvSpPr>
          <p:cNvPr id="10" name="Google Shape;576;p46"/>
          <p:cNvSpPr txBox="1">
            <a:spLocks/>
          </p:cNvSpPr>
          <p:nvPr/>
        </p:nvSpPr>
        <p:spPr>
          <a:xfrm>
            <a:off x="3584974" y="1437417"/>
            <a:ext cx="3186814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None/>
              <a:defRPr sz="2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ibre Baskerville"/>
              <a:buNone/>
              <a:tabLst/>
              <a:defRPr/>
            </a:pPr>
            <a:r>
              <a:rPr kumimoji="0" lang="es-PE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/>
                <a:sym typeface="Libre Baskerville"/>
              </a:rPr>
              <a:t>Pericles (495-429 aC)</a:t>
            </a:r>
          </a:p>
        </p:txBody>
      </p:sp>
      <p:sp>
        <p:nvSpPr>
          <p:cNvPr id="11" name="Google Shape;577;p46"/>
          <p:cNvSpPr txBox="1">
            <a:spLocks/>
          </p:cNvSpPr>
          <p:nvPr/>
        </p:nvSpPr>
        <p:spPr>
          <a:xfrm>
            <a:off x="3584974" y="3583942"/>
            <a:ext cx="361727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800"/>
              <a:buFont typeface="Roboto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John F. Kennedy (1917-1963)</a:t>
            </a:r>
          </a:p>
        </p:txBody>
      </p:sp>
      <p:sp>
        <p:nvSpPr>
          <p:cNvPr id="12" name="Google Shape;578;p46"/>
          <p:cNvSpPr txBox="1">
            <a:spLocks/>
          </p:cNvSpPr>
          <p:nvPr/>
        </p:nvSpPr>
        <p:spPr>
          <a:xfrm>
            <a:off x="3253849" y="1886010"/>
            <a:ext cx="3604149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None/>
              <a:defRPr sz="2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ibre Baskerville"/>
              <a:buNone/>
              <a:tabLst/>
              <a:defRPr/>
            </a:pPr>
            <a:r>
              <a:rPr kumimoji="0" lang="es-PE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/>
                <a:sym typeface="Libre Baskerville"/>
              </a:rPr>
              <a:t>Demóstenes (384-322 aC)</a:t>
            </a:r>
          </a:p>
        </p:txBody>
      </p:sp>
      <p:sp>
        <p:nvSpPr>
          <p:cNvPr id="13" name="Google Shape;579;p46"/>
          <p:cNvSpPr txBox="1">
            <a:spLocks/>
          </p:cNvSpPr>
          <p:nvPr/>
        </p:nvSpPr>
        <p:spPr>
          <a:xfrm>
            <a:off x="6132949" y="2202469"/>
            <a:ext cx="1965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800"/>
              <a:buFont typeface="Roboto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Roboto"/>
              <a:sym typeface="Roboto"/>
            </a:endParaRPr>
          </a:p>
        </p:txBody>
      </p:sp>
      <p:sp>
        <p:nvSpPr>
          <p:cNvPr id="14" name="Google Shape;580;p46"/>
          <p:cNvSpPr txBox="1">
            <a:spLocks/>
          </p:cNvSpPr>
          <p:nvPr/>
        </p:nvSpPr>
        <p:spPr>
          <a:xfrm>
            <a:off x="2635834" y="2272717"/>
            <a:ext cx="4740166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None/>
              <a:defRPr sz="2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ibre Baskerville"/>
              <a:buNone/>
              <a:tabLst/>
              <a:defRPr/>
            </a:pPr>
            <a:r>
              <a:rPr kumimoji="0" lang="es-PE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/>
                <a:sym typeface="Libre Baskerville"/>
              </a:rPr>
              <a:t>Abraham Lincoln (1809-1865)</a:t>
            </a:r>
          </a:p>
        </p:txBody>
      </p:sp>
      <p:sp>
        <p:nvSpPr>
          <p:cNvPr id="15" name="Google Shape;581;p46"/>
          <p:cNvSpPr txBox="1">
            <a:spLocks/>
          </p:cNvSpPr>
          <p:nvPr/>
        </p:nvSpPr>
        <p:spPr>
          <a:xfrm>
            <a:off x="3498764" y="3170171"/>
            <a:ext cx="3804432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800"/>
              <a:buFont typeface="Roboto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Mahatma Gandhi (1869-1948</a:t>
            </a:r>
          </a:p>
        </p:txBody>
      </p:sp>
      <p:sp>
        <p:nvSpPr>
          <p:cNvPr id="16" name="Google Shape;582;p46"/>
          <p:cNvSpPr txBox="1">
            <a:spLocks/>
          </p:cNvSpPr>
          <p:nvPr/>
        </p:nvSpPr>
        <p:spPr>
          <a:xfrm>
            <a:off x="3439867" y="2714746"/>
            <a:ext cx="399503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None/>
              <a:defRPr sz="2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ibre Baskerville"/>
              <a:buNone/>
              <a:tabLst/>
              <a:defRPr/>
            </a:pPr>
            <a:r>
              <a:rPr kumimoji="0" lang="es-PE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/>
                <a:sym typeface="Libre Baskerville"/>
              </a:rPr>
              <a:t>Winston Churchill (1874-1965)</a:t>
            </a:r>
          </a:p>
        </p:txBody>
      </p:sp>
      <p:sp>
        <p:nvSpPr>
          <p:cNvPr id="19" name="Google Shape;574;p46"/>
          <p:cNvSpPr txBox="1">
            <a:spLocks/>
          </p:cNvSpPr>
          <p:nvPr/>
        </p:nvSpPr>
        <p:spPr>
          <a:xfrm>
            <a:off x="714125" y="544231"/>
            <a:ext cx="771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ibre Baskerville"/>
              <a:buNone/>
              <a:tabLst/>
              <a:defRPr/>
            </a:pPr>
            <a:r>
              <a:rPr kumimoji="0" lang="es-PE" sz="3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/>
                <a:sym typeface="Libre Baskerville"/>
              </a:rPr>
              <a:t>Entre sus precursores</a:t>
            </a:r>
          </a:p>
        </p:txBody>
      </p:sp>
      <p:pic>
        <p:nvPicPr>
          <p:cNvPr id="620" name="Imagen 6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17" y="1443981"/>
            <a:ext cx="2631147" cy="3285132"/>
          </a:xfrm>
          <a:prstGeom prst="rect">
            <a:avLst/>
          </a:prstGeom>
        </p:spPr>
      </p:pic>
      <p:sp>
        <p:nvSpPr>
          <p:cNvPr id="17" name="Google Shape;577;p46">
            <a:extLst>
              <a:ext uri="{FF2B5EF4-FFF2-40B4-BE49-F238E27FC236}">
                <a16:creationId xmlns:a16="http://schemas.microsoft.com/office/drawing/2014/main" id="{32D38350-E5EF-4F2E-9CF4-5F52C62D876F}"/>
              </a:ext>
            </a:extLst>
          </p:cNvPr>
          <p:cNvSpPr txBox="1">
            <a:spLocks/>
          </p:cNvSpPr>
          <p:nvPr/>
        </p:nvSpPr>
        <p:spPr>
          <a:xfrm>
            <a:off x="3397812" y="3997713"/>
            <a:ext cx="3804432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800"/>
              <a:buFont typeface="Roboto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Nelson Mandela (1918-2013)</a:t>
            </a:r>
          </a:p>
        </p:txBody>
      </p:sp>
    </p:spTree>
    <p:extLst>
      <p:ext uri="{BB962C8B-B14F-4D97-AF65-F5344CB8AC3E}">
        <p14:creationId xmlns:p14="http://schemas.microsoft.com/office/powerpoint/2010/main" val="3957825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8;p48"/>
          <p:cNvSpPr txBox="1">
            <a:spLocks/>
          </p:cNvSpPr>
          <p:nvPr/>
        </p:nvSpPr>
        <p:spPr>
          <a:xfrm>
            <a:off x="714125" y="544075"/>
            <a:ext cx="771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B296"/>
              </a:buClr>
              <a:buSzPts val="2400"/>
              <a:buFont typeface="Libre Baskerville"/>
              <a:buNone/>
              <a:tabLst/>
              <a:defRPr/>
            </a:pPr>
            <a:r>
              <a:rPr kumimoji="0" lang="es-PE" sz="30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Libre Baskerville"/>
                <a:sym typeface="Libre Baskerville"/>
              </a:rPr>
              <a:t>Representantes</a:t>
            </a:r>
          </a:p>
        </p:txBody>
      </p:sp>
      <p:sp>
        <p:nvSpPr>
          <p:cNvPr id="3" name="Google Shape;619;p48"/>
          <p:cNvSpPr txBox="1">
            <a:spLocks/>
          </p:cNvSpPr>
          <p:nvPr/>
        </p:nvSpPr>
        <p:spPr>
          <a:xfrm>
            <a:off x="3453869" y="3348687"/>
            <a:ext cx="2377500" cy="7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800"/>
              <a:buFont typeface="Roboto"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Libre Baskerville" panose="020B0604020202020204" charset="0"/>
              </a:rPr>
              <a:t>En la cultura Islam temenos a Mahoma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ibre Baskerville" panose="020B0604020202020204" charset="0"/>
              <a:sym typeface="Roboto"/>
            </a:endParaRPr>
          </a:p>
        </p:txBody>
      </p:sp>
      <p:sp>
        <p:nvSpPr>
          <p:cNvPr id="4" name="Google Shape;620;p48"/>
          <p:cNvSpPr txBox="1">
            <a:spLocks/>
          </p:cNvSpPr>
          <p:nvPr/>
        </p:nvSpPr>
        <p:spPr>
          <a:xfrm>
            <a:off x="3799769" y="2982987"/>
            <a:ext cx="1800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None/>
              <a:defRPr sz="2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B296"/>
              </a:buClr>
              <a:buSzPts val="1800"/>
              <a:buFont typeface="Libre Baskerville"/>
              <a:buNone/>
              <a:tabLst/>
              <a:defRPr/>
            </a:pPr>
            <a:r>
              <a:rPr kumimoji="0" lang="es-PE" sz="20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ibre Baskerville"/>
                <a:sym typeface="Libre Baskerville"/>
              </a:rPr>
              <a:t>Islam</a:t>
            </a:r>
          </a:p>
        </p:txBody>
      </p:sp>
      <p:sp>
        <p:nvSpPr>
          <p:cNvPr id="5" name="Google Shape;621;p48"/>
          <p:cNvSpPr txBox="1">
            <a:spLocks/>
          </p:cNvSpPr>
          <p:nvPr/>
        </p:nvSpPr>
        <p:spPr>
          <a:xfrm>
            <a:off x="624575" y="3348687"/>
            <a:ext cx="2377500" cy="7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800"/>
              <a:buFont typeface="Roboto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Tenemos a San Agustín de Hipona y a Martín Lutero</a:t>
            </a:r>
          </a:p>
        </p:txBody>
      </p:sp>
      <p:sp>
        <p:nvSpPr>
          <p:cNvPr id="6" name="Google Shape;622;p48"/>
          <p:cNvSpPr txBox="1">
            <a:spLocks/>
          </p:cNvSpPr>
          <p:nvPr/>
        </p:nvSpPr>
        <p:spPr>
          <a:xfrm>
            <a:off x="6160624" y="3348687"/>
            <a:ext cx="2377500" cy="7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1800"/>
              <a:buFont typeface="Robot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 panose="020B0604020202020204" charset="0"/>
                <a:sym typeface="Roboto"/>
              </a:rPr>
              <a:t>Rabinos y Sabios</a:t>
            </a:r>
          </a:p>
        </p:txBody>
      </p:sp>
      <p:sp>
        <p:nvSpPr>
          <p:cNvPr id="7" name="Google Shape;623;p48"/>
          <p:cNvSpPr txBox="1">
            <a:spLocks/>
          </p:cNvSpPr>
          <p:nvPr/>
        </p:nvSpPr>
        <p:spPr>
          <a:xfrm>
            <a:off x="913324" y="2913015"/>
            <a:ext cx="1944877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None/>
              <a:defRPr sz="2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B296"/>
              </a:buClr>
              <a:buSzPts val="1800"/>
              <a:buFont typeface="Libre Baskerville"/>
              <a:buNone/>
              <a:tabLst/>
              <a:defRPr/>
            </a:pPr>
            <a:r>
              <a:rPr lang="es-PE" dirty="0">
                <a:solidFill>
                  <a:schemeClr val="accent4">
                    <a:lumMod val="75000"/>
                  </a:schemeClr>
                </a:solidFill>
              </a:rPr>
              <a:t>Cristianismo</a:t>
            </a:r>
            <a:endParaRPr kumimoji="0" lang="es-PE" sz="20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Libre Baskerville"/>
              <a:sym typeface="Libre Baskerville"/>
            </a:endParaRPr>
          </a:p>
        </p:txBody>
      </p:sp>
      <p:sp>
        <p:nvSpPr>
          <p:cNvPr id="8" name="Google Shape;624;p48"/>
          <p:cNvSpPr txBox="1">
            <a:spLocks/>
          </p:cNvSpPr>
          <p:nvPr/>
        </p:nvSpPr>
        <p:spPr>
          <a:xfrm>
            <a:off x="6494548" y="2919538"/>
            <a:ext cx="1800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None/>
              <a:defRPr sz="2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B296"/>
              </a:buClr>
              <a:buSzPts val="1800"/>
              <a:buFont typeface="Libre Baskerville"/>
              <a:buNone/>
              <a:tabLst/>
              <a:defRPr/>
            </a:pPr>
            <a:r>
              <a:rPr kumimoji="0" lang="es-PE" sz="20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ibre Baskerville"/>
                <a:sym typeface="Libre Baskerville"/>
              </a:rPr>
              <a:t>Judaísmo</a:t>
            </a:r>
          </a:p>
        </p:txBody>
      </p:sp>
      <p:grpSp>
        <p:nvGrpSpPr>
          <p:cNvPr id="21" name="Grupo 20"/>
          <p:cNvGrpSpPr/>
          <p:nvPr/>
        </p:nvGrpSpPr>
        <p:grpSpPr>
          <a:xfrm>
            <a:off x="1236269" y="1675401"/>
            <a:ext cx="1154112" cy="1092200"/>
            <a:chOff x="6176963" y="-1766888"/>
            <a:chExt cx="1154112" cy="1092200"/>
          </a:xfrm>
          <a:solidFill>
            <a:schemeClr val="bg1"/>
          </a:solidFill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6437313" y="-1766888"/>
              <a:ext cx="292100" cy="1058863"/>
            </a:xfrm>
            <a:custGeom>
              <a:avLst/>
              <a:gdLst>
                <a:gd name="T0" fmla="*/ 77 w 77"/>
                <a:gd name="T1" fmla="*/ 279 h 279"/>
                <a:gd name="T2" fmla="*/ 28 w 77"/>
                <a:gd name="T3" fmla="*/ 208 h 279"/>
                <a:gd name="T4" fmla="*/ 4 w 77"/>
                <a:gd name="T5" fmla="*/ 187 h 279"/>
                <a:gd name="T6" fmla="*/ 0 w 77"/>
                <a:gd name="T7" fmla="*/ 179 h 279"/>
                <a:gd name="T8" fmla="*/ 1 w 77"/>
                <a:gd name="T9" fmla="*/ 31 h 279"/>
                <a:gd name="T10" fmla="*/ 1 w 77"/>
                <a:gd name="T11" fmla="*/ 0 h 279"/>
                <a:gd name="T12" fmla="*/ 20 w 77"/>
                <a:gd name="T13" fmla="*/ 15 h 279"/>
                <a:gd name="T14" fmla="*/ 74 w 77"/>
                <a:gd name="T15" fmla="*/ 97 h 279"/>
                <a:gd name="T16" fmla="*/ 77 w 77"/>
                <a:gd name="T17" fmla="*/ 116 h 279"/>
                <a:gd name="T18" fmla="*/ 77 w 77"/>
                <a:gd name="T19" fmla="*/ 269 h 279"/>
                <a:gd name="T20" fmla="*/ 77 w 77"/>
                <a:gd name="T21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" h="279">
                  <a:moveTo>
                    <a:pt x="77" y="279"/>
                  </a:moveTo>
                  <a:cubicBezTo>
                    <a:pt x="68" y="250"/>
                    <a:pt x="50" y="228"/>
                    <a:pt x="28" y="208"/>
                  </a:cubicBezTo>
                  <a:cubicBezTo>
                    <a:pt x="20" y="201"/>
                    <a:pt x="12" y="194"/>
                    <a:pt x="4" y="187"/>
                  </a:cubicBezTo>
                  <a:cubicBezTo>
                    <a:pt x="1" y="185"/>
                    <a:pt x="0" y="183"/>
                    <a:pt x="0" y="179"/>
                  </a:cubicBezTo>
                  <a:cubicBezTo>
                    <a:pt x="2" y="130"/>
                    <a:pt x="0" y="81"/>
                    <a:pt x="1" y="31"/>
                  </a:cubicBezTo>
                  <a:cubicBezTo>
                    <a:pt x="1" y="21"/>
                    <a:pt x="1" y="11"/>
                    <a:pt x="1" y="0"/>
                  </a:cubicBezTo>
                  <a:cubicBezTo>
                    <a:pt x="9" y="5"/>
                    <a:pt x="15" y="9"/>
                    <a:pt x="20" y="15"/>
                  </a:cubicBezTo>
                  <a:cubicBezTo>
                    <a:pt x="45" y="37"/>
                    <a:pt x="61" y="65"/>
                    <a:pt x="74" y="97"/>
                  </a:cubicBezTo>
                  <a:cubicBezTo>
                    <a:pt x="76" y="103"/>
                    <a:pt x="77" y="109"/>
                    <a:pt x="77" y="116"/>
                  </a:cubicBezTo>
                  <a:cubicBezTo>
                    <a:pt x="77" y="167"/>
                    <a:pt x="77" y="218"/>
                    <a:pt x="77" y="269"/>
                  </a:cubicBezTo>
                  <a:cubicBezTo>
                    <a:pt x="77" y="273"/>
                    <a:pt x="77" y="276"/>
                    <a:pt x="77" y="2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" name="Freeform 6"/>
            <p:cNvSpPr>
              <a:spLocks/>
            </p:cNvSpPr>
            <p:nvPr/>
          </p:nvSpPr>
          <p:spPr bwMode="auto">
            <a:xfrm>
              <a:off x="6773863" y="-1766888"/>
              <a:ext cx="295275" cy="1062038"/>
            </a:xfrm>
            <a:custGeom>
              <a:avLst/>
              <a:gdLst>
                <a:gd name="T0" fmla="*/ 77 w 78"/>
                <a:gd name="T1" fmla="*/ 0 h 280"/>
                <a:gd name="T2" fmla="*/ 77 w 78"/>
                <a:gd name="T3" fmla="*/ 42 h 280"/>
                <a:gd name="T4" fmla="*/ 78 w 78"/>
                <a:gd name="T5" fmla="*/ 166 h 280"/>
                <a:gd name="T6" fmla="*/ 65 w 78"/>
                <a:gd name="T7" fmla="*/ 195 h 280"/>
                <a:gd name="T8" fmla="*/ 17 w 78"/>
                <a:gd name="T9" fmla="*/ 247 h 280"/>
                <a:gd name="T10" fmla="*/ 2 w 78"/>
                <a:gd name="T11" fmla="*/ 280 h 280"/>
                <a:gd name="T12" fmla="*/ 1 w 78"/>
                <a:gd name="T13" fmla="*/ 274 h 280"/>
                <a:gd name="T14" fmla="*/ 1 w 78"/>
                <a:gd name="T15" fmla="*/ 269 h 280"/>
                <a:gd name="T16" fmla="*/ 1 w 78"/>
                <a:gd name="T17" fmla="*/ 122 h 280"/>
                <a:gd name="T18" fmla="*/ 7 w 78"/>
                <a:gd name="T19" fmla="*/ 90 h 280"/>
                <a:gd name="T20" fmla="*/ 55 w 78"/>
                <a:gd name="T21" fmla="*/ 18 h 280"/>
                <a:gd name="T22" fmla="*/ 77 w 78"/>
                <a:gd name="T23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280">
                  <a:moveTo>
                    <a:pt x="77" y="0"/>
                  </a:moveTo>
                  <a:cubicBezTo>
                    <a:pt x="77" y="15"/>
                    <a:pt x="77" y="28"/>
                    <a:pt x="77" y="42"/>
                  </a:cubicBezTo>
                  <a:cubicBezTo>
                    <a:pt x="77" y="83"/>
                    <a:pt x="77" y="125"/>
                    <a:pt x="78" y="166"/>
                  </a:cubicBezTo>
                  <a:cubicBezTo>
                    <a:pt x="78" y="179"/>
                    <a:pt x="75" y="187"/>
                    <a:pt x="65" y="195"/>
                  </a:cubicBezTo>
                  <a:cubicBezTo>
                    <a:pt x="46" y="209"/>
                    <a:pt x="30" y="226"/>
                    <a:pt x="17" y="247"/>
                  </a:cubicBezTo>
                  <a:cubicBezTo>
                    <a:pt x="10" y="257"/>
                    <a:pt x="5" y="267"/>
                    <a:pt x="2" y="280"/>
                  </a:cubicBezTo>
                  <a:cubicBezTo>
                    <a:pt x="0" y="278"/>
                    <a:pt x="1" y="276"/>
                    <a:pt x="1" y="274"/>
                  </a:cubicBezTo>
                  <a:cubicBezTo>
                    <a:pt x="1" y="273"/>
                    <a:pt x="1" y="271"/>
                    <a:pt x="1" y="269"/>
                  </a:cubicBezTo>
                  <a:cubicBezTo>
                    <a:pt x="1" y="220"/>
                    <a:pt x="1" y="171"/>
                    <a:pt x="1" y="122"/>
                  </a:cubicBezTo>
                  <a:cubicBezTo>
                    <a:pt x="1" y="110"/>
                    <a:pt x="3" y="100"/>
                    <a:pt x="7" y="90"/>
                  </a:cubicBezTo>
                  <a:cubicBezTo>
                    <a:pt x="19" y="63"/>
                    <a:pt x="33" y="38"/>
                    <a:pt x="55" y="18"/>
                  </a:cubicBezTo>
                  <a:cubicBezTo>
                    <a:pt x="61" y="11"/>
                    <a:pt x="68" y="6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" name="Freeform 7"/>
            <p:cNvSpPr>
              <a:spLocks/>
            </p:cNvSpPr>
            <p:nvPr/>
          </p:nvSpPr>
          <p:spPr bwMode="auto">
            <a:xfrm>
              <a:off x="6305550" y="-1649413"/>
              <a:ext cx="366713" cy="936625"/>
            </a:xfrm>
            <a:custGeom>
              <a:avLst/>
              <a:gdLst>
                <a:gd name="T0" fmla="*/ 0 w 97"/>
                <a:gd name="T1" fmla="*/ 0 h 247"/>
                <a:gd name="T2" fmla="*/ 20 w 97"/>
                <a:gd name="T3" fmla="*/ 11 h 247"/>
                <a:gd name="T4" fmla="*/ 22 w 97"/>
                <a:gd name="T5" fmla="*/ 18 h 247"/>
                <a:gd name="T6" fmla="*/ 21 w 97"/>
                <a:gd name="T7" fmla="*/ 150 h 247"/>
                <a:gd name="T8" fmla="*/ 29 w 97"/>
                <a:gd name="T9" fmla="*/ 165 h 247"/>
                <a:gd name="T10" fmla="*/ 78 w 97"/>
                <a:gd name="T11" fmla="*/ 213 h 247"/>
                <a:gd name="T12" fmla="*/ 97 w 97"/>
                <a:gd name="T13" fmla="*/ 247 h 247"/>
                <a:gd name="T14" fmla="*/ 70 w 97"/>
                <a:gd name="T15" fmla="*/ 226 h 247"/>
                <a:gd name="T16" fmla="*/ 3 w 97"/>
                <a:gd name="T17" fmla="*/ 190 h 247"/>
                <a:gd name="T18" fmla="*/ 0 w 97"/>
                <a:gd name="T19" fmla="*/ 186 h 247"/>
                <a:gd name="T20" fmla="*/ 0 w 97"/>
                <a:gd name="T2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247">
                  <a:moveTo>
                    <a:pt x="0" y="0"/>
                  </a:moveTo>
                  <a:cubicBezTo>
                    <a:pt x="7" y="4"/>
                    <a:pt x="14" y="8"/>
                    <a:pt x="20" y="11"/>
                  </a:cubicBezTo>
                  <a:cubicBezTo>
                    <a:pt x="23" y="13"/>
                    <a:pt x="22" y="16"/>
                    <a:pt x="22" y="18"/>
                  </a:cubicBezTo>
                  <a:cubicBezTo>
                    <a:pt x="22" y="62"/>
                    <a:pt x="22" y="106"/>
                    <a:pt x="21" y="150"/>
                  </a:cubicBezTo>
                  <a:cubicBezTo>
                    <a:pt x="21" y="157"/>
                    <a:pt x="23" y="161"/>
                    <a:pt x="29" y="165"/>
                  </a:cubicBezTo>
                  <a:cubicBezTo>
                    <a:pt x="47" y="180"/>
                    <a:pt x="64" y="195"/>
                    <a:pt x="78" y="213"/>
                  </a:cubicBezTo>
                  <a:cubicBezTo>
                    <a:pt x="86" y="223"/>
                    <a:pt x="92" y="234"/>
                    <a:pt x="97" y="247"/>
                  </a:cubicBezTo>
                  <a:cubicBezTo>
                    <a:pt x="87" y="239"/>
                    <a:pt x="79" y="233"/>
                    <a:pt x="70" y="226"/>
                  </a:cubicBezTo>
                  <a:cubicBezTo>
                    <a:pt x="50" y="211"/>
                    <a:pt x="28" y="198"/>
                    <a:pt x="3" y="190"/>
                  </a:cubicBezTo>
                  <a:cubicBezTo>
                    <a:pt x="1" y="190"/>
                    <a:pt x="0" y="189"/>
                    <a:pt x="0" y="186"/>
                  </a:cubicBezTo>
                  <a:cubicBezTo>
                    <a:pt x="0" y="125"/>
                    <a:pt x="0" y="6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" name="Freeform 8"/>
            <p:cNvSpPr>
              <a:spLocks/>
            </p:cNvSpPr>
            <p:nvPr/>
          </p:nvSpPr>
          <p:spPr bwMode="auto">
            <a:xfrm>
              <a:off x="6838950" y="-1649413"/>
              <a:ext cx="363538" cy="936625"/>
            </a:xfrm>
            <a:custGeom>
              <a:avLst/>
              <a:gdLst>
                <a:gd name="T0" fmla="*/ 96 w 96"/>
                <a:gd name="T1" fmla="*/ 0 h 247"/>
                <a:gd name="T2" fmla="*/ 96 w 96"/>
                <a:gd name="T3" fmla="*/ 19 h 247"/>
                <a:gd name="T4" fmla="*/ 96 w 96"/>
                <a:gd name="T5" fmla="*/ 184 h 247"/>
                <a:gd name="T6" fmla="*/ 91 w 96"/>
                <a:gd name="T7" fmla="*/ 191 h 247"/>
                <a:gd name="T8" fmla="*/ 9 w 96"/>
                <a:gd name="T9" fmla="*/ 239 h 247"/>
                <a:gd name="T10" fmla="*/ 0 w 96"/>
                <a:gd name="T11" fmla="*/ 247 h 247"/>
                <a:gd name="T12" fmla="*/ 7 w 96"/>
                <a:gd name="T13" fmla="*/ 230 h 247"/>
                <a:gd name="T14" fmla="*/ 57 w 96"/>
                <a:gd name="T15" fmla="*/ 174 h 247"/>
                <a:gd name="T16" fmla="*/ 71 w 96"/>
                <a:gd name="T17" fmla="*/ 163 h 247"/>
                <a:gd name="T18" fmla="*/ 75 w 96"/>
                <a:gd name="T19" fmla="*/ 154 h 247"/>
                <a:gd name="T20" fmla="*/ 74 w 96"/>
                <a:gd name="T21" fmla="*/ 18 h 247"/>
                <a:gd name="T22" fmla="*/ 79 w 96"/>
                <a:gd name="T23" fmla="*/ 10 h 247"/>
                <a:gd name="T24" fmla="*/ 96 w 96"/>
                <a:gd name="T25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247">
                  <a:moveTo>
                    <a:pt x="96" y="0"/>
                  </a:moveTo>
                  <a:cubicBezTo>
                    <a:pt x="96" y="7"/>
                    <a:pt x="96" y="13"/>
                    <a:pt x="96" y="19"/>
                  </a:cubicBezTo>
                  <a:cubicBezTo>
                    <a:pt x="96" y="74"/>
                    <a:pt x="96" y="129"/>
                    <a:pt x="96" y="184"/>
                  </a:cubicBezTo>
                  <a:cubicBezTo>
                    <a:pt x="96" y="188"/>
                    <a:pt x="95" y="190"/>
                    <a:pt x="91" y="191"/>
                  </a:cubicBezTo>
                  <a:cubicBezTo>
                    <a:pt x="60" y="201"/>
                    <a:pt x="34" y="219"/>
                    <a:pt x="9" y="239"/>
                  </a:cubicBezTo>
                  <a:cubicBezTo>
                    <a:pt x="6" y="242"/>
                    <a:pt x="3" y="244"/>
                    <a:pt x="0" y="247"/>
                  </a:cubicBezTo>
                  <a:cubicBezTo>
                    <a:pt x="1" y="240"/>
                    <a:pt x="4" y="235"/>
                    <a:pt x="7" y="230"/>
                  </a:cubicBezTo>
                  <a:cubicBezTo>
                    <a:pt x="19" y="208"/>
                    <a:pt x="37" y="190"/>
                    <a:pt x="57" y="174"/>
                  </a:cubicBezTo>
                  <a:cubicBezTo>
                    <a:pt x="61" y="170"/>
                    <a:pt x="66" y="166"/>
                    <a:pt x="71" y="163"/>
                  </a:cubicBezTo>
                  <a:cubicBezTo>
                    <a:pt x="74" y="160"/>
                    <a:pt x="75" y="158"/>
                    <a:pt x="75" y="154"/>
                  </a:cubicBezTo>
                  <a:cubicBezTo>
                    <a:pt x="74" y="109"/>
                    <a:pt x="74" y="63"/>
                    <a:pt x="74" y="18"/>
                  </a:cubicBezTo>
                  <a:cubicBezTo>
                    <a:pt x="74" y="14"/>
                    <a:pt x="75" y="12"/>
                    <a:pt x="79" y="10"/>
                  </a:cubicBezTo>
                  <a:cubicBezTo>
                    <a:pt x="84" y="7"/>
                    <a:pt x="90" y="4"/>
                    <a:pt x="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" name="Freeform 9"/>
            <p:cNvSpPr>
              <a:spLocks/>
            </p:cNvSpPr>
            <p:nvPr/>
          </p:nvSpPr>
          <p:spPr bwMode="auto">
            <a:xfrm>
              <a:off x="6176963" y="-1531938"/>
              <a:ext cx="454025" cy="857250"/>
            </a:xfrm>
            <a:custGeom>
              <a:avLst/>
              <a:gdLst>
                <a:gd name="T0" fmla="*/ 120 w 120"/>
                <a:gd name="T1" fmla="*/ 226 h 226"/>
                <a:gd name="T2" fmla="*/ 20 w 120"/>
                <a:gd name="T3" fmla="*/ 195 h 226"/>
                <a:gd name="T4" fmla="*/ 6 w 120"/>
                <a:gd name="T5" fmla="*/ 193 h 226"/>
                <a:gd name="T6" fmla="*/ 0 w 120"/>
                <a:gd name="T7" fmla="*/ 188 h 226"/>
                <a:gd name="T8" fmla="*/ 0 w 120"/>
                <a:gd name="T9" fmla="*/ 5 h 226"/>
                <a:gd name="T10" fmla="*/ 5 w 120"/>
                <a:gd name="T11" fmla="*/ 2 h 226"/>
                <a:gd name="T12" fmla="*/ 19 w 120"/>
                <a:gd name="T13" fmla="*/ 6 h 226"/>
                <a:gd name="T14" fmla="*/ 20 w 120"/>
                <a:gd name="T15" fmla="*/ 21 h 226"/>
                <a:gd name="T16" fmla="*/ 20 w 120"/>
                <a:gd name="T17" fmla="*/ 163 h 226"/>
                <a:gd name="T18" fmla="*/ 26 w 120"/>
                <a:gd name="T19" fmla="*/ 170 h 226"/>
                <a:gd name="T20" fmla="*/ 114 w 120"/>
                <a:gd name="T21" fmla="*/ 220 h 226"/>
                <a:gd name="T22" fmla="*/ 120 w 120"/>
                <a:gd name="T23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0" h="226">
                  <a:moveTo>
                    <a:pt x="120" y="226"/>
                  </a:moveTo>
                  <a:cubicBezTo>
                    <a:pt x="88" y="212"/>
                    <a:pt x="55" y="200"/>
                    <a:pt x="20" y="195"/>
                  </a:cubicBezTo>
                  <a:cubicBezTo>
                    <a:pt x="15" y="194"/>
                    <a:pt x="10" y="194"/>
                    <a:pt x="6" y="193"/>
                  </a:cubicBezTo>
                  <a:cubicBezTo>
                    <a:pt x="2" y="193"/>
                    <a:pt x="0" y="192"/>
                    <a:pt x="0" y="188"/>
                  </a:cubicBezTo>
                  <a:cubicBezTo>
                    <a:pt x="0" y="127"/>
                    <a:pt x="0" y="66"/>
                    <a:pt x="0" y="5"/>
                  </a:cubicBezTo>
                  <a:cubicBezTo>
                    <a:pt x="0" y="2"/>
                    <a:pt x="0" y="0"/>
                    <a:pt x="5" y="2"/>
                  </a:cubicBezTo>
                  <a:cubicBezTo>
                    <a:pt x="10" y="3"/>
                    <a:pt x="16" y="2"/>
                    <a:pt x="19" y="6"/>
                  </a:cubicBezTo>
                  <a:cubicBezTo>
                    <a:pt x="22" y="9"/>
                    <a:pt x="20" y="16"/>
                    <a:pt x="20" y="21"/>
                  </a:cubicBezTo>
                  <a:cubicBezTo>
                    <a:pt x="20" y="68"/>
                    <a:pt x="20" y="116"/>
                    <a:pt x="20" y="163"/>
                  </a:cubicBezTo>
                  <a:cubicBezTo>
                    <a:pt x="20" y="167"/>
                    <a:pt x="21" y="169"/>
                    <a:pt x="26" y="170"/>
                  </a:cubicBezTo>
                  <a:cubicBezTo>
                    <a:pt x="59" y="180"/>
                    <a:pt x="88" y="198"/>
                    <a:pt x="114" y="220"/>
                  </a:cubicBezTo>
                  <a:cubicBezTo>
                    <a:pt x="116" y="222"/>
                    <a:pt x="118" y="224"/>
                    <a:pt x="120" y="2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" name="Freeform 10"/>
            <p:cNvSpPr>
              <a:spLocks/>
            </p:cNvSpPr>
            <p:nvPr/>
          </p:nvSpPr>
          <p:spPr bwMode="auto">
            <a:xfrm>
              <a:off x="6877050" y="-1531938"/>
              <a:ext cx="454025" cy="857250"/>
            </a:xfrm>
            <a:custGeom>
              <a:avLst/>
              <a:gdLst>
                <a:gd name="T0" fmla="*/ 0 w 120"/>
                <a:gd name="T1" fmla="*/ 226 h 226"/>
                <a:gd name="T2" fmla="*/ 29 w 120"/>
                <a:gd name="T3" fmla="*/ 203 h 226"/>
                <a:gd name="T4" fmla="*/ 96 w 120"/>
                <a:gd name="T5" fmla="*/ 170 h 226"/>
                <a:gd name="T6" fmla="*/ 100 w 120"/>
                <a:gd name="T7" fmla="*/ 163 h 226"/>
                <a:gd name="T8" fmla="*/ 100 w 120"/>
                <a:gd name="T9" fmla="*/ 12 h 226"/>
                <a:gd name="T10" fmla="*/ 106 w 120"/>
                <a:gd name="T11" fmla="*/ 4 h 226"/>
                <a:gd name="T12" fmla="*/ 115 w 120"/>
                <a:gd name="T13" fmla="*/ 2 h 226"/>
                <a:gd name="T14" fmla="*/ 120 w 120"/>
                <a:gd name="T15" fmla="*/ 6 h 226"/>
                <a:gd name="T16" fmla="*/ 120 w 120"/>
                <a:gd name="T17" fmla="*/ 88 h 226"/>
                <a:gd name="T18" fmla="*/ 120 w 120"/>
                <a:gd name="T19" fmla="*/ 187 h 226"/>
                <a:gd name="T20" fmla="*/ 115 w 120"/>
                <a:gd name="T21" fmla="*/ 193 h 226"/>
                <a:gd name="T22" fmla="*/ 15 w 120"/>
                <a:gd name="T23" fmla="*/ 220 h 226"/>
                <a:gd name="T24" fmla="*/ 0 w 120"/>
                <a:gd name="T2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226">
                  <a:moveTo>
                    <a:pt x="0" y="226"/>
                  </a:moveTo>
                  <a:cubicBezTo>
                    <a:pt x="9" y="217"/>
                    <a:pt x="18" y="210"/>
                    <a:pt x="29" y="203"/>
                  </a:cubicBezTo>
                  <a:cubicBezTo>
                    <a:pt x="49" y="188"/>
                    <a:pt x="71" y="176"/>
                    <a:pt x="96" y="170"/>
                  </a:cubicBezTo>
                  <a:cubicBezTo>
                    <a:pt x="100" y="169"/>
                    <a:pt x="100" y="166"/>
                    <a:pt x="100" y="163"/>
                  </a:cubicBezTo>
                  <a:cubicBezTo>
                    <a:pt x="100" y="113"/>
                    <a:pt x="100" y="62"/>
                    <a:pt x="100" y="12"/>
                  </a:cubicBezTo>
                  <a:cubicBezTo>
                    <a:pt x="100" y="7"/>
                    <a:pt x="100" y="4"/>
                    <a:pt x="106" y="4"/>
                  </a:cubicBezTo>
                  <a:cubicBezTo>
                    <a:pt x="109" y="3"/>
                    <a:pt x="112" y="3"/>
                    <a:pt x="115" y="2"/>
                  </a:cubicBezTo>
                  <a:cubicBezTo>
                    <a:pt x="120" y="0"/>
                    <a:pt x="120" y="2"/>
                    <a:pt x="120" y="6"/>
                  </a:cubicBezTo>
                  <a:cubicBezTo>
                    <a:pt x="120" y="33"/>
                    <a:pt x="120" y="61"/>
                    <a:pt x="120" y="88"/>
                  </a:cubicBezTo>
                  <a:cubicBezTo>
                    <a:pt x="120" y="121"/>
                    <a:pt x="120" y="154"/>
                    <a:pt x="120" y="187"/>
                  </a:cubicBezTo>
                  <a:cubicBezTo>
                    <a:pt x="120" y="191"/>
                    <a:pt x="119" y="193"/>
                    <a:pt x="115" y="193"/>
                  </a:cubicBezTo>
                  <a:cubicBezTo>
                    <a:pt x="80" y="196"/>
                    <a:pt x="47" y="207"/>
                    <a:pt x="15" y="220"/>
                  </a:cubicBezTo>
                  <a:cubicBezTo>
                    <a:pt x="10" y="222"/>
                    <a:pt x="5" y="224"/>
                    <a:pt x="0" y="2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6796924" y="1715088"/>
            <a:ext cx="1154112" cy="1092200"/>
            <a:chOff x="6176963" y="-1766888"/>
            <a:chExt cx="1154112" cy="1092200"/>
          </a:xfrm>
          <a:solidFill>
            <a:schemeClr val="bg1"/>
          </a:solidFill>
        </p:grpSpPr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6437313" y="-1766888"/>
              <a:ext cx="292100" cy="1058863"/>
            </a:xfrm>
            <a:custGeom>
              <a:avLst/>
              <a:gdLst>
                <a:gd name="T0" fmla="*/ 77 w 77"/>
                <a:gd name="T1" fmla="*/ 279 h 279"/>
                <a:gd name="T2" fmla="*/ 28 w 77"/>
                <a:gd name="T3" fmla="*/ 208 h 279"/>
                <a:gd name="T4" fmla="*/ 4 w 77"/>
                <a:gd name="T5" fmla="*/ 187 h 279"/>
                <a:gd name="T6" fmla="*/ 0 w 77"/>
                <a:gd name="T7" fmla="*/ 179 h 279"/>
                <a:gd name="T8" fmla="*/ 1 w 77"/>
                <a:gd name="T9" fmla="*/ 31 h 279"/>
                <a:gd name="T10" fmla="*/ 1 w 77"/>
                <a:gd name="T11" fmla="*/ 0 h 279"/>
                <a:gd name="T12" fmla="*/ 20 w 77"/>
                <a:gd name="T13" fmla="*/ 15 h 279"/>
                <a:gd name="T14" fmla="*/ 74 w 77"/>
                <a:gd name="T15" fmla="*/ 97 h 279"/>
                <a:gd name="T16" fmla="*/ 77 w 77"/>
                <a:gd name="T17" fmla="*/ 116 h 279"/>
                <a:gd name="T18" fmla="*/ 77 w 77"/>
                <a:gd name="T19" fmla="*/ 269 h 279"/>
                <a:gd name="T20" fmla="*/ 77 w 77"/>
                <a:gd name="T21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" h="279">
                  <a:moveTo>
                    <a:pt x="77" y="279"/>
                  </a:moveTo>
                  <a:cubicBezTo>
                    <a:pt x="68" y="250"/>
                    <a:pt x="50" y="228"/>
                    <a:pt x="28" y="208"/>
                  </a:cubicBezTo>
                  <a:cubicBezTo>
                    <a:pt x="20" y="201"/>
                    <a:pt x="12" y="194"/>
                    <a:pt x="4" y="187"/>
                  </a:cubicBezTo>
                  <a:cubicBezTo>
                    <a:pt x="1" y="185"/>
                    <a:pt x="0" y="183"/>
                    <a:pt x="0" y="179"/>
                  </a:cubicBezTo>
                  <a:cubicBezTo>
                    <a:pt x="2" y="130"/>
                    <a:pt x="0" y="81"/>
                    <a:pt x="1" y="31"/>
                  </a:cubicBezTo>
                  <a:cubicBezTo>
                    <a:pt x="1" y="21"/>
                    <a:pt x="1" y="11"/>
                    <a:pt x="1" y="0"/>
                  </a:cubicBezTo>
                  <a:cubicBezTo>
                    <a:pt x="9" y="5"/>
                    <a:pt x="15" y="9"/>
                    <a:pt x="20" y="15"/>
                  </a:cubicBezTo>
                  <a:cubicBezTo>
                    <a:pt x="45" y="37"/>
                    <a:pt x="61" y="65"/>
                    <a:pt x="74" y="97"/>
                  </a:cubicBezTo>
                  <a:cubicBezTo>
                    <a:pt x="76" y="103"/>
                    <a:pt x="77" y="109"/>
                    <a:pt x="77" y="116"/>
                  </a:cubicBezTo>
                  <a:cubicBezTo>
                    <a:pt x="77" y="167"/>
                    <a:pt x="77" y="218"/>
                    <a:pt x="77" y="269"/>
                  </a:cubicBezTo>
                  <a:cubicBezTo>
                    <a:pt x="77" y="273"/>
                    <a:pt x="77" y="276"/>
                    <a:pt x="77" y="2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773863" y="-1766888"/>
              <a:ext cx="295275" cy="1062038"/>
            </a:xfrm>
            <a:custGeom>
              <a:avLst/>
              <a:gdLst>
                <a:gd name="T0" fmla="*/ 77 w 78"/>
                <a:gd name="T1" fmla="*/ 0 h 280"/>
                <a:gd name="T2" fmla="*/ 77 w 78"/>
                <a:gd name="T3" fmla="*/ 42 h 280"/>
                <a:gd name="T4" fmla="*/ 78 w 78"/>
                <a:gd name="T5" fmla="*/ 166 h 280"/>
                <a:gd name="T6" fmla="*/ 65 w 78"/>
                <a:gd name="T7" fmla="*/ 195 h 280"/>
                <a:gd name="T8" fmla="*/ 17 w 78"/>
                <a:gd name="T9" fmla="*/ 247 h 280"/>
                <a:gd name="T10" fmla="*/ 2 w 78"/>
                <a:gd name="T11" fmla="*/ 280 h 280"/>
                <a:gd name="T12" fmla="*/ 1 w 78"/>
                <a:gd name="T13" fmla="*/ 274 h 280"/>
                <a:gd name="T14" fmla="*/ 1 w 78"/>
                <a:gd name="T15" fmla="*/ 269 h 280"/>
                <a:gd name="T16" fmla="*/ 1 w 78"/>
                <a:gd name="T17" fmla="*/ 122 h 280"/>
                <a:gd name="T18" fmla="*/ 7 w 78"/>
                <a:gd name="T19" fmla="*/ 90 h 280"/>
                <a:gd name="T20" fmla="*/ 55 w 78"/>
                <a:gd name="T21" fmla="*/ 18 h 280"/>
                <a:gd name="T22" fmla="*/ 77 w 78"/>
                <a:gd name="T23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280">
                  <a:moveTo>
                    <a:pt x="77" y="0"/>
                  </a:moveTo>
                  <a:cubicBezTo>
                    <a:pt x="77" y="15"/>
                    <a:pt x="77" y="28"/>
                    <a:pt x="77" y="42"/>
                  </a:cubicBezTo>
                  <a:cubicBezTo>
                    <a:pt x="77" y="83"/>
                    <a:pt x="77" y="125"/>
                    <a:pt x="78" y="166"/>
                  </a:cubicBezTo>
                  <a:cubicBezTo>
                    <a:pt x="78" y="179"/>
                    <a:pt x="75" y="187"/>
                    <a:pt x="65" y="195"/>
                  </a:cubicBezTo>
                  <a:cubicBezTo>
                    <a:pt x="46" y="209"/>
                    <a:pt x="30" y="226"/>
                    <a:pt x="17" y="247"/>
                  </a:cubicBezTo>
                  <a:cubicBezTo>
                    <a:pt x="10" y="257"/>
                    <a:pt x="5" y="267"/>
                    <a:pt x="2" y="280"/>
                  </a:cubicBezTo>
                  <a:cubicBezTo>
                    <a:pt x="0" y="278"/>
                    <a:pt x="1" y="276"/>
                    <a:pt x="1" y="274"/>
                  </a:cubicBezTo>
                  <a:cubicBezTo>
                    <a:pt x="1" y="273"/>
                    <a:pt x="1" y="271"/>
                    <a:pt x="1" y="269"/>
                  </a:cubicBezTo>
                  <a:cubicBezTo>
                    <a:pt x="1" y="220"/>
                    <a:pt x="1" y="171"/>
                    <a:pt x="1" y="122"/>
                  </a:cubicBezTo>
                  <a:cubicBezTo>
                    <a:pt x="1" y="110"/>
                    <a:pt x="3" y="100"/>
                    <a:pt x="7" y="90"/>
                  </a:cubicBezTo>
                  <a:cubicBezTo>
                    <a:pt x="19" y="63"/>
                    <a:pt x="33" y="38"/>
                    <a:pt x="55" y="18"/>
                  </a:cubicBezTo>
                  <a:cubicBezTo>
                    <a:pt x="61" y="11"/>
                    <a:pt x="68" y="6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6305550" y="-1649413"/>
              <a:ext cx="366713" cy="936625"/>
            </a:xfrm>
            <a:custGeom>
              <a:avLst/>
              <a:gdLst>
                <a:gd name="T0" fmla="*/ 0 w 97"/>
                <a:gd name="T1" fmla="*/ 0 h 247"/>
                <a:gd name="T2" fmla="*/ 20 w 97"/>
                <a:gd name="T3" fmla="*/ 11 h 247"/>
                <a:gd name="T4" fmla="*/ 22 w 97"/>
                <a:gd name="T5" fmla="*/ 18 h 247"/>
                <a:gd name="T6" fmla="*/ 21 w 97"/>
                <a:gd name="T7" fmla="*/ 150 h 247"/>
                <a:gd name="T8" fmla="*/ 29 w 97"/>
                <a:gd name="T9" fmla="*/ 165 h 247"/>
                <a:gd name="T10" fmla="*/ 78 w 97"/>
                <a:gd name="T11" fmla="*/ 213 h 247"/>
                <a:gd name="T12" fmla="*/ 97 w 97"/>
                <a:gd name="T13" fmla="*/ 247 h 247"/>
                <a:gd name="T14" fmla="*/ 70 w 97"/>
                <a:gd name="T15" fmla="*/ 226 h 247"/>
                <a:gd name="T16" fmla="*/ 3 w 97"/>
                <a:gd name="T17" fmla="*/ 190 h 247"/>
                <a:gd name="T18" fmla="*/ 0 w 97"/>
                <a:gd name="T19" fmla="*/ 186 h 247"/>
                <a:gd name="T20" fmla="*/ 0 w 97"/>
                <a:gd name="T2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247">
                  <a:moveTo>
                    <a:pt x="0" y="0"/>
                  </a:moveTo>
                  <a:cubicBezTo>
                    <a:pt x="7" y="4"/>
                    <a:pt x="14" y="8"/>
                    <a:pt x="20" y="11"/>
                  </a:cubicBezTo>
                  <a:cubicBezTo>
                    <a:pt x="23" y="13"/>
                    <a:pt x="22" y="16"/>
                    <a:pt x="22" y="18"/>
                  </a:cubicBezTo>
                  <a:cubicBezTo>
                    <a:pt x="22" y="62"/>
                    <a:pt x="22" y="106"/>
                    <a:pt x="21" y="150"/>
                  </a:cubicBezTo>
                  <a:cubicBezTo>
                    <a:pt x="21" y="157"/>
                    <a:pt x="23" y="161"/>
                    <a:pt x="29" y="165"/>
                  </a:cubicBezTo>
                  <a:cubicBezTo>
                    <a:pt x="47" y="180"/>
                    <a:pt x="64" y="195"/>
                    <a:pt x="78" y="213"/>
                  </a:cubicBezTo>
                  <a:cubicBezTo>
                    <a:pt x="86" y="223"/>
                    <a:pt x="92" y="234"/>
                    <a:pt x="97" y="247"/>
                  </a:cubicBezTo>
                  <a:cubicBezTo>
                    <a:pt x="87" y="239"/>
                    <a:pt x="79" y="233"/>
                    <a:pt x="70" y="226"/>
                  </a:cubicBezTo>
                  <a:cubicBezTo>
                    <a:pt x="50" y="211"/>
                    <a:pt x="28" y="198"/>
                    <a:pt x="3" y="190"/>
                  </a:cubicBezTo>
                  <a:cubicBezTo>
                    <a:pt x="1" y="190"/>
                    <a:pt x="0" y="189"/>
                    <a:pt x="0" y="186"/>
                  </a:cubicBezTo>
                  <a:cubicBezTo>
                    <a:pt x="0" y="125"/>
                    <a:pt x="0" y="6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6" name="Freeform 8"/>
            <p:cNvSpPr>
              <a:spLocks/>
            </p:cNvSpPr>
            <p:nvPr/>
          </p:nvSpPr>
          <p:spPr bwMode="auto">
            <a:xfrm>
              <a:off x="6838950" y="-1649413"/>
              <a:ext cx="363538" cy="936625"/>
            </a:xfrm>
            <a:custGeom>
              <a:avLst/>
              <a:gdLst>
                <a:gd name="T0" fmla="*/ 96 w 96"/>
                <a:gd name="T1" fmla="*/ 0 h 247"/>
                <a:gd name="T2" fmla="*/ 96 w 96"/>
                <a:gd name="T3" fmla="*/ 19 h 247"/>
                <a:gd name="T4" fmla="*/ 96 w 96"/>
                <a:gd name="T5" fmla="*/ 184 h 247"/>
                <a:gd name="T6" fmla="*/ 91 w 96"/>
                <a:gd name="T7" fmla="*/ 191 h 247"/>
                <a:gd name="T8" fmla="*/ 9 w 96"/>
                <a:gd name="T9" fmla="*/ 239 h 247"/>
                <a:gd name="T10" fmla="*/ 0 w 96"/>
                <a:gd name="T11" fmla="*/ 247 h 247"/>
                <a:gd name="T12" fmla="*/ 7 w 96"/>
                <a:gd name="T13" fmla="*/ 230 h 247"/>
                <a:gd name="T14" fmla="*/ 57 w 96"/>
                <a:gd name="T15" fmla="*/ 174 h 247"/>
                <a:gd name="T16" fmla="*/ 71 w 96"/>
                <a:gd name="T17" fmla="*/ 163 h 247"/>
                <a:gd name="T18" fmla="*/ 75 w 96"/>
                <a:gd name="T19" fmla="*/ 154 h 247"/>
                <a:gd name="T20" fmla="*/ 74 w 96"/>
                <a:gd name="T21" fmla="*/ 18 h 247"/>
                <a:gd name="T22" fmla="*/ 79 w 96"/>
                <a:gd name="T23" fmla="*/ 10 h 247"/>
                <a:gd name="T24" fmla="*/ 96 w 96"/>
                <a:gd name="T25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247">
                  <a:moveTo>
                    <a:pt x="96" y="0"/>
                  </a:moveTo>
                  <a:cubicBezTo>
                    <a:pt x="96" y="7"/>
                    <a:pt x="96" y="13"/>
                    <a:pt x="96" y="19"/>
                  </a:cubicBezTo>
                  <a:cubicBezTo>
                    <a:pt x="96" y="74"/>
                    <a:pt x="96" y="129"/>
                    <a:pt x="96" y="184"/>
                  </a:cubicBezTo>
                  <a:cubicBezTo>
                    <a:pt x="96" y="188"/>
                    <a:pt x="95" y="190"/>
                    <a:pt x="91" y="191"/>
                  </a:cubicBezTo>
                  <a:cubicBezTo>
                    <a:pt x="60" y="201"/>
                    <a:pt x="34" y="219"/>
                    <a:pt x="9" y="239"/>
                  </a:cubicBezTo>
                  <a:cubicBezTo>
                    <a:pt x="6" y="242"/>
                    <a:pt x="3" y="244"/>
                    <a:pt x="0" y="247"/>
                  </a:cubicBezTo>
                  <a:cubicBezTo>
                    <a:pt x="1" y="240"/>
                    <a:pt x="4" y="235"/>
                    <a:pt x="7" y="230"/>
                  </a:cubicBezTo>
                  <a:cubicBezTo>
                    <a:pt x="19" y="208"/>
                    <a:pt x="37" y="190"/>
                    <a:pt x="57" y="174"/>
                  </a:cubicBezTo>
                  <a:cubicBezTo>
                    <a:pt x="61" y="170"/>
                    <a:pt x="66" y="166"/>
                    <a:pt x="71" y="163"/>
                  </a:cubicBezTo>
                  <a:cubicBezTo>
                    <a:pt x="74" y="160"/>
                    <a:pt x="75" y="158"/>
                    <a:pt x="75" y="154"/>
                  </a:cubicBezTo>
                  <a:cubicBezTo>
                    <a:pt x="74" y="109"/>
                    <a:pt x="74" y="63"/>
                    <a:pt x="74" y="18"/>
                  </a:cubicBezTo>
                  <a:cubicBezTo>
                    <a:pt x="74" y="14"/>
                    <a:pt x="75" y="12"/>
                    <a:pt x="79" y="10"/>
                  </a:cubicBezTo>
                  <a:cubicBezTo>
                    <a:pt x="84" y="7"/>
                    <a:pt x="90" y="4"/>
                    <a:pt x="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6176963" y="-1531938"/>
              <a:ext cx="454025" cy="857250"/>
            </a:xfrm>
            <a:custGeom>
              <a:avLst/>
              <a:gdLst>
                <a:gd name="T0" fmla="*/ 120 w 120"/>
                <a:gd name="T1" fmla="*/ 226 h 226"/>
                <a:gd name="T2" fmla="*/ 20 w 120"/>
                <a:gd name="T3" fmla="*/ 195 h 226"/>
                <a:gd name="T4" fmla="*/ 6 w 120"/>
                <a:gd name="T5" fmla="*/ 193 h 226"/>
                <a:gd name="T6" fmla="*/ 0 w 120"/>
                <a:gd name="T7" fmla="*/ 188 h 226"/>
                <a:gd name="T8" fmla="*/ 0 w 120"/>
                <a:gd name="T9" fmla="*/ 5 h 226"/>
                <a:gd name="T10" fmla="*/ 5 w 120"/>
                <a:gd name="T11" fmla="*/ 2 h 226"/>
                <a:gd name="T12" fmla="*/ 19 w 120"/>
                <a:gd name="T13" fmla="*/ 6 h 226"/>
                <a:gd name="T14" fmla="*/ 20 w 120"/>
                <a:gd name="T15" fmla="*/ 21 h 226"/>
                <a:gd name="T16" fmla="*/ 20 w 120"/>
                <a:gd name="T17" fmla="*/ 163 h 226"/>
                <a:gd name="T18" fmla="*/ 26 w 120"/>
                <a:gd name="T19" fmla="*/ 170 h 226"/>
                <a:gd name="T20" fmla="*/ 114 w 120"/>
                <a:gd name="T21" fmla="*/ 220 h 226"/>
                <a:gd name="T22" fmla="*/ 120 w 120"/>
                <a:gd name="T23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0" h="226">
                  <a:moveTo>
                    <a:pt x="120" y="226"/>
                  </a:moveTo>
                  <a:cubicBezTo>
                    <a:pt x="88" y="212"/>
                    <a:pt x="55" y="200"/>
                    <a:pt x="20" y="195"/>
                  </a:cubicBezTo>
                  <a:cubicBezTo>
                    <a:pt x="15" y="194"/>
                    <a:pt x="10" y="194"/>
                    <a:pt x="6" y="193"/>
                  </a:cubicBezTo>
                  <a:cubicBezTo>
                    <a:pt x="2" y="193"/>
                    <a:pt x="0" y="192"/>
                    <a:pt x="0" y="188"/>
                  </a:cubicBezTo>
                  <a:cubicBezTo>
                    <a:pt x="0" y="127"/>
                    <a:pt x="0" y="66"/>
                    <a:pt x="0" y="5"/>
                  </a:cubicBezTo>
                  <a:cubicBezTo>
                    <a:pt x="0" y="2"/>
                    <a:pt x="0" y="0"/>
                    <a:pt x="5" y="2"/>
                  </a:cubicBezTo>
                  <a:cubicBezTo>
                    <a:pt x="10" y="3"/>
                    <a:pt x="16" y="2"/>
                    <a:pt x="19" y="6"/>
                  </a:cubicBezTo>
                  <a:cubicBezTo>
                    <a:pt x="22" y="9"/>
                    <a:pt x="20" y="16"/>
                    <a:pt x="20" y="21"/>
                  </a:cubicBezTo>
                  <a:cubicBezTo>
                    <a:pt x="20" y="68"/>
                    <a:pt x="20" y="116"/>
                    <a:pt x="20" y="163"/>
                  </a:cubicBezTo>
                  <a:cubicBezTo>
                    <a:pt x="20" y="167"/>
                    <a:pt x="21" y="169"/>
                    <a:pt x="26" y="170"/>
                  </a:cubicBezTo>
                  <a:cubicBezTo>
                    <a:pt x="59" y="180"/>
                    <a:pt x="88" y="198"/>
                    <a:pt x="114" y="220"/>
                  </a:cubicBezTo>
                  <a:cubicBezTo>
                    <a:pt x="116" y="222"/>
                    <a:pt x="118" y="224"/>
                    <a:pt x="120" y="2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6877050" y="-1531938"/>
              <a:ext cx="454025" cy="857250"/>
            </a:xfrm>
            <a:custGeom>
              <a:avLst/>
              <a:gdLst>
                <a:gd name="T0" fmla="*/ 0 w 120"/>
                <a:gd name="T1" fmla="*/ 226 h 226"/>
                <a:gd name="T2" fmla="*/ 29 w 120"/>
                <a:gd name="T3" fmla="*/ 203 h 226"/>
                <a:gd name="T4" fmla="*/ 96 w 120"/>
                <a:gd name="T5" fmla="*/ 170 h 226"/>
                <a:gd name="T6" fmla="*/ 100 w 120"/>
                <a:gd name="T7" fmla="*/ 163 h 226"/>
                <a:gd name="T8" fmla="*/ 100 w 120"/>
                <a:gd name="T9" fmla="*/ 12 h 226"/>
                <a:gd name="T10" fmla="*/ 106 w 120"/>
                <a:gd name="T11" fmla="*/ 4 h 226"/>
                <a:gd name="T12" fmla="*/ 115 w 120"/>
                <a:gd name="T13" fmla="*/ 2 h 226"/>
                <a:gd name="T14" fmla="*/ 120 w 120"/>
                <a:gd name="T15" fmla="*/ 6 h 226"/>
                <a:gd name="T16" fmla="*/ 120 w 120"/>
                <a:gd name="T17" fmla="*/ 88 h 226"/>
                <a:gd name="T18" fmla="*/ 120 w 120"/>
                <a:gd name="T19" fmla="*/ 187 h 226"/>
                <a:gd name="T20" fmla="*/ 115 w 120"/>
                <a:gd name="T21" fmla="*/ 193 h 226"/>
                <a:gd name="T22" fmla="*/ 15 w 120"/>
                <a:gd name="T23" fmla="*/ 220 h 226"/>
                <a:gd name="T24" fmla="*/ 0 w 120"/>
                <a:gd name="T2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226">
                  <a:moveTo>
                    <a:pt x="0" y="226"/>
                  </a:moveTo>
                  <a:cubicBezTo>
                    <a:pt x="9" y="217"/>
                    <a:pt x="18" y="210"/>
                    <a:pt x="29" y="203"/>
                  </a:cubicBezTo>
                  <a:cubicBezTo>
                    <a:pt x="49" y="188"/>
                    <a:pt x="71" y="176"/>
                    <a:pt x="96" y="170"/>
                  </a:cubicBezTo>
                  <a:cubicBezTo>
                    <a:pt x="100" y="169"/>
                    <a:pt x="100" y="166"/>
                    <a:pt x="100" y="163"/>
                  </a:cubicBezTo>
                  <a:cubicBezTo>
                    <a:pt x="100" y="113"/>
                    <a:pt x="100" y="62"/>
                    <a:pt x="100" y="12"/>
                  </a:cubicBezTo>
                  <a:cubicBezTo>
                    <a:pt x="100" y="7"/>
                    <a:pt x="100" y="4"/>
                    <a:pt x="106" y="4"/>
                  </a:cubicBezTo>
                  <a:cubicBezTo>
                    <a:pt x="109" y="3"/>
                    <a:pt x="112" y="3"/>
                    <a:pt x="115" y="2"/>
                  </a:cubicBezTo>
                  <a:cubicBezTo>
                    <a:pt x="120" y="0"/>
                    <a:pt x="120" y="2"/>
                    <a:pt x="120" y="6"/>
                  </a:cubicBezTo>
                  <a:cubicBezTo>
                    <a:pt x="120" y="33"/>
                    <a:pt x="120" y="61"/>
                    <a:pt x="120" y="88"/>
                  </a:cubicBezTo>
                  <a:cubicBezTo>
                    <a:pt x="120" y="121"/>
                    <a:pt x="120" y="154"/>
                    <a:pt x="120" y="187"/>
                  </a:cubicBezTo>
                  <a:cubicBezTo>
                    <a:pt x="120" y="191"/>
                    <a:pt x="119" y="193"/>
                    <a:pt x="115" y="193"/>
                  </a:cubicBezTo>
                  <a:cubicBezTo>
                    <a:pt x="80" y="196"/>
                    <a:pt x="47" y="207"/>
                    <a:pt x="15" y="220"/>
                  </a:cubicBezTo>
                  <a:cubicBezTo>
                    <a:pt x="10" y="222"/>
                    <a:pt x="5" y="224"/>
                    <a:pt x="0" y="2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grpSp>
        <p:nvGrpSpPr>
          <p:cNvPr id="29" name="Grupo 28"/>
          <p:cNvGrpSpPr/>
          <p:nvPr/>
        </p:nvGrpSpPr>
        <p:grpSpPr>
          <a:xfrm>
            <a:off x="4147319" y="1867488"/>
            <a:ext cx="1154112" cy="1092200"/>
            <a:chOff x="6176963" y="-1766888"/>
            <a:chExt cx="1154112" cy="1092200"/>
          </a:xfrm>
          <a:solidFill>
            <a:schemeClr val="bg1"/>
          </a:solidFill>
        </p:grpSpPr>
        <p:sp>
          <p:nvSpPr>
            <p:cNvPr id="30" name="Freeform 5"/>
            <p:cNvSpPr>
              <a:spLocks/>
            </p:cNvSpPr>
            <p:nvPr/>
          </p:nvSpPr>
          <p:spPr bwMode="auto">
            <a:xfrm>
              <a:off x="6437313" y="-1766888"/>
              <a:ext cx="292100" cy="1058863"/>
            </a:xfrm>
            <a:custGeom>
              <a:avLst/>
              <a:gdLst>
                <a:gd name="T0" fmla="*/ 77 w 77"/>
                <a:gd name="T1" fmla="*/ 279 h 279"/>
                <a:gd name="T2" fmla="*/ 28 w 77"/>
                <a:gd name="T3" fmla="*/ 208 h 279"/>
                <a:gd name="T4" fmla="*/ 4 w 77"/>
                <a:gd name="T5" fmla="*/ 187 h 279"/>
                <a:gd name="T6" fmla="*/ 0 w 77"/>
                <a:gd name="T7" fmla="*/ 179 h 279"/>
                <a:gd name="T8" fmla="*/ 1 w 77"/>
                <a:gd name="T9" fmla="*/ 31 h 279"/>
                <a:gd name="T10" fmla="*/ 1 w 77"/>
                <a:gd name="T11" fmla="*/ 0 h 279"/>
                <a:gd name="T12" fmla="*/ 20 w 77"/>
                <a:gd name="T13" fmla="*/ 15 h 279"/>
                <a:gd name="T14" fmla="*/ 74 w 77"/>
                <a:gd name="T15" fmla="*/ 97 h 279"/>
                <a:gd name="T16" fmla="*/ 77 w 77"/>
                <a:gd name="T17" fmla="*/ 116 h 279"/>
                <a:gd name="T18" fmla="*/ 77 w 77"/>
                <a:gd name="T19" fmla="*/ 269 h 279"/>
                <a:gd name="T20" fmla="*/ 77 w 77"/>
                <a:gd name="T21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" h="279">
                  <a:moveTo>
                    <a:pt x="77" y="279"/>
                  </a:moveTo>
                  <a:cubicBezTo>
                    <a:pt x="68" y="250"/>
                    <a:pt x="50" y="228"/>
                    <a:pt x="28" y="208"/>
                  </a:cubicBezTo>
                  <a:cubicBezTo>
                    <a:pt x="20" y="201"/>
                    <a:pt x="12" y="194"/>
                    <a:pt x="4" y="187"/>
                  </a:cubicBezTo>
                  <a:cubicBezTo>
                    <a:pt x="1" y="185"/>
                    <a:pt x="0" y="183"/>
                    <a:pt x="0" y="179"/>
                  </a:cubicBezTo>
                  <a:cubicBezTo>
                    <a:pt x="2" y="130"/>
                    <a:pt x="0" y="81"/>
                    <a:pt x="1" y="31"/>
                  </a:cubicBezTo>
                  <a:cubicBezTo>
                    <a:pt x="1" y="21"/>
                    <a:pt x="1" y="11"/>
                    <a:pt x="1" y="0"/>
                  </a:cubicBezTo>
                  <a:cubicBezTo>
                    <a:pt x="9" y="5"/>
                    <a:pt x="15" y="9"/>
                    <a:pt x="20" y="15"/>
                  </a:cubicBezTo>
                  <a:cubicBezTo>
                    <a:pt x="45" y="37"/>
                    <a:pt x="61" y="65"/>
                    <a:pt x="74" y="97"/>
                  </a:cubicBezTo>
                  <a:cubicBezTo>
                    <a:pt x="76" y="103"/>
                    <a:pt x="77" y="109"/>
                    <a:pt x="77" y="116"/>
                  </a:cubicBezTo>
                  <a:cubicBezTo>
                    <a:pt x="77" y="167"/>
                    <a:pt x="77" y="218"/>
                    <a:pt x="77" y="269"/>
                  </a:cubicBezTo>
                  <a:cubicBezTo>
                    <a:pt x="77" y="273"/>
                    <a:pt x="77" y="276"/>
                    <a:pt x="77" y="2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6773863" y="-1766888"/>
              <a:ext cx="295275" cy="1062038"/>
            </a:xfrm>
            <a:custGeom>
              <a:avLst/>
              <a:gdLst>
                <a:gd name="T0" fmla="*/ 77 w 78"/>
                <a:gd name="T1" fmla="*/ 0 h 280"/>
                <a:gd name="T2" fmla="*/ 77 w 78"/>
                <a:gd name="T3" fmla="*/ 42 h 280"/>
                <a:gd name="T4" fmla="*/ 78 w 78"/>
                <a:gd name="T5" fmla="*/ 166 h 280"/>
                <a:gd name="T6" fmla="*/ 65 w 78"/>
                <a:gd name="T7" fmla="*/ 195 h 280"/>
                <a:gd name="T8" fmla="*/ 17 w 78"/>
                <a:gd name="T9" fmla="*/ 247 h 280"/>
                <a:gd name="T10" fmla="*/ 2 w 78"/>
                <a:gd name="T11" fmla="*/ 280 h 280"/>
                <a:gd name="T12" fmla="*/ 1 w 78"/>
                <a:gd name="T13" fmla="*/ 274 h 280"/>
                <a:gd name="T14" fmla="*/ 1 w 78"/>
                <a:gd name="T15" fmla="*/ 269 h 280"/>
                <a:gd name="T16" fmla="*/ 1 w 78"/>
                <a:gd name="T17" fmla="*/ 122 h 280"/>
                <a:gd name="T18" fmla="*/ 7 w 78"/>
                <a:gd name="T19" fmla="*/ 90 h 280"/>
                <a:gd name="T20" fmla="*/ 55 w 78"/>
                <a:gd name="T21" fmla="*/ 18 h 280"/>
                <a:gd name="T22" fmla="*/ 77 w 78"/>
                <a:gd name="T23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280">
                  <a:moveTo>
                    <a:pt x="77" y="0"/>
                  </a:moveTo>
                  <a:cubicBezTo>
                    <a:pt x="77" y="15"/>
                    <a:pt x="77" y="28"/>
                    <a:pt x="77" y="42"/>
                  </a:cubicBezTo>
                  <a:cubicBezTo>
                    <a:pt x="77" y="83"/>
                    <a:pt x="77" y="125"/>
                    <a:pt x="78" y="166"/>
                  </a:cubicBezTo>
                  <a:cubicBezTo>
                    <a:pt x="78" y="179"/>
                    <a:pt x="75" y="187"/>
                    <a:pt x="65" y="195"/>
                  </a:cubicBezTo>
                  <a:cubicBezTo>
                    <a:pt x="46" y="209"/>
                    <a:pt x="30" y="226"/>
                    <a:pt x="17" y="247"/>
                  </a:cubicBezTo>
                  <a:cubicBezTo>
                    <a:pt x="10" y="257"/>
                    <a:pt x="5" y="267"/>
                    <a:pt x="2" y="280"/>
                  </a:cubicBezTo>
                  <a:cubicBezTo>
                    <a:pt x="0" y="278"/>
                    <a:pt x="1" y="276"/>
                    <a:pt x="1" y="274"/>
                  </a:cubicBezTo>
                  <a:cubicBezTo>
                    <a:pt x="1" y="273"/>
                    <a:pt x="1" y="271"/>
                    <a:pt x="1" y="269"/>
                  </a:cubicBezTo>
                  <a:cubicBezTo>
                    <a:pt x="1" y="220"/>
                    <a:pt x="1" y="171"/>
                    <a:pt x="1" y="122"/>
                  </a:cubicBezTo>
                  <a:cubicBezTo>
                    <a:pt x="1" y="110"/>
                    <a:pt x="3" y="100"/>
                    <a:pt x="7" y="90"/>
                  </a:cubicBezTo>
                  <a:cubicBezTo>
                    <a:pt x="19" y="63"/>
                    <a:pt x="33" y="38"/>
                    <a:pt x="55" y="18"/>
                  </a:cubicBezTo>
                  <a:cubicBezTo>
                    <a:pt x="61" y="11"/>
                    <a:pt x="68" y="6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2" name="Freeform 7"/>
            <p:cNvSpPr>
              <a:spLocks/>
            </p:cNvSpPr>
            <p:nvPr/>
          </p:nvSpPr>
          <p:spPr bwMode="auto">
            <a:xfrm>
              <a:off x="6305550" y="-1649413"/>
              <a:ext cx="366713" cy="936625"/>
            </a:xfrm>
            <a:custGeom>
              <a:avLst/>
              <a:gdLst>
                <a:gd name="T0" fmla="*/ 0 w 97"/>
                <a:gd name="T1" fmla="*/ 0 h 247"/>
                <a:gd name="T2" fmla="*/ 20 w 97"/>
                <a:gd name="T3" fmla="*/ 11 h 247"/>
                <a:gd name="T4" fmla="*/ 22 w 97"/>
                <a:gd name="T5" fmla="*/ 18 h 247"/>
                <a:gd name="T6" fmla="*/ 21 w 97"/>
                <a:gd name="T7" fmla="*/ 150 h 247"/>
                <a:gd name="T8" fmla="*/ 29 w 97"/>
                <a:gd name="T9" fmla="*/ 165 h 247"/>
                <a:gd name="T10" fmla="*/ 78 w 97"/>
                <a:gd name="T11" fmla="*/ 213 h 247"/>
                <a:gd name="T12" fmla="*/ 97 w 97"/>
                <a:gd name="T13" fmla="*/ 247 h 247"/>
                <a:gd name="T14" fmla="*/ 70 w 97"/>
                <a:gd name="T15" fmla="*/ 226 h 247"/>
                <a:gd name="T16" fmla="*/ 3 w 97"/>
                <a:gd name="T17" fmla="*/ 190 h 247"/>
                <a:gd name="T18" fmla="*/ 0 w 97"/>
                <a:gd name="T19" fmla="*/ 186 h 247"/>
                <a:gd name="T20" fmla="*/ 0 w 97"/>
                <a:gd name="T2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247">
                  <a:moveTo>
                    <a:pt x="0" y="0"/>
                  </a:moveTo>
                  <a:cubicBezTo>
                    <a:pt x="7" y="4"/>
                    <a:pt x="14" y="8"/>
                    <a:pt x="20" y="11"/>
                  </a:cubicBezTo>
                  <a:cubicBezTo>
                    <a:pt x="23" y="13"/>
                    <a:pt x="22" y="16"/>
                    <a:pt x="22" y="18"/>
                  </a:cubicBezTo>
                  <a:cubicBezTo>
                    <a:pt x="22" y="62"/>
                    <a:pt x="22" y="106"/>
                    <a:pt x="21" y="150"/>
                  </a:cubicBezTo>
                  <a:cubicBezTo>
                    <a:pt x="21" y="157"/>
                    <a:pt x="23" y="161"/>
                    <a:pt x="29" y="165"/>
                  </a:cubicBezTo>
                  <a:cubicBezTo>
                    <a:pt x="47" y="180"/>
                    <a:pt x="64" y="195"/>
                    <a:pt x="78" y="213"/>
                  </a:cubicBezTo>
                  <a:cubicBezTo>
                    <a:pt x="86" y="223"/>
                    <a:pt x="92" y="234"/>
                    <a:pt x="97" y="247"/>
                  </a:cubicBezTo>
                  <a:cubicBezTo>
                    <a:pt x="87" y="239"/>
                    <a:pt x="79" y="233"/>
                    <a:pt x="70" y="226"/>
                  </a:cubicBezTo>
                  <a:cubicBezTo>
                    <a:pt x="50" y="211"/>
                    <a:pt x="28" y="198"/>
                    <a:pt x="3" y="190"/>
                  </a:cubicBezTo>
                  <a:cubicBezTo>
                    <a:pt x="1" y="190"/>
                    <a:pt x="0" y="189"/>
                    <a:pt x="0" y="186"/>
                  </a:cubicBezTo>
                  <a:cubicBezTo>
                    <a:pt x="0" y="125"/>
                    <a:pt x="0" y="6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3" name="Freeform 8"/>
            <p:cNvSpPr>
              <a:spLocks/>
            </p:cNvSpPr>
            <p:nvPr/>
          </p:nvSpPr>
          <p:spPr bwMode="auto">
            <a:xfrm>
              <a:off x="6838950" y="-1649413"/>
              <a:ext cx="363538" cy="936625"/>
            </a:xfrm>
            <a:custGeom>
              <a:avLst/>
              <a:gdLst>
                <a:gd name="T0" fmla="*/ 96 w 96"/>
                <a:gd name="T1" fmla="*/ 0 h 247"/>
                <a:gd name="T2" fmla="*/ 96 w 96"/>
                <a:gd name="T3" fmla="*/ 19 h 247"/>
                <a:gd name="T4" fmla="*/ 96 w 96"/>
                <a:gd name="T5" fmla="*/ 184 h 247"/>
                <a:gd name="T6" fmla="*/ 91 w 96"/>
                <a:gd name="T7" fmla="*/ 191 h 247"/>
                <a:gd name="T8" fmla="*/ 9 w 96"/>
                <a:gd name="T9" fmla="*/ 239 h 247"/>
                <a:gd name="T10" fmla="*/ 0 w 96"/>
                <a:gd name="T11" fmla="*/ 247 h 247"/>
                <a:gd name="T12" fmla="*/ 7 w 96"/>
                <a:gd name="T13" fmla="*/ 230 h 247"/>
                <a:gd name="T14" fmla="*/ 57 w 96"/>
                <a:gd name="T15" fmla="*/ 174 h 247"/>
                <a:gd name="T16" fmla="*/ 71 w 96"/>
                <a:gd name="T17" fmla="*/ 163 h 247"/>
                <a:gd name="T18" fmla="*/ 75 w 96"/>
                <a:gd name="T19" fmla="*/ 154 h 247"/>
                <a:gd name="T20" fmla="*/ 74 w 96"/>
                <a:gd name="T21" fmla="*/ 18 h 247"/>
                <a:gd name="T22" fmla="*/ 79 w 96"/>
                <a:gd name="T23" fmla="*/ 10 h 247"/>
                <a:gd name="T24" fmla="*/ 96 w 96"/>
                <a:gd name="T25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247">
                  <a:moveTo>
                    <a:pt x="96" y="0"/>
                  </a:moveTo>
                  <a:cubicBezTo>
                    <a:pt x="96" y="7"/>
                    <a:pt x="96" y="13"/>
                    <a:pt x="96" y="19"/>
                  </a:cubicBezTo>
                  <a:cubicBezTo>
                    <a:pt x="96" y="74"/>
                    <a:pt x="96" y="129"/>
                    <a:pt x="96" y="184"/>
                  </a:cubicBezTo>
                  <a:cubicBezTo>
                    <a:pt x="96" y="188"/>
                    <a:pt x="95" y="190"/>
                    <a:pt x="91" y="191"/>
                  </a:cubicBezTo>
                  <a:cubicBezTo>
                    <a:pt x="60" y="201"/>
                    <a:pt x="34" y="219"/>
                    <a:pt x="9" y="239"/>
                  </a:cubicBezTo>
                  <a:cubicBezTo>
                    <a:pt x="6" y="242"/>
                    <a:pt x="3" y="244"/>
                    <a:pt x="0" y="247"/>
                  </a:cubicBezTo>
                  <a:cubicBezTo>
                    <a:pt x="1" y="240"/>
                    <a:pt x="4" y="235"/>
                    <a:pt x="7" y="230"/>
                  </a:cubicBezTo>
                  <a:cubicBezTo>
                    <a:pt x="19" y="208"/>
                    <a:pt x="37" y="190"/>
                    <a:pt x="57" y="174"/>
                  </a:cubicBezTo>
                  <a:cubicBezTo>
                    <a:pt x="61" y="170"/>
                    <a:pt x="66" y="166"/>
                    <a:pt x="71" y="163"/>
                  </a:cubicBezTo>
                  <a:cubicBezTo>
                    <a:pt x="74" y="160"/>
                    <a:pt x="75" y="158"/>
                    <a:pt x="75" y="154"/>
                  </a:cubicBezTo>
                  <a:cubicBezTo>
                    <a:pt x="74" y="109"/>
                    <a:pt x="74" y="63"/>
                    <a:pt x="74" y="18"/>
                  </a:cubicBezTo>
                  <a:cubicBezTo>
                    <a:pt x="74" y="14"/>
                    <a:pt x="75" y="12"/>
                    <a:pt x="79" y="10"/>
                  </a:cubicBezTo>
                  <a:cubicBezTo>
                    <a:pt x="84" y="7"/>
                    <a:pt x="90" y="4"/>
                    <a:pt x="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4" name="Freeform 9"/>
            <p:cNvSpPr>
              <a:spLocks/>
            </p:cNvSpPr>
            <p:nvPr/>
          </p:nvSpPr>
          <p:spPr bwMode="auto">
            <a:xfrm>
              <a:off x="6176963" y="-1531938"/>
              <a:ext cx="454025" cy="857250"/>
            </a:xfrm>
            <a:custGeom>
              <a:avLst/>
              <a:gdLst>
                <a:gd name="T0" fmla="*/ 120 w 120"/>
                <a:gd name="T1" fmla="*/ 226 h 226"/>
                <a:gd name="T2" fmla="*/ 20 w 120"/>
                <a:gd name="T3" fmla="*/ 195 h 226"/>
                <a:gd name="T4" fmla="*/ 6 w 120"/>
                <a:gd name="T5" fmla="*/ 193 h 226"/>
                <a:gd name="T6" fmla="*/ 0 w 120"/>
                <a:gd name="T7" fmla="*/ 188 h 226"/>
                <a:gd name="T8" fmla="*/ 0 w 120"/>
                <a:gd name="T9" fmla="*/ 5 h 226"/>
                <a:gd name="T10" fmla="*/ 5 w 120"/>
                <a:gd name="T11" fmla="*/ 2 h 226"/>
                <a:gd name="T12" fmla="*/ 19 w 120"/>
                <a:gd name="T13" fmla="*/ 6 h 226"/>
                <a:gd name="T14" fmla="*/ 20 w 120"/>
                <a:gd name="T15" fmla="*/ 21 h 226"/>
                <a:gd name="T16" fmla="*/ 20 w 120"/>
                <a:gd name="T17" fmla="*/ 163 h 226"/>
                <a:gd name="T18" fmla="*/ 26 w 120"/>
                <a:gd name="T19" fmla="*/ 170 h 226"/>
                <a:gd name="T20" fmla="*/ 114 w 120"/>
                <a:gd name="T21" fmla="*/ 220 h 226"/>
                <a:gd name="T22" fmla="*/ 120 w 120"/>
                <a:gd name="T23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0" h="226">
                  <a:moveTo>
                    <a:pt x="120" y="226"/>
                  </a:moveTo>
                  <a:cubicBezTo>
                    <a:pt x="88" y="212"/>
                    <a:pt x="55" y="200"/>
                    <a:pt x="20" y="195"/>
                  </a:cubicBezTo>
                  <a:cubicBezTo>
                    <a:pt x="15" y="194"/>
                    <a:pt x="10" y="194"/>
                    <a:pt x="6" y="193"/>
                  </a:cubicBezTo>
                  <a:cubicBezTo>
                    <a:pt x="2" y="193"/>
                    <a:pt x="0" y="192"/>
                    <a:pt x="0" y="188"/>
                  </a:cubicBezTo>
                  <a:cubicBezTo>
                    <a:pt x="0" y="127"/>
                    <a:pt x="0" y="66"/>
                    <a:pt x="0" y="5"/>
                  </a:cubicBezTo>
                  <a:cubicBezTo>
                    <a:pt x="0" y="2"/>
                    <a:pt x="0" y="0"/>
                    <a:pt x="5" y="2"/>
                  </a:cubicBezTo>
                  <a:cubicBezTo>
                    <a:pt x="10" y="3"/>
                    <a:pt x="16" y="2"/>
                    <a:pt x="19" y="6"/>
                  </a:cubicBezTo>
                  <a:cubicBezTo>
                    <a:pt x="22" y="9"/>
                    <a:pt x="20" y="16"/>
                    <a:pt x="20" y="21"/>
                  </a:cubicBezTo>
                  <a:cubicBezTo>
                    <a:pt x="20" y="68"/>
                    <a:pt x="20" y="116"/>
                    <a:pt x="20" y="163"/>
                  </a:cubicBezTo>
                  <a:cubicBezTo>
                    <a:pt x="20" y="167"/>
                    <a:pt x="21" y="169"/>
                    <a:pt x="26" y="170"/>
                  </a:cubicBezTo>
                  <a:cubicBezTo>
                    <a:pt x="59" y="180"/>
                    <a:pt x="88" y="198"/>
                    <a:pt x="114" y="220"/>
                  </a:cubicBezTo>
                  <a:cubicBezTo>
                    <a:pt x="116" y="222"/>
                    <a:pt x="118" y="224"/>
                    <a:pt x="120" y="2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5" name="Freeform 10"/>
            <p:cNvSpPr>
              <a:spLocks/>
            </p:cNvSpPr>
            <p:nvPr/>
          </p:nvSpPr>
          <p:spPr bwMode="auto">
            <a:xfrm>
              <a:off x="6877050" y="-1531938"/>
              <a:ext cx="454025" cy="857250"/>
            </a:xfrm>
            <a:custGeom>
              <a:avLst/>
              <a:gdLst>
                <a:gd name="T0" fmla="*/ 0 w 120"/>
                <a:gd name="T1" fmla="*/ 226 h 226"/>
                <a:gd name="T2" fmla="*/ 29 w 120"/>
                <a:gd name="T3" fmla="*/ 203 h 226"/>
                <a:gd name="T4" fmla="*/ 96 w 120"/>
                <a:gd name="T5" fmla="*/ 170 h 226"/>
                <a:gd name="T6" fmla="*/ 100 w 120"/>
                <a:gd name="T7" fmla="*/ 163 h 226"/>
                <a:gd name="T8" fmla="*/ 100 w 120"/>
                <a:gd name="T9" fmla="*/ 12 h 226"/>
                <a:gd name="T10" fmla="*/ 106 w 120"/>
                <a:gd name="T11" fmla="*/ 4 h 226"/>
                <a:gd name="T12" fmla="*/ 115 w 120"/>
                <a:gd name="T13" fmla="*/ 2 h 226"/>
                <a:gd name="T14" fmla="*/ 120 w 120"/>
                <a:gd name="T15" fmla="*/ 6 h 226"/>
                <a:gd name="T16" fmla="*/ 120 w 120"/>
                <a:gd name="T17" fmla="*/ 88 h 226"/>
                <a:gd name="T18" fmla="*/ 120 w 120"/>
                <a:gd name="T19" fmla="*/ 187 h 226"/>
                <a:gd name="T20" fmla="*/ 115 w 120"/>
                <a:gd name="T21" fmla="*/ 193 h 226"/>
                <a:gd name="T22" fmla="*/ 15 w 120"/>
                <a:gd name="T23" fmla="*/ 220 h 226"/>
                <a:gd name="T24" fmla="*/ 0 w 120"/>
                <a:gd name="T2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226">
                  <a:moveTo>
                    <a:pt x="0" y="226"/>
                  </a:moveTo>
                  <a:cubicBezTo>
                    <a:pt x="9" y="217"/>
                    <a:pt x="18" y="210"/>
                    <a:pt x="29" y="203"/>
                  </a:cubicBezTo>
                  <a:cubicBezTo>
                    <a:pt x="49" y="188"/>
                    <a:pt x="71" y="176"/>
                    <a:pt x="96" y="170"/>
                  </a:cubicBezTo>
                  <a:cubicBezTo>
                    <a:pt x="100" y="169"/>
                    <a:pt x="100" y="166"/>
                    <a:pt x="100" y="163"/>
                  </a:cubicBezTo>
                  <a:cubicBezTo>
                    <a:pt x="100" y="113"/>
                    <a:pt x="100" y="62"/>
                    <a:pt x="100" y="12"/>
                  </a:cubicBezTo>
                  <a:cubicBezTo>
                    <a:pt x="100" y="7"/>
                    <a:pt x="100" y="4"/>
                    <a:pt x="106" y="4"/>
                  </a:cubicBezTo>
                  <a:cubicBezTo>
                    <a:pt x="109" y="3"/>
                    <a:pt x="112" y="3"/>
                    <a:pt x="115" y="2"/>
                  </a:cubicBezTo>
                  <a:cubicBezTo>
                    <a:pt x="120" y="0"/>
                    <a:pt x="120" y="2"/>
                    <a:pt x="120" y="6"/>
                  </a:cubicBezTo>
                  <a:cubicBezTo>
                    <a:pt x="120" y="33"/>
                    <a:pt x="120" y="61"/>
                    <a:pt x="120" y="88"/>
                  </a:cubicBezTo>
                  <a:cubicBezTo>
                    <a:pt x="120" y="121"/>
                    <a:pt x="120" y="154"/>
                    <a:pt x="120" y="187"/>
                  </a:cubicBezTo>
                  <a:cubicBezTo>
                    <a:pt x="120" y="191"/>
                    <a:pt x="119" y="193"/>
                    <a:pt x="115" y="193"/>
                  </a:cubicBezTo>
                  <a:cubicBezTo>
                    <a:pt x="80" y="196"/>
                    <a:pt x="47" y="207"/>
                    <a:pt x="15" y="220"/>
                  </a:cubicBezTo>
                  <a:cubicBezTo>
                    <a:pt x="10" y="222"/>
                    <a:pt x="5" y="224"/>
                    <a:pt x="0" y="2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794119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3;p54"/>
          <p:cNvSpPr txBox="1">
            <a:spLocks/>
          </p:cNvSpPr>
          <p:nvPr/>
        </p:nvSpPr>
        <p:spPr>
          <a:xfrm>
            <a:off x="1644037" y="1304550"/>
            <a:ext cx="5855925" cy="2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Baskerville"/>
              <a:buNone/>
              <a:defRPr sz="7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94C"/>
              </a:buClr>
              <a:buSzPts val="3600"/>
              <a:buFont typeface="Libre Baskerville"/>
              <a:buNone/>
              <a:tabLst/>
              <a:defRPr/>
            </a:pPr>
            <a:r>
              <a:rPr kumimoji="0" lang="es-PE" sz="7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Baskerville"/>
                <a:sym typeface="Libre Baskerville"/>
              </a:rPr>
              <a:t>Por su atención, Gracias </a:t>
            </a:r>
          </a:p>
        </p:txBody>
      </p:sp>
    </p:spTree>
    <p:extLst>
      <p:ext uri="{BB962C8B-B14F-4D97-AF65-F5344CB8AC3E}">
        <p14:creationId xmlns:p14="http://schemas.microsoft.com/office/powerpoint/2010/main" val="4155739247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445</Words>
  <Application>Microsoft Office PowerPoint</Application>
  <PresentationFormat>Presentación en pantalla (16:9)</PresentationFormat>
  <Paragraphs>69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Baskerville Old Face</vt:lpstr>
      <vt:lpstr>Calibri Light</vt:lpstr>
      <vt:lpstr>Libre Baskerville</vt:lpstr>
      <vt:lpstr>Calibri</vt:lpstr>
      <vt:lpstr>Roboto</vt:lpstr>
      <vt:lpstr>Diseño personalizado</vt:lpstr>
      <vt:lpstr>ORATORIA SAGRADA </vt:lpstr>
      <vt:lpstr>HISTORIA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Generation of ‘27</dc:title>
  <dc:creator>Sr GRYM</dc:creator>
  <cp:lastModifiedBy>Luis Alvarado</cp:lastModifiedBy>
  <cp:revision>86</cp:revision>
  <dcterms:modified xsi:type="dcterms:W3CDTF">2024-05-23T12:41:25Z</dcterms:modified>
</cp:coreProperties>
</file>