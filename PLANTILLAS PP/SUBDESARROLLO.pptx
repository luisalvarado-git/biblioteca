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9"/>
  </p:notesMasterIdLst>
  <p:sldIdLst>
    <p:sldId id="256" r:id="rId2"/>
    <p:sldId id="298" r:id="rId3"/>
    <p:sldId id="258" r:id="rId4"/>
    <p:sldId id="259" r:id="rId5"/>
    <p:sldId id="260" r:id="rId6"/>
    <p:sldId id="264" r:id="rId7"/>
    <p:sldId id="299" r:id="rId8"/>
    <p:sldId id="261" r:id="rId9"/>
    <p:sldId id="300" r:id="rId10"/>
    <p:sldId id="301" r:id="rId11"/>
    <p:sldId id="269" r:id="rId12"/>
    <p:sldId id="302" r:id="rId13"/>
    <p:sldId id="303" r:id="rId14"/>
    <p:sldId id="265" r:id="rId15"/>
    <p:sldId id="267" r:id="rId16"/>
    <p:sldId id="263" r:id="rId17"/>
    <p:sldId id="266" r:id="rId1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DM Sans ExtraBold" panose="020B0604020202020204" charset="0"/>
      <p:bold r:id="rId28"/>
      <p:bold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Nunito" pitchFamily="2" charset="0"/>
      <p:regular r:id="rId34"/>
      <p:bold r:id="rId35"/>
      <p:italic r:id="rId36"/>
      <p:boldItalic r:id="rId37"/>
    </p:embeddedFont>
    <p:embeddedFont>
      <p:font typeface="Nunito Light" pitchFamily="2" charset="0"/>
      <p:regular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75E093-6530-46DA-A3FE-8AEAC50D20B7}">
  <a:tblStyle styleId="{9F75E093-6530-46DA-A3FE-8AEAC50D20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83" y="22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264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17b871a4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17b871a4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773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dd46dd1d6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dd46dd1d6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618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560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3415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17b8719ec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17b8719ec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98300" y="1523100"/>
            <a:ext cx="6957000" cy="22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98450" y="3732200"/>
            <a:ext cx="6957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078028" y="-1391669"/>
            <a:ext cx="11666207" cy="8151541"/>
            <a:chOff x="-2078028" y="-1391669"/>
            <a:chExt cx="11666207" cy="8151541"/>
          </a:xfrm>
        </p:grpSpPr>
        <p:sp>
          <p:nvSpPr>
            <p:cNvPr id="13" name="Google Shape;13;p2"/>
            <p:cNvSpPr/>
            <p:nvPr/>
          </p:nvSpPr>
          <p:spPr>
            <a:xfrm rot="5400000">
              <a:off x="-1065597" y="-2404099"/>
              <a:ext cx="2452727" cy="4477588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902464" y="3686094"/>
              <a:ext cx="1685715" cy="3073779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182925" y="-535943"/>
            <a:ext cx="8085408" cy="5144509"/>
            <a:chOff x="-182925" y="-535943"/>
            <a:chExt cx="8085408" cy="5144509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-182925" y="4544171"/>
              <a:ext cx="8085408" cy="64395"/>
              <a:chOff x="-182925" y="4544171"/>
              <a:chExt cx="8085408" cy="6439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-182925" y="4569918"/>
                <a:ext cx="79896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789434" y="4544171"/>
                <a:ext cx="113049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911949" y="-535943"/>
              <a:ext cx="64395" cy="1596993"/>
              <a:chOff x="911949" y="-535943"/>
              <a:chExt cx="64395" cy="1596993"/>
            </a:xfrm>
          </p:grpSpPr>
          <p:sp>
            <p:nvSpPr>
              <p:cNvPr id="20" name="Google Shape;20;p2"/>
              <p:cNvSpPr/>
              <p:nvPr/>
            </p:nvSpPr>
            <p:spPr>
              <a:xfrm rot="5400000">
                <a:off x="184246" y="217507"/>
                <a:ext cx="15198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5400000">
                <a:off x="888337" y="973043"/>
                <a:ext cx="111618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20000" y="2909475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600"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244925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3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720000" y="3734775"/>
            <a:ext cx="5067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7" name="Google Shape;27;p3"/>
          <p:cNvGrpSpPr/>
          <p:nvPr/>
        </p:nvGrpSpPr>
        <p:grpSpPr>
          <a:xfrm>
            <a:off x="-965711" y="-828856"/>
            <a:ext cx="11369546" cy="7608064"/>
            <a:chOff x="-965711" y="-828856"/>
            <a:chExt cx="11369546" cy="7608064"/>
          </a:xfrm>
        </p:grpSpPr>
        <p:sp>
          <p:nvSpPr>
            <p:cNvPr id="28" name="Google Shape;28;p3"/>
            <p:cNvSpPr/>
            <p:nvPr/>
          </p:nvSpPr>
          <p:spPr>
            <a:xfrm rot="5400000">
              <a:off x="6938678" y="3314051"/>
              <a:ext cx="2452727" cy="4477588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-965711" y="-828856"/>
              <a:ext cx="1685715" cy="3073779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30;p3"/>
          <p:cNvGrpSpPr/>
          <p:nvPr/>
        </p:nvGrpSpPr>
        <p:grpSpPr>
          <a:xfrm rot="10800000">
            <a:off x="7257199" y="4338732"/>
            <a:ext cx="64395" cy="1596993"/>
            <a:chOff x="911949" y="-535943"/>
            <a:chExt cx="64395" cy="1596993"/>
          </a:xfrm>
        </p:grpSpPr>
        <p:sp>
          <p:nvSpPr>
            <p:cNvPr id="31" name="Google Shape;31;p3"/>
            <p:cNvSpPr/>
            <p:nvPr/>
          </p:nvSpPr>
          <p:spPr>
            <a:xfrm rot="5400000">
              <a:off x="184246" y="217507"/>
              <a:ext cx="15198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5400000">
              <a:off x="888337" y="973043"/>
              <a:ext cx="111618" cy="64395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p3"/>
          <p:cNvGrpSpPr/>
          <p:nvPr/>
        </p:nvGrpSpPr>
        <p:grpSpPr>
          <a:xfrm rot="10800000">
            <a:off x="712974" y="769648"/>
            <a:ext cx="8695857" cy="64402"/>
            <a:chOff x="-182925" y="4544171"/>
            <a:chExt cx="8085408" cy="64395"/>
          </a:xfrm>
        </p:grpSpPr>
        <p:sp>
          <p:nvSpPr>
            <p:cNvPr id="34" name="Google Shape;34;p3"/>
            <p:cNvSpPr/>
            <p:nvPr/>
          </p:nvSpPr>
          <p:spPr>
            <a:xfrm>
              <a:off x="-182925" y="4569918"/>
              <a:ext cx="79896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7789434" y="4544171"/>
              <a:ext cx="113049" cy="64395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0" name="Google Shape;40;p4"/>
          <p:cNvGrpSpPr/>
          <p:nvPr/>
        </p:nvGrpSpPr>
        <p:grpSpPr>
          <a:xfrm rot="5400000">
            <a:off x="5929618" y="1770414"/>
            <a:ext cx="5611922" cy="64395"/>
            <a:chOff x="2290561" y="4544171"/>
            <a:chExt cx="5611922" cy="64395"/>
          </a:xfrm>
        </p:grpSpPr>
        <p:sp>
          <p:nvSpPr>
            <p:cNvPr id="41" name="Google Shape;41;p4"/>
            <p:cNvSpPr/>
            <p:nvPr/>
          </p:nvSpPr>
          <p:spPr>
            <a:xfrm>
              <a:off x="2290561" y="4569922"/>
              <a:ext cx="55161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789434" y="4544171"/>
              <a:ext cx="113049" cy="64395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-1116563" y="-3550068"/>
            <a:ext cx="11772053" cy="9613578"/>
            <a:chOff x="-1116563" y="-3550068"/>
            <a:chExt cx="11772053" cy="9613578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7426512" y="2834532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 rot="10800000">
              <a:off x="-1116563" y="-3550068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8676293" y="-2041474"/>
            <a:ext cx="1343707" cy="4477588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 rot="5400000">
            <a:off x="9454499" y="154132"/>
            <a:ext cx="64395" cy="1596993"/>
            <a:chOff x="911949" y="-535943"/>
            <a:chExt cx="64395" cy="1596993"/>
          </a:xfrm>
        </p:grpSpPr>
        <p:sp>
          <p:nvSpPr>
            <p:cNvPr id="70" name="Google Shape;70;p6"/>
            <p:cNvSpPr/>
            <p:nvPr/>
          </p:nvSpPr>
          <p:spPr>
            <a:xfrm rot="5400000">
              <a:off x="184246" y="217507"/>
              <a:ext cx="15198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 rot="5400000">
              <a:off x="888337" y="973043"/>
              <a:ext cx="111618" cy="64395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720000" y="637700"/>
            <a:ext cx="6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76" name="Google Shape;76;p7"/>
          <p:cNvGrpSpPr/>
          <p:nvPr/>
        </p:nvGrpSpPr>
        <p:grpSpPr>
          <a:xfrm>
            <a:off x="-965711" y="-1913219"/>
            <a:ext cx="11369546" cy="8152491"/>
            <a:chOff x="-965711" y="-1913219"/>
            <a:chExt cx="11369546" cy="8152491"/>
          </a:xfrm>
        </p:grpSpPr>
        <p:sp>
          <p:nvSpPr>
            <p:cNvPr id="77" name="Google Shape;77;p7"/>
            <p:cNvSpPr/>
            <p:nvPr/>
          </p:nvSpPr>
          <p:spPr>
            <a:xfrm rot="5400000">
              <a:off x="6938678" y="-2925649"/>
              <a:ext cx="2452727" cy="4477588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-965711" y="3165494"/>
              <a:ext cx="1685715" cy="3073779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>
            <a:off x="712974" y="-1057493"/>
            <a:ext cx="8695857" cy="5875668"/>
            <a:chOff x="712974" y="-1057493"/>
            <a:chExt cx="8695857" cy="5875668"/>
          </a:xfrm>
        </p:grpSpPr>
        <p:grpSp>
          <p:nvGrpSpPr>
            <p:cNvPr id="80" name="Google Shape;80;p7"/>
            <p:cNvGrpSpPr/>
            <p:nvPr/>
          </p:nvGrpSpPr>
          <p:grpSpPr>
            <a:xfrm>
              <a:off x="7257199" y="-1057493"/>
              <a:ext cx="64395" cy="1596993"/>
              <a:chOff x="911949" y="-535943"/>
              <a:chExt cx="64395" cy="1596993"/>
            </a:xfrm>
          </p:grpSpPr>
          <p:sp>
            <p:nvSpPr>
              <p:cNvPr id="81" name="Google Shape;81;p7"/>
              <p:cNvSpPr/>
              <p:nvPr/>
            </p:nvSpPr>
            <p:spPr>
              <a:xfrm rot="5400000">
                <a:off x="184246" y="217507"/>
                <a:ext cx="15198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 rot="5400000">
                <a:off x="888337" y="973043"/>
                <a:ext cx="111618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7"/>
            <p:cNvGrpSpPr/>
            <p:nvPr/>
          </p:nvGrpSpPr>
          <p:grpSpPr>
            <a:xfrm rot="10800000">
              <a:off x="712974" y="4753773"/>
              <a:ext cx="8695857" cy="64402"/>
              <a:chOff x="-182925" y="4544171"/>
              <a:chExt cx="8085408" cy="64395"/>
            </a:xfrm>
          </p:grpSpPr>
          <p:sp>
            <p:nvSpPr>
              <p:cNvPr id="84" name="Google Shape;84;p7"/>
              <p:cNvSpPr/>
              <p:nvPr/>
            </p:nvSpPr>
            <p:spPr>
              <a:xfrm>
                <a:off x="-182925" y="4569918"/>
                <a:ext cx="79896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>
                <a:off x="7789434" y="4544171"/>
                <a:ext cx="113049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996150" y="2474600"/>
            <a:ext cx="4699200" cy="17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9" name="Google Shape;89;p8"/>
          <p:cNvGrpSpPr/>
          <p:nvPr/>
        </p:nvGrpSpPr>
        <p:grpSpPr>
          <a:xfrm rot="-5400000">
            <a:off x="5613750" y="5901708"/>
            <a:ext cx="5634038" cy="71438"/>
            <a:chOff x="969625" y="4766808"/>
            <a:chExt cx="5634038" cy="71438"/>
          </a:xfrm>
        </p:grpSpPr>
        <p:sp>
          <p:nvSpPr>
            <p:cNvPr id="90" name="Google Shape;90;p8"/>
            <p:cNvSpPr/>
            <p:nvPr/>
          </p:nvSpPr>
          <p:spPr>
            <a:xfrm>
              <a:off x="969625" y="4795327"/>
              <a:ext cx="55278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4135975" y="539500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4135975" y="2634775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 rot="10800000">
            <a:off x="3697875" y="4456796"/>
            <a:ext cx="5634038" cy="71438"/>
            <a:chOff x="969625" y="4766808"/>
            <a:chExt cx="5634038" cy="71438"/>
          </a:xfrm>
        </p:grpSpPr>
        <p:sp>
          <p:nvSpPr>
            <p:cNvPr id="98" name="Google Shape;98;p9"/>
            <p:cNvSpPr/>
            <p:nvPr/>
          </p:nvSpPr>
          <p:spPr>
            <a:xfrm>
              <a:off x="969625" y="4795327"/>
              <a:ext cx="55278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-1269421" y="-1539067"/>
            <a:ext cx="4967292" cy="7392058"/>
            <a:chOff x="-1269421" y="-1539067"/>
            <a:chExt cx="4967292" cy="7392058"/>
          </a:xfrm>
        </p:grpSpPr>
        <p:sp>
          <p:nvSpPr>
            <p:cNvPr id="102" name="Google Shape;102;p9"/>
            <p:cNvSpPr/>
            <p:nvPr/>
          </p:nvSpPr>
          <p:spPr>
            <a:xfrm>
              <a:off x="-1156850" y="-1539067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9"/>
            <p:cNvSpPr/>
            <p:nvPr/>
          </p:nvSpPr>
          <p:spPr>
            <a:xfrm rot="5400000">
              <a:off x="-146263" y="2008857"/>
              <a:ext cx="2720976" cy="4967292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3635400" cy="1143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>
            <a:spLocks noGrp="1"/>
          </p:cNvSpPr>
          <p:nvPr>
            <p:ph type="title" hasCustomPrompt="1"/>
          </p:nvPr>
        </p:nvSpPr>
        <p:spPr>
          <a:xfrm>
            <a:off x="1541975" y="2206088"/>
            <a:ext cx="6576000" cy="10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0" name="Google Shape;110;p11"/>
          <p:cNvSpPr txBox="1">
            <a:spLocks noGrp="1"/>
          </p:cNvSpPr>
          <p:nvPr>
            <p:ph type="subTitle" idx="1"/>
          </p:nvPr>
        </p:nvSpPr>
        <p:spPr>
          <a:xfrm>
            <a:off x="1541975" y="318956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-813163" y="2810632"/>
            <a:ext cx="1490664" cy="4967292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11"/>
          <p:cNvGrpSpPr/>
          <p:nvPr/>
        </p:nvGrpSpPr>
        <p:grpSpPr>
          <a:xfrm>
            <a:off x="677500" y="-126523"/>
            <a:ext cx="8912413" cy="4658519"/>
            <a:chOff x="677500" y="-126523"/>
            <a:chExt cx="8912413" cy="4658519"/>
          </a:xfrm>
        </p:grpSpPr>
        <p:grpSp>
          <p:nvGrpSpPr>
            <p:cNvPr id="113" name="Google Shape;113;p11"/>
            <p:cNvGrpSpPr/>
            <p:nvPr/>
          </p:nvGrpSpPr>
          <p:grpSpPr>
            <a:xfrm rot="5400000">
              <a:off x="7473850" y="723583"/>
              <a:ext cx="1771650" cy="71438"/>
              <a:chOff x="1150025" y="4460558"/>
              <a:chExt cx="1771650" cy="71438"/>
            </a:xfrm>
          </p:grpSpPr>
          <p:sp>
            <p:nvSpPr>
              <p:cNvPr id="114" name="Google Shape;114;p11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1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11"/>
            <p:cNvGrpSpPr/>
            <p:nvPr/>
          </p:nvGrpSpPr>
          <p:grpSpPr>
            <a:xfrm rot="10800000">
              <a:off x="677500" y="4460558"/>
              <a:ext cx="8912413" cy="71438"/>
              <a:chOff x="-2308750" y="4879233"/>
              <a:chExt cx="8912413" cy="71438"/>
            </a:xfrm>
          </p:grpSpPr>
          <p:sp>
            <p:nvSpPr>
              <p:cNvPr id="117" name="Google Shape;117;p11"/>
              <p:cNvSpPr/>
              <p:nvPr/>
            </p:nvSpPr>
            <p:spPr>
              <a:xfrm>
                <a:off x="-2308750" y="4907750"/>
                <a:ext cx="88761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1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1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713225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2"/>
          </p:nvPr>
        </p:nvSpPr>
        <p:spPr>
          <a:xfrm>
            <a:off x="713225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3"/>
          </p:nvPr>
        </p:nvSpPr>
        <p:spPr>
          <a:xfrm>
            <a:off x="3419250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4"/>
          </p:nvPr>
        </p:nvSpPr>
        <p:spPr>
          <a:xfrm>
            <a:off x="3419250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5" hasCustomPrompt="1"/>
          </p:nvPr>
        </p:nvSpPr>
        <p:spPr>
          <a:xfrm>
            <a:off x="1415375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6" hasCustomPrompt="1"/>
          </p:nvPr>
        </p:nvSpPr>
        <p:spPr>
          <a:xfrm>
            <a:off x="4121400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7" hasCustomPrompt="1"/>
          </p:nvPr>
        </p:nvSpPr>
        <p:spPr>
          <a:xfrm>
            <a:off x="1415375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8" hasCustomPrompt="1"/>
          </p:nvPr>
        </p:nvSpPr>
        <p:spPr>
          <a:xfrm>
            <a:off x="4121400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6125275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6125275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14" hasCustomPrompt="1"/>
          </p:nvPr>
        </p:nvSpPr>
        <p:spPr>
          <a:xfrm>
            <a:off x="6827425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15" hasCustomPrompt="1"/>
          </p:nvPr>
        </p:nvSpPr>
        <p:spPr>
          <a:xfrm>
            <a:off x="6827425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6"/>
          </p:nvPr>
        </p:nvSpPr>
        <p:spPr>
          <a:xfrm>
            <a:off x="713225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7"/>
          </p:nvPr>
        </p:nvSpPr>
        <p:spPr>
          <a:xfrm>
            <a:off x="713225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8"/>
          </p:nvPr>
        </p:nvSpPr>
        <p:spPr>
          <a:xfrm>
            <a:off x="3419250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9"/>
          </p:nvPr>
        </p:nvSpPr>
        <p:spPr>
          <a:xfrm>
            <a:off x="3419250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20"/>
          </p:nvPr>
        </p:nvSpPr>
        <p:spPr>
          <a:xfrm>
            <a:off x="6125275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21"/>
          </p:nvPr>
        </p:nvSpPr>
        <p:spPr>
          <a:xfrm>
            <a:off x="6125275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42" name="Google Shape;142;p13"/>
          <p:cNvGrpSpPr/>
          <p:nvPr/>
        </p:nvGrpSpPr>
        <p:grpSpPr>
          <a:xfrm rot="5400000">
            <a:off x="-2432457" y="1770414"/>
            <a:ext cx="5611922" cy="64395"/>
            <a:chOff x="2290561" y="4544171"/>
            <a:chExt cx="5611922" cy="64395"/>
          </a:xfrm>
        </p:grpSpPr>
        <p:sp>
          <p:nvSpPr>
            <p:cNvPr id="143" name="Google Shape;143;p13"/>
            <p:cNvSpPr/>
            <p:nvPr/>
          </p:nvSpPr>
          <p:spPr>
            <a:xfrm>
              <a:off x="2290561" y="4569922"/>
              <a:ext cx="55161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7789434" y="4544171"/>
              <a:ext cx="113049" cy="64395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3"/>
          <p:cNvSpPr/>
          <p:nvPr/>
        </p:nvSpPr>
        <p:spPr>
          <a:xfrm rot="5400000">
            <a:off x="-370272" y="3596151"/>
            <a:ext cx="2452727" cy="4477588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CUSTOM_6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2"/>
          </p:nvPr>
        </p:nvSpPr>
        <p:spPr>
          <a:xfrm>
            <a:off x="720025" y="2767309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720025" y="3886300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ubTitle" idx="4"/>
          </p:nvPr>
        </p:nvSpPr>
        <p:spPr>
          <a:xfrm>
            <a:off x="720025" y="1232826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subTitle" idx="5"/>
          </p:nvPr>
        </p:nvSpPr>
        <p:spPr>
          <a:xfrm>
            <a:off x="720025" y="235307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8676293" y="2237651"/>
            <a:ext cx="1343707" cy="4477588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7"/>
          <p:cNvGrpSpPr/>
          <p:nvPr/>
        </p:nvGrpSpPr>
        <p:grpSpPr>
          <a:xfrm rot="5400000">
            <a:off x="9454499" y="3167632"/>
            <a:ext cx="64395" cy="1596993"/>
            <a:chOff x="911949" y="-535943"/>
            <a:chExt cx="64395" cy="1596993"/>
          </a:xfrm>
        </p:grpSpPr>
        <p:sp>
          <p:nvSpPr>
            <p:cNvPr id="187" name="Google Shape;187;p17"/>
            <p:cNvSpPr/>
            <p:nvPr/>
          </p:nvSpPr>
          <p:spPr>
            <a:xfrm rot="5400000">
              <a:off x="184246" y="217507"/>
              <a:ext cx="15198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 rot="5400000">
              <a:off x="888337" y="973043"/>
              <a:ext cx="111618" cy="64395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ubTitle" idx="1"/>
          </p:nvPr>
        </p:nvSpPr>
        <p:spPr>
          <a:xfrm>
            <a:off x="1294375" y="1633950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subTitle" idx="2"/>
          </p:nvPr>
        </p:nvSpPr>
        <p:spPr>
          <a:xfrm>
            <a:off x="1294385" y="2753474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subTitle" idx="3"/>
          </p:nvPr>
        </p:nvSpPr>
        <p:spPr>
          <a:xfrm>
            <a:off x="1294385" y="3872998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4"/>
          </p:nvPr>
        </p:nvSpPr>
        <p:spPr>
          <a:xfrm>
            <a:off x="1294375" y="13298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ubTitle" idx="5"/>
          </p:nvPr>
        </p:nvSpPr>
        <p:spPr>
          <a:xfrm>
            <a:off x="1294375" y="245037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6"/>
          </p:nvPr>
        </p:nvSpPr>
        <p:spPr>
          <a:xfrm>
            <a:off x="1294375" y="35709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98" name="Google Shape;198;p18"/>
          <p:cNvGrpSpPr/>
          <p:nvPr/>
        </p:nvGrpSpPr>
        <p:grpSpPr>
          <a:xfrm rot="5400000">
            <a:off x="5882675" y="-894817"/>
            <a:ext cx="2797175" cy="71438"/>
            <a:chOff x="969625" y="5671683"/>
            <a:chExt cx="2797175" cy="71438"/>
          </a:xfrm>
        </p:grpSpPr>
        <p:sp>
          <p:nvSpPr>
            <p:cNvPr id="199" name="Google Shape;199;p18"/>
            <p:cNvSpPr/>
            <p:nvPr/>
          </p:nvSpPr>
          <p:spPr>
            <a:xfrm>
              <a:off x="969625" y="5700202"/>
              <a:ext cx="26973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3644562" y="5671683"/>
              <a:ext cx="122238" cy="71438"/>
            </a:xfrm>
            <a:custGeom>
              <a:avLst/>
              <a:gdLst/>
              <a:ahLst/>
              <a:cxnLst/>
              <a:rect l="l" t="t" r="r" b="b"/>
              <a:pathLst>
                <a:path w="77" h="45" extrusionOk="0">
                  <a:moveTo>
                    <a:pt x="0" y="23"/>
                  </a:moveTo>
                  <a:lnTo>
                    <a:pt x="39" y="0"/>
                  </a:lnTo>
                  <a:lnTo>
                    <a:pt x="77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3644562" y="5671683"/>
              <a:ext cx="122238" cy="71438"/>
            </a:xfrm>
            <a:custGeom>
              <a:avLst/>
              <a:gdLst/>
              <a:ahLst/>
              <a:cxnLst/>
              <a:rect l="l" t="t" r="r" b="b"/>
              <a:pathLst>
                <a:path w="77" h="45" extrusionOk="0">
                  <a:moveTo>
                    <a:pt x="0" y="23"/>
                  </a:moveTo>
                  <a:lnTo>
                    <a:pt x="39" y="0"/>
                  </a:lnTo>
                  <a:lnTo>
                    <a:pt x="77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-1116563" y="-951154"/>
            <a:ext cx="11413703" cy="8943978"/>
            <a:chOff x="-1116563" y="-951154"/>
            <a:chExt cx="11413703" cy="8943978"/>
          </a:xfrm>
        </p:grpSpPr>
        <p:sp>
          <p:nvSpPr>
            <p:cNvPr id="203" name="Google Shape;203;p18"/>
            <p:cNvSpPr/>
            <p:nvPr/>
          </p:nvSpPr>
          <p:spPr>
            <a:xfrm rot="-5400000">
              <a:off x="7068162" y="-2689468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 rot="10800000">
              <a:off x="-1116563" y="3025532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8" name="Google Shape;238;p21"/>
          <p:cNvGrpSpPr/>
          <p:nvPr/>
        </p:nvGrpSpPr>
        <p:grpSpPr>
          <a:xfrm>
            <a:off x="-4247302" y="-3550068"/>
            <a:ext cx="14441353" cy="9176065"/>
            <a:chOff x="-4247302" y="-3550068"/>
            <a:chExt cx="14441353" cy="9176065"/>
          </a:xfrm>
        </p:grpSpPr>
        <p:sp>
          <p:nvSpPr>
            <p:cNvPr id="239" name="Google Shape;239;p21"/>
            <p:cNvSpPr/>
            <p:nvPr/>
          </p:nvSpPr>
          <p:spPr>
            <a:xfrm rot="-5400000">
              <a:off x="-2508988" y="2397020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 rot="10800000">
              <a:off x="8703387" y="-3550068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720000" y="308483"/>
            <a:ext cx="9755025" cy="4607901"/>
            <a:chOff x="720000" y="308483"/>
            <a:chExt cx="9755025" cy="4607901"/>
          </a:xfrm>
        </p:grpSpPr>
        <p:grpSp>
          <p:nvGrpSpPr>
            <p:cNvPr id="242" name="Google Shape;242;p21"/>
            <p:cNvGrpSpPr/>
            <p:nvPr/>
          </p:nvGrpSpPr>
          <p:grpSpPr>
            <a:xfrm rot="10800000">
              <a:off x="8703375" y="308483"/>
              <a:ext cx="1771650" cy="71438"/>
              <a:chOff x="1150025" y="4460558"/>
              <a:chExt cx="1771650" cy="71438"/>
            </a:xfrm>
          </p:grpSpPr>
          <p:sp>
            <p:nvSpPr>
              <p:cNvPr id="243" name="Google Shape;243;p21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21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21"/>
            <p:cNvGrpSpPr/>
            <p:nvPr/>
          </p:nvGrpSpPr>
          <p:grpSpPr>
            <a:xfrm rot="10800000">
              <a:off x="720000" y="4844946"/>
              <a:ext cx="8912413" cy="71438"/>
              <a:chOff x="-2308750" y="4879233"/>
              <a:chExt cx="8912413" cy="71438"/>
            </a:xfrm>
          </p:grpSpPr>
          <p:sp>
            <p:nvSpPr>
              <p:cNvPr id="246" name="Google Shape;246;p21"/>
              <p:cNvSpPr/>
              <p:nvPr/>
            </p:nvSpPr>
            <p:spPr>
              <a:xfrm>
                <a:off x="-2308750" y="4907750"/>
                <a:ext cx="88761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3"/>
          <p:cNvGrpSpPr/>
          <p:nvPr/>
        </p:nvGrpSpPr>
        <p:grpSpPr>
          <a:xfrm>
            <a:off x="-1353152" y="-951167"/>
            <a:ext cx="11547203" cy="7961265"/>
            <a:chOff x="-1353152" y="-951167"/>
            <a:chExt cx="11547203" cy="7961265"/>
          </a:xfrm>
        </p:grpSpPr>
        <p:sp>
          <p:nvSpPr>
            <p:cNvPr id="266" name="Google Shape;266;p23"/>
            <p:cNvSpPr/>
            <p:nvPr/>
          </p:nvSpPr>
          <p:spPr>
            <a:xfrm rot="-5400000">
              <a:off x="385162" y="-2689480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 rot="10800000">
              <a:off x="8703387" y="2042807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3"/>
          <p:cNvGrpSpPr/>
          <p:nvPr/>
        </p:nvGrpSpPr>
        <p:grpSpPr>
          <a:xfrm rot="5400000">
            <a:off x="985675" y="-382042"/>
            <a:ext cx="1771650" cy="71438"/>
            <a:chOff x="1150025" y="4460558"/>
            <a:chExt cx="1771650" cy="71438"/>
          </a:xfrm>
        </p:grpSpPr>
        <p:sp>
          <p:nvSpPr>
            <p:cNvPr id="269" name="Google Shape;269;p23"/>
            <p:cNvSpPr/>
            <p:nvPr/>
          </p:nvSpPr>
          <p:spPr>
            <a:xfrm>
              <a:off x="1150025" y="4489077"/>
              <a:ext cx="16860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>
              <a:off x="2797850" y="4460558"/>
              <a:ext cx="123825" cy="71438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4"/>
          <p:cNvGrpSpPr/>
          <p:nvPr/>
        </p:nvGrpSpPr>
        <p:grpSpPr>
          <a:xfrm>
            <a:off x="-481650" y="795633"/>
            <a:ext cx="8912413" cy="4500744"/>
            <a:chOff x="-481650" y="795633"/>
            <a:chExt cx="8912413" cy="4500744"/>
          </a:xfrm>
        </p:grpSpPr>
        <p:grpSp>
          <p:nvGrpSpPr>
            <p:cNvPr id="274" name="Google Shape;274;p24"/>
            <p:cNvGrpSpPr/>
            <p:nvPr/>
          </p:nvGrpSpPr>
          <p:grpSpPr>
            <a:xfrm rot="-5400000">
              <a:off x="1013950" y="4374833"/>
              <a:ext cx="1771650" cy="71438"/>
              <a:chOff x="1150025" y="4460558"/>
              <a:chExt cx="1771650" cy="71438"/>
            </a:xfrm>
          </p:grpSpPr>
          <p:sp>
            <p:nvSpPr>
              <p:cNvPr id="275" name="Google Shape;275;p24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24"/>
            <p:cNvGrpSpPr/>
            <p:nvPr/>
          </p:nvGrpSpPr>
          <p:grpSpPr>
            <a:xfrm>
              <a:off x="-481650" y="795633"/>
              <a:ext cx="8912413" cy="71438"/>
              <a:chOff x="-2308750" y="4879233"/>
              <a:chExt cx="8912413" cy="71438"/>
            </a:xfrm>
          </p:grpSpPr>
          <p:sp>
            <p:nvSpPr>
              <p:cNvPr id="278" name="Google Shape;278;p24"/>
              <p:cNvSpPr/>
              <p:nvPr/>
            </p:nvSpPr>
            <p:spPr>
              <a:xfrm>
                <a:off x="-2308750" y="4907750"/>
                <a:ext cx="88761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1" name="Google Shape;281;p24"/>
          <p:cNvGrpSpPr/>
          <p:nvPr/>
        </p:nvGrpSpPr>
        <p:grpSpPr>
          <a:xfrm>
            <a:off x="539287" y="-1724343"/>
            <a:ext cx="9382164" cy="10216367"/>
            <a:chOff x="539287" y="-1724343"/>
            <a:chExt cx="9382164" cy="10216367"/>
          </a:xfrm>
        </p:grpSpPr>
        <p:sp>
          <p:nvSpPr>
            <p:cNvPr id="282" name="Google Shape;282;p24"/>
            <p:cNvSpPr/>
            <p:nvPr/>
          </p:nvSpPr>
          <p:spPr>
            <a:xfrm>
              <a:off x="8430787" y="-1724343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539287" y="3524732"/>
              <a:ext cx="2720976" cy="4967292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4" r:id="rId13"/>
    <p:sldLayoutId id="2147483667" r:id="rId14"/>
    <p:sldLayoutId id="2147483669" r:id="rId15"/>
    <p:sldLayoutId id="214748367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>
            <a:spLocks noGrp="1"/>
          </p:cNvSpPr>
          <p:nvPr>
            <p:ph type="ctrTitle"/>
          </p:nvPr>
        </p:nvSpPr>
        <p:spPr>
          <a:xfrm>
            <a:off x="898300" y="1523100"/>
            <a:ext cx="6957000" cy="22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b="0" dirty="0">
                <a:latin typeface="DM Sans ExtraBold"/>
                <a:ea typeface="DM Sans ExtraBold"/>
                <a:cs typeface="DM Sans ExtraBold"/>
                <a:sym typeface="DM Sans ExtraBold"/>
              </a:rPr>
              <a:t>TEORIAS DEL SUB DESARROLLO EN AMERICA LATINA</a:t>
            </a:r>
            <a:endParaRPr b="0" dirty="0"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1"/>
          </p:nvPr>
        </p:nvSpPr>
        <p:spPr>
          <a:xfrm>
            <a:off x="898450" y="3732200"/>
            <a:ext cx="6957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Grupo N.4 Sociologia </a:t>
            </a:r>
            <a:endParaRPr sz="1600" dirty="0"/>
          </a:p>
        </p:txBody>
      </p:sp>
      <p:sp>
        <p:nvSpPr>
          <p:cNvPr id="296" name="Google Shape;296;p28"/>
          <p:cNvSpPr/>
          <p:nvPr/>
        </p:nvSpPr>
        <p:spPr>
          <a:xfrm rot="5400000">
            <a:off x="625212" y="973043"/>
            <a:ext cx="111618" cy="64395"/>
          </a:xfrm>
          <a:custGeom>
            <a:avLst/>
            <a:gdLst/>
            <a:ahLst/>
            <a:cxnLst/>
            <a:rect l="l" t="t" r="r" b="b"/>
            <a:pathLst>
              <a:path w="78" h="45" extrusionOk="0">
                <a:moveTo>
                  <a:pt x="0" y="23"/>
                </a:moveTo>
                <a:lnTo>
                  <a:pt x="39" y="0"/>
                </a:lnTo>
                <a:lnTo>
                  <a:pt x="78" y="23"/>
                </a:lnTo>
                <a:lnTo>
                  <a:pt x="39" y="45"/>
                </a:lnTo>
                <a:lnTo>
                  <a:pt x="0" y="23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Sub desarrollo en America Latina</a:t>
            </a:r>
            <a:endParaRPr dirty="0"/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b="0" i="0" dirty="0">
                <a:solidFill>
                  <a:srgbClr val="333333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 subdesarrollo es la situación de un país o región que presenta bajos niveles de bienestar social, desarrollo económico, educativo y tecnológico en comparación con otras naciones más avanzadas.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2" name="Google Shape;342;p32"/>
          <p:cNvSpPr txBox="1">
            <a:spLocks noGrp="1"/>
          </p:cNvSpPr>
          <p:nvPr>
            <p:ph type="subTitle" idx="2"/>
          </p:nvPr>
        </p:nvSpPr>
        <p:spPr>
          <a:xfrm>
            <a:off x="720000" y="338027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 la sociologia Latinoamericana el subdesarrollo es producto de una combinacion de factores de orden estructural, economicos, sociales, politicos y culturales que han hecho de esta parte de America, una amplia zona geogracia y poblacional viviendo en condiciones de desigualdad y sub desarrolllo</a:t>
            </a:r>
            <a:endParaRPr dirty="0"/>
          </a:p>
        </p:txBody>
      </p:sp>
      <p:sp>
        <p:nvSpPr>
          <p:cNvPr id="344" name="Google Shape;344;p32"/>
          <p:cNvSpPr txBox="1">
            <a:spLocks noGrp="1"/>
          </p:cNvSpPr>
          <p:nvPr>
            <p:ph type="subTitle" idx="4"/>
          </p:nvPr>
        </p:nvSpPr>
        <p:spPr>
          <a:xfrm>
            <a:off x="720025" y="1232826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¿Que es el sub desarrollo?</a:t>
            </a:r>
            <a:endParaRPr dirty="0"/>
          </a:p>
        </p:txBody>
      </p:sp>
      <p:sp>
        <p:nvSpPr>
          <p:cNvPr id="345" name="Google Shape;345;p32"/>
          <p:cNvSpPr txBox="1">
            <a:spLocks noGrp="1"/>
          </p:cNvSpPr>
          <p:nvPr>
            <p:ph type="subTitle" idx="5"/>
          </p:nvPr>
        </p:nvSpPr>
        <p:spPr>
          <a:xfrm>
            <a:off x="720000" y="296748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¿Como se presenta en Latino America?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3590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Teorias</a:t>
            </a:r>
            <a:endParaRPr dirty="0"/>
          </a:p>
        </p:txBody>
      </p:sp>
      <p:sp>
        <p:nvSpPr>
          <p:cNvPr id="315" name="Google Shape;315;p30"/>
          <p:cNvSpPr txBox="1">
            <a:spLocks noGrp="1"/>
          </p:cNvSpPr>
          <p:nvPr>
            <p:ph type="title" idx="5"/>
          </p:nvPr>
        </p:nvSpPr>
        <p:spPr>
          <a:xfrm>
            <a:off x="1415375" y="11917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8" name="Google Shape;318;p30"/>
          <p:cNvSpPr txBox="1">
            <a:spLocks noGrp="1"/>
          </p:cNvSpPr>
          <p:nvPr>
            <p:ph type="title" idx="8"/>
          </p:nvPr>
        </p:nvSpPr>
        <p:spPr>
          <a:xfrm>
            <a:off x="4121400" y="11917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14"/>
          </p:nvPr>
        </p:nvSpPr>
        <p:spPr>
          <a:xfrm>
            <a:off x="6827425" y="273810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2" name="Google Shape;322;p30"/>
          <p:cNvSpPr txBox="1">
            <a:spLocks noGrp="1"/>
          </p:cNvSpPr>
          <p:nvPr>
            <p:ph type="title" idx="15"/>
          </p:nvPr>
        </p:nvSpPr>
        <p:spPr>
          <a:xfrm>
            <a:off x="6827425" y="11917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3" name="Google Shape;323;p30"/>
          <p:cNvSpPr txBox="1">
            <a:spLocks noGrp="1"/>
          </p:cNvSpPr>
          <p:nvPr>
            <p:ph type="subTitle" idx="16"/>
          </p:nvPr>
        </p:nvSpPr>
        <p:spPr>
          <a:xfrm>
            <a:off x="720000" y="234342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TEORIA DE LA MODERNIZACIÓN</a:t>
            </a:r>
            <a:endParaRPr sz="1800" dirty="0"/>
          </a:p>
        </p:txBody>
      </p:sp>
      <p:sp>
        <p:nvSpPr>
          <p:cNvPr id="326" name="Google Shape;326;p30"/>
          <p:cNvSpPr txBox="1">
            <a:spLocks noGrp="1"/>
          </p:cNvSpPr>
          <p:nvPr>
            <p:ph type="subTitle" idx="19"/>
          </p:nvPr>
        </p:nvSpPr>
        <p:spPr>
          <a:xfrm>
            <a:off x="3457880" y="2186550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TEORIA CEPAL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subTitle" idx="21"/>
          </p:nvPr>
        </p:nvSpPr>
        <p:spPr>
          <a:xfrm>
            <a:off x="6118500" y="22970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TEORIA DE LA DEPENDENCIA</a:t>
            </a:r>
            <a:endParaRPr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0FECD4-A106-4F5D-927D-6BB154629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5" y="2082587"/>
            <a:ext cx="2305500" cy="572700"/>
          </a:xfrm>
        </p:spPr>
        <p:txBody>
          <a:bodyPr/>
          <a:lstStyle/>
          <a:p>
            <a:endParaRPr lang="es-HN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84F1355-95D7-46A3-ADEC-8B218DFB1ED1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66DAE1F-1004-4E37-9322-13441613FFD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13" name="Subtítulo 12">
            <a:extLst>
              <a:ext uri="{FF2B5EF4-FFF2-40B4-BE49-F238E27FC236}">
                <a16:creationId xmlns:a16="http://schemas.microsoft.com/office/drawing/2014/main" id="{2176FAA8-99FB-42F7-BD17-FE12D1B54D5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15" name="Subtítulo 14">
            <a:extLst>
              <a:ext uri="{FF2B5EF4-FFF2-40B4-BE49-F238E27FC236}">
                <a16:creationId xmlns:a16="http://schemas.microsoft.com/office/drawing/2014/main" id="{F9AB65BE-F98E-4F7D-8A1F-9446C0F25913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17" name="Subtítulo 16">
            <a:extLst>
              <a:ext uri="{FF2B5EF4-FFF2-40B4-BE49-F238E27FC236}">
                <a16:creationId xmlns:a16="http://schemas.microsoft.com/office/drawing/2014/main" id="{9F42CEE1-05D2-4ECC-AC53-CC67E085E044}"/>
              </a:ext>
            </a:extLst>
          </p:cNvPr>
          <p:cNvSpPr>
            <a:spLocks noGrp="1"/>
          </p:cNvSpPr>
          <p:nvPr>
            <p:ph type="subTitle" idx="9"/>
          </p:nvPr>
        </p:nvSpPr>
        <p:spPr/>
        <p:txBody>
          <a:bodyPr/>
          <a:lstStyle/>
          <a:p>
            <a:endParaRPr lang="es-HN"/>
          </a:p>
        </p:txBody>
      </p:sp>
      <p:grpSp>
        <p:nvGrpSpPr>
          <p:cNvPr id="18" name="Google Shape;1203;p49">
            <a:extLst>
              <a:ext uri="{FF2B5EF4-FFF2-40B4-BE49-F238E27FC236}">
                <a16:creationId xmlns:a16="http://schemas.microsoft.com/office/drawing/2014/main" id="{6ED47580-3933-420C-9286-FCFB4D9E53B1}"/>
              </a:ext>
            </a:extLst>
          </p:cNvPr>
          <p:cNvGrpSpPr/>
          <p:nvPr/>
        </p:nvGrpSpPr>
        <p:grpSpPr>
          <a:xfrm>
            <a:off x="1500185" y="2842854"/>
            <a:ext cx="758004" cy="826826"/>
            <a:chOff x="2257100" y="3228898"/>
            <a:chExt cx="374890" cy="412250"/>
          </a:xfrm>
        </p:grpSpPr>
        <p:sp>
          <p:nvSpPr>
            <p:cNvPr id="19" name="Google Shape;1204;p49">
              <a:extLst>
                <a:ext uri="{FF2B5EF4-FFF2-40B4-BE49-F238E27FC236}">
                  <a16:creationId xmlns:a16="http://schemas.microsoft.com/office/drawing/2014/main" id="{8D3609FD-1AB1-43FE-A433-6F4E3CBADFCD}"/>
                </a:ext>
              </a:extLst>
            </p:cNvPr>
            <p:cNvSpPr/>
            <p:nvPr/>
          </p:nvSpPr>
          <p:spPr>
            <a:xfrm>
              <a:off x="2327544" y="3370213"/>
              <a:ext cx="18695" cy="17595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3" y="0"/>
                  </a:moveTo>
                  <a:cubicBezTo>
                    <a:pt x="1" y="0"/>
                    <a:pt x="0" y="2"/>
                    <a:pt x="1" y="4"/>
                  </a:cubicBezTo>
                  <a:cubicBezTo>
                    <a:pt x="1" y="5"/>
                    <a:pt x="2" y="6"/>
                    <a:pt x="2" y="6"/>
                  </a:cubicBezTo>
                  <a:cubicBezTo>
                    <a:pt x="5" y="7"/>
                    <a:pt x="7" y="4"/>
                    <a:pt x="6" y="2"/>
                  </a:cubicBezTo>
                  <a:cubicBezTo>
                    <a:pt x="6" y="1"/>
                    <a:pt x="5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05;p49">
              <a:extLst>
                <a:ext uri="{FF2B5EF4-FFF2-40B4-BE49-F238E27FC236}">
                  <a16:creationId xmlns:a16="http://schemas.microsoft.com/office/drawing/2014/main" id="{B5183751-6EDE-4237-9618-9F54E955A527}"/>
                </a:ext>
              </a:extLst>
            </p:cNvPr>
            <p:cNvSpPr/>
            <p:nvPr/>
          </p:nvSpPr>
          <p:spPr>
            <a:xfrm>
              <a:off x="2257100" y="3228898"/>
              <a:ext cx="374890" cy="412250"/>
            </a:xfrm>
            <a:custGeom>
              <a:avLst/>
              <a:gdLst/>
              <a:ahLst/>
              <a:cxnLst/>
              <a:rect l="l" t="t" r="r" b="b"/>
              <a:pathLst>
                <a:path w="135" h="149" extrusionOk="0">
                  <a:moveTo>
                    <a:pt x="130" y="58"/>
                  </a:moveTo>
                  <a:cubicBezTo>
                    <a:pt x="132" y="58"/>
                    <a:pt x="132" y="58"/>
                    <a:pt x="132" y="58"/>
                  </a:cubicBezTo>
                  <a:cubicBezTo>
                    <a:pt x="134" y="58"/>
                    <a:pt x="135" y="57"/>
                    <a:pt x="135" y="55"/>
                  </a:cubicBezTo>
                  <a:cubicBezTo>
                    <a:pt x="135" y="43"/>
                    <a:pt x="135" y="43"/>
                    <a:pt x="135" y="43"/>
                  </a:cubicBezTo>
                  <a:cubicBezTo>
                    <a:pt x="135" y="42"/>
                    <a:pt x="134" y="40"/>
                    <a:pt x="132" y="40"/>
                  </a:cubicBezTo>
                  <a:cubicBezTo>
                    <a:pt x="124" y="40"/>
                    <a:pt x="124" y="40"/>
                    <a:pt x="124" y="40"/>
                  </a:cubicBezTo>
                  <a:cubicBezTo>
                    <a:pt x="124" y="36"/>
                    <a:pt x="120" y="32"/>
                    <a:pt x="115" y="32"/>
                  </a:cubicBezTo>
                  <a:cubicBezTo>
                    <a:pt x="110" y="32"/>
                    <a:pt x="106" y="36"/>
                    <a:pt x="106" y="40"/>
                  </a:cubicBezTo>
                  <a:cubicBezTo>
                    <a:pt x="102" y="40"/>
                    <a:pt x="102" y="40"/>
                    <a:pt x="102" y="40"/>
                  </a:cubicBezTo>
                  <a:cubicBezTo>
                    <a:pt x="99" y="36"/>
                    <a:pt x="95" y="33"/>
                    <a:pt x="91" y="30"/>
                  </a:cubicBezTo>
                  <a:cubicBezTo>
                    <a:pt x="91" y="30"/>
                    <a:pt x="91" y="29"/>
                    <a:pt x="91" y="29"/>
                  </a:cubicBezTo>
                  <a:cubicBezTo>
                    <a:pt x="91" y="24"/>
                    <a:pt x="87" y="20"/>
                    <a:pt x="82" y="20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0"/>
                    <a:pt x="81" y="8"/>
                    <a:pt x="79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4"/>
                    <a:pt x="67" y="0"/>
                    <a:pt x="62" y="0"/>
                  </a:cubicBezTo>
                  <a:cubicBezTo>
                    <a:pt x="57" y="0"/>
                    <a:pt x="53" y="4"/>
                    <a:pt x="53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3" y="8"/>
                    <a:pt x="42" y="10"/>
                    <a:pt x="42" y="11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33" y="29"/>
                    <a:pt x="26" y="35"/>
                    <a:pt x="21" y="42"/>
                  </a:cubicBezTo>
                  <a:cubicBezTo>
                    <a:pt x="15" y="51"/>
                    <a:pt x="12" y="60"/>
                    <a:pt x="12" y="70"/>
                  </a:cubicBezTo>
                  <a:cubicBezTo>
                    <a:pt x="12" y="73"/>
                    <a:pt x="9" y="79"/>
                    <a:pt x="5" y="85"/>
                  </a:cubicBezTo>
                  <a:cubicBezTo>
                    <a:pt x="0" y="91"/>
                    <a:pt x="1" y="95"/>
                    <a:pt x="2" y="97"/>
                  </a:cubicBezTo>
                  <a:cubicBezTo>
                    <a:pt x="4" y="100"/>
                    <a:pt x="7" y="103"/>
                    <a:pt x="15" y="104"/>
                  </a:cubicBezTo>
                  <a:cubicBezTo>
                    <a:pt x="15" y="116"/>
                    <a:pt x="15" y="116"/>
                    <a:pt x="15" y="116"/>
                  </a:cubicBezTo>
                  <a:cubicBezTo>
                    <a:pt x="15" y="125"/>
                    <a:pt x="22" y="132"/>
                    <a:pt x="31" y="132"/>
                  </a:cubicBezTo>
                  <a:cubicBezTo>
                    <a:pt x="38" y="132"/>
                    <a:pt x="42" y="132"/>
                    <a:pt x="44" y="134"/>
                  </a:cubicBezTo>
                  <a:cubicBezTo>
                    <a:pt x="46" y="135"/>
                    <a:pt x="47" y="139"/>
                    <a:pt x="47" y="146"/>
                  </a:cubicBezTo>
                  <a:cubicBezTo>
                    <a:pt x="47" y="148"/>
                    <a:pt x="48" y="149"/>
                    <a:pt x="50" y="149"/>
                  </a:cubicBezTo>
                  <a:cubicBezTo>
                    <a:pt x="92" y="149"/>
                    <a:pt x="92" y="149"/>
                    <a:pt x="92" y="149"/>
                  </a:cubicBezTo>
                  <a:cubicBezTo>
                    <a:pt x="92" y="149"/>
                    <a:pt x="92" y="149"/>
                    <a:pt x="93" y="149"/>
                  </a:cubicBezTo>
                  <a:cubicBezTo>
                    <a:pt x="94" y="148"/>
                    <a:pt x="95" y="147"/>
                    <a:pt x="95" y="146"/>
                  </a:cubicBezTo>
                  <a:cubicBezTo>
                    <a:pt x="94" y="140"/>
                    <a:pt x="94" y="136"/>
                    <a:pt x="94" y="132"/>
                  </a:cubicBezTo>
                  <a:cubicBezTo>
                    <a:pt x="94" y="131"/>
                    <a:pt x="93" y="129"/>
                    <a:pt x="91" y="129"/>
                  </a:cubicBezTo>
                  <a:cubicBezTo>
                    <a:pt x="90" y="129"/>
                    <a:pt x="88" y="131"/>
                    <a:pt x="88" y="132"/>
                  </a:cubicBezTo>
                  <a:cubicBezTo>
                    <a:pt x="88" y="135"/>
                    <a:pt x="88" y="139"/>
                    <a:pt x="89" y="143"/>
                  </a:cubicBezTo>
                  <a:cubicBezTo>
                    <a:pt x="53" y="143"/>
                    <a:pt x="53" y="143"/>
                    <a:pt x="53" y="143"/>
                  </a:cubicBezTo>
                  <a:cubicBezTo>
                    <a:pt x="52" y="137"/>
                    <a:pt x="51" y="132"/>
                    <a:pt x="48" y="129"/>
                  </a:cubicBezTo>
                  <a:cubicBezTo>
                    <a:pt x="45" y="126"/>
                    <a:pt x="39" y="126"/>
                    <a:pt x="31" y="126"/>
                  </a:cubicBezTo>
                  <a:cubicBezTo>
                    <a:pt x="25" y="126"/>
                    <a:pt x="21" y="122"/>
                    <a:pt x="21" y="116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3" y="112"/>
                    <a:pt x="25" y="113"/>
                    <a:pt x="28" y="115"/>
                  </a:cubicBezTo>
                  <a:cubicBezTo>
                    <a:pt x="28" y="115"/>
                    <a:pt x="29" y="115"/>
                    <a:pt x="29" y="115"/>
                  </a:cubicBezTo>
                  <a:cubicBezTo>
                    <a:pt x="30" y="115"/>
                    <a:pt x="32" y="115"/>
                    <a:pt x="32" y="114"/>
                  </a:cubicBezTo>
                  <a:cubicBezTo>
                    <a:pt x="33" y="112"/>
                    <a:pt x="32" y="111"/>
                    <a:pt x="31" y="110"/>
                  </a:cubicBezTo>
                  <a:cubicBezTo>
                    <a:pt x="27" y="108"/>
                    <a:pt x="24" y="107"/>
                    <a:pt x="21" y="107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99"/>
                    <a:pt x="19" y="98"/>
                    <a:pt x="18" y="98"/>
                  </a:cubicBezTo>
                  <a:cubicBezTo>
                    <a:pt x="12" y="98"/>
                    <a:pt x="9" y="97"/>
                    <a:pt x="8" y="95"/>
                  </a:cubicBezTo>
                  <a:cubicBezTo>
                    <a:pt x="7" y="93"/>
                    <a:pt x="8" y="91"/>
                    <a:pt x="9" y="88"/>
                  </a:cubicBezTo>
                  <a:cubicBezTo>
                    <a:pt x="13" y="83"/>
                    <a:pt x="18" y="76"/>
                    <a:pt x="18" y="70"/>
                  </a:cubicBezTo>
                  <a:cubicBezTo>
                    <a:pt x="18" y="54"/>
                    <a:pt x="27" y="39"/>
                    <a:pt x="42" y="31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5"/>
                    <a:pt x="46" y="49"/>
                    <a:pt x="50" y="49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8" y="49"/>
                    <a:pt x="59" y="48"/>
                    <a:pt x="59" y="46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59" y="42"/>
                    <a:pt x="60" y="41"/>
                    <a:pt x="62" y="40"/>
                  </a:cubicBezTo>
                  <a:cubicBezTo>
                    <a:pt x="63" y="40"/>
                    <a:pt x="65" y="42"/>
                    <a:pt x="65" y="43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48"/>
                    <a:pt x="66" y="49"/>
                    <a:pt x="68" y="49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81" y="49"/>
                    <a:pt x="82" y="48"/>
                    <a:pt x="82" y="46"/>
                  </a:cubicBezTo>
                  <a:cubicBezTo>
                    <a:pt x="82" y="38"/>
                    <a:pt x="82" y="38"/>
                    <a:pt x="82" y="38"/>
                  </a:cubicBezTo>
                  <a:cubicBezTo>
                    <a:pt x="85" y="38"/>
                    <a:pt x="87" y="37"/>
                    <a:pt x="88" y="35"/>
                  </a:cubicBezTo>
                  <a:cubicBezTo>
                    <a:pt x="91" y="37"/>
                    <a:pt x="93" y="39"/>
                    <a:pt x="95" y="41"/>
                  </a:cubicBezTo>
                  <a:cubicBezTo>
                    <a:pt x="95" y="42"/>
                    <a:pt x="95" y="43"/>
                    <a:pt x="95" y="43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0" y="52"/>
                    <a:pt x="86" y="56"/>
                    <a:pt x="86" y="61"/>
                  </a:cubicBezTo>
                  <a:cubicBezTo>
                    <a:pt x="86" y="66"/>
                    <a:pt x="90" y="70"/>
                    <a:pt x="95" y="70"/>
                  </a:cubicBezTo>
                  <a:cubicBezTo>
                    <a:pt x="95" y="78"/>
                    <a:pt x="95" y="78"/>
                    <a:pt x="95" y="78"/>
                  </a:cubicBezTo>
                  <a:cubicBezTo>
                    <a:pt x="95" y="80"/>
                    <a:pt x="96" y="81"/>
                    <a:pt x="98" y="81"/>
                  </a:cubicBezTo>
                  <a:cubicBezTo>
                    <a:pt x="105" y="81"/>
                    <a:pt x="105" y="81"/>
                    <a:pt x="105" y="81"/>
                  </a:cubicBezTo>
                  <a:cubicBezTo>
                    <a:pt x="104" y="85"/>
                    <a:pt x="102" y="89"/>
                    <a:pt x="100" y="93"/>
                  </a:cubicBezTo>
                  <a:cubicBezTo>
                    <a:pt x="97" y="97"/>
                    <a:pt x="95" y="101"/>
                    <a:pt x="93" y="105"/>
                  </a:cubicBezTo>
                  <a:cubicBezTo>
                    <a:pt x="93" y="107"/>
                    <a:pt x="93" y="108"/>
                    <a:pt x="95" y="109"/>
                  </a:cubicBezTo>
                  <a:cubicBezTo>
                    <a:pt x="95" y="109"/>
                    <a:pt x="95" y="109"/>
                    <a:pt x="96" y="109"/>
                  </a:cubicBezTo>
                  <a:cubicBezTo>
                    <a:pt x="97" y="109"/>
                    <a:pt x="98" y="109"/>
                    <a:pt x="99" y="108"/>
                  </a:cubicBezTo>
                  <a:cubicBezTo>
                    <a:pt x="100" y="104"/>
                    <a:pt x="102" y="100"/>
                    <a:pt x="105" y="96"/>
                  </a:cubicBezTo>
                  <a:cubicBezTo>
                    <a:pt x="108" y="91"/>
                    <a:pt x="110" y="86"/>
                    <a:pt x="111" y="81"/>
                  </a:cubicBezTo>
                  <a:cubicBezTo>
                    <a:pt x="127" y="81"/>
                    <a:pt x="127" y="81"/>
                    <a:pt x="127" y="81"/>
                  </a:cubicBezTo>
                  <a:cubicBezTo>
                    <a:pt x="131" y="81"/>
                    <a:pt x="135" y="77"/>
                    <a:pt x="135" y="72"/>
                  </a:cubicBezTo>
                  <a:cubicBezTo>
                    <a:pt x="135" y="67"/>
                    <a:pt x="135" y="67"/>
                    <a:pt x="135" y="67"/>
                  </a:cubicBezTo>
                  <a:cubicBezTo>
                    <a:pt x="135" y="65"/>
                    <a:pt x="134" y="64"/>
                    <a:pt x="132" y="64"/>
                  </a:cubicBezTo>
                  <a:cubicBezTo>
                    <a:pt x="130" y="64"/>
                    <a:pt x="130" y="64"/>
                    <a:pt x="130" y="64"/>
                  </a:cubicBezTo>
                  <a:cubicBezTo>
                    <a:pt x="128" y="64"/>
                    <a:pt x="127" y="63"/>
                    <a:pt x="127" y="61"/>
                  </a:cubicBezTo>
                  <a:cubicBezTo>
                    <a:pt x="126" y="59"/>
                    <a:pt x="128" y="58"/>
                    <a:pt x="130" y="58"/>
                  </a:cubicBezTo>
                  <a:close/>
                  <a:moveTo>
                    <a:pt x="82" y="32"/>
                  </a:moveTo>
                  <a:cubicBezTo>
                    <a:pt x="79" y="32"/>
                    <a:pt x="79" y="32"/>
                    <a:pt x="79" y="32"/>
                  </a:cubicBezTo>
                  <a:cubicBezTo>
                    <a:pt x="78" y="32"/>
                    <a:pt x="77" y="33"/>
                    <a:pt x="77" y="35"/>
                  </a:cubicBezTo>
                  <a:cubicBezTo>
                    <a:pt x="77" y="43"/>
                    <a:pt x="77" y="43"/>
                    <a:pt x="77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39"/>
                    <a:pt x="67" y="35"/>
                    <a:pt x="62" y="35"/>
                  </a:cubicBezTo>
                  <a:cubicBezTo>
                    <a:pt x="57" y="35"/>
                    <a:pt x="53" y="39"/>
                    <a:pt x="53" y="43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49" y="43"/>
                    <a:pt x="47" y="42"/>
                    <a:pt x="47" y="40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8" y="14"/>
                    <a:pt x="59" y="13"/>
                    <a:pt x="59" y="11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59" y="7"/>
                    <a:pt x="60" y="6"/>
                    <a:pt x="62" y="6"/>
                  </a:cubicBezTo>
                  <a:cubicBezTo>
                    <a:pt x="63" y="5"/>
                    <a:pt x="65" y="7"/>
                    <a:pt x="65" y="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3"/>
                    <a:pt x="66" y="14"/>
                    <a:pt x="68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7" y="23"/>
                    <a:pt x="77" y="23"/>
                    <a:pt x="77" y="23"/>
                  </a:cubicBezTo>
                  <a:cubicBezTo>
                    <a:pt x="77" y="25"/>
                    <a:pt x="78" y="26"/>
                    <a:pt x="79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4" y="26"/>
                    <a:pt x="85" y="27"/>
                    <a:pt x="85" y="28"/>
                  </a:cubicBezTo>
                  <a:cubicBezTo>
                    <a:pt x="86" y="30"/>
                    <a:pt x="84" y="32"/>
                    <a:pt x="82" y="32"/>
                  </a:cubicBezTo>
                  <a:close/>
                  <a:moveTo>
                    <a:pt x="130" y="70"/>
                  </a:moveTo>
                  <a:cubicBezTo>
                    <a:pt x="130" y="72"/>
                    <a:pt x="130" y="72"/>
                    <a:pt x="130" y="72"/>
                  </a:cubicBezTo>
                  <a:cubicBezTo>
                    <a:pt x="130" y="74"/>
                    <a:pt x="128" y="75"/>
                    <a:pt x="127" y="75"/>
                  </a:cubicBezTo>
                  <a:cubicBezTo>
                    <a:pt x="100" y="75"/>
                    <a:pt x="100" y="75"/>
                    <a:pt x="100" y="75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65"/>
                    <a:pt x="99" y="64"/>
                    <a:pt x="98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3" y="64"/>
                    <a:pt x="92" y="63"/>
                    <a:pt x="92" y="61"/>
                  </a:cubicBezTo>
                  <a:cubicBezTo>
                    <a:pt x="91" y="59"/>
                    <a:pt x="93" y="58"/>
                    <a:pt x="95" y="58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9" y="58"/>
                    <a:pt x="100" y="57"/>
                    <a:pt x="100" y="55"/>
                  </a:cubicBezTo>
                  <a:cubicBezTo>
                    <a:pt x="100" y="46"/>
                    <a:pt x="100" y="46"/>
                    <a:pt x="100" y="46"/>
                  </a:cubicBezTo>
                  <a:cubicBezTo>
                    <a:pt x="109" y="46"/>
                    <a:pt x="109" y="46"/>
                    <a:pt x="109" y="46"/>
                  </a:cubicBezTo>
                  <a:cubicBezTo>
                    <a:pt x="111" y="46"/>
                    <a:pt x="112" y="45"/>
                    <a:pt x="112" y="43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2" y="39"/>
                    <a:pt x="113" y="38"/>
                    <a:pt x="115" y="38"/>
                  </a:cubicBezTo>
                  <a:cubicBezTo>
                    <a:pt x="116" y="37"/>
                    <a:pt x="118" y="39"/>
                    <a:pt x="118" y="40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5"/>
                    <a:pt x="119" y="46"/>
                    <a:pt x="121" y="46"/>
                  </a:cubicBezTo>
                  <a:cubicBezTo>
                    <a:pt x="130" y="46"/>
                    <a:pt x="130" y="46"/>
                    <a:pt x="130" y="46"/>
                  </a:cubicBezTo>
                  <a:cubicBezTo>
                    <a:pt x="130" y="52"/>
                    <a:pt x="130" y="52"/>
                    <a:pt x="130" y="52"/>
                  </a:cubicBezTo>
                  <a:cubicBezTo>
                    <a:pt x="125" y="52"/>
                    <a:pt x="121" y="56"/>
                    <a:pt x="121" y="61"/>
                  </a:cubicBezTo>
                  <a:cubicBezTo>
                    <a:pt x="121" y="66"/>
                    <a:pt x="125" y="70"/>
                    <a:pt x="130" y="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06;p49">
              <a:extLst>
                <a:ext uri="{FF2B5EF4-FFF2-40B4-BE49-F238E27FC236}">
                  <a16:creationId xmlns:a16="http://schemas.microsoft.com/office/drawing/2014/main" id="{F3CB7FD5-D77D-427C-A135-26164706D60F}"/>
                </a:ext>
              </a:extLst>
            </p:cNvPr>
            <p:cNvSpPr/>
            <p:nvPr/>
          </p:nvSpPr>
          <p:spPr>
            <a:xfrm>
              <a:off x="2496893" y="3480180"/>
              <a:ext cx="18695" cy="17595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5"/>
                    <a:pt x="2" y="7"/>
                    <a:pt x="4" y="6"/>
                  </a:cubicBezTo>
                  <a:cubicBezTo>
                    <a:pt x="5" y="6"/>
                    <a:pt x="6" y="5"/>
                    <a:pt x="6" y="4"/>
                  </a:cubicBezTo>
                  <a:cubicBezTo>
                    <a:pt x="7" y="2"/>
                    <a:pt x="5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757;p48">
            <a:extLst>
              <a:ext uri="{FF2B5EF4-FFF2-40B4-BE49-F238E27FC236}">
                <a16:creationId xmlns:a16="http://schemas.microsoft.com/office/drawing/2014/main" id="{1543ABA8-E26C-43B5-988E-6423D4365E26}"/>
              </a:ext>
            </a:extLst>
          </p:cNvPr>
          <p:cNvGrpSpPr/>
          <p:nvPr/>
        </p:nvGrpSpPr>
        <p:grpSpPr>
          <a:xfrm>
            <a:off x="4086226" y="2928938"/>
            <a:ext cx="900656" cy="771099"/>
            <a:chOff x="4789466" y="3192993"/>
            <a:chExt cx="377258" cy="356299"/>
          </a:xfrm>
        </p:grpSpPr>
        <p:sp>
          <p:nvSpPr>
            <p:cNvPr id="23" name="Google Shape;758;p48">
              <a:extLst>
                <a:ext uri="{FF2B5EF4-FFF2-40B4-BE49-F238E27FC236}">
                  <a16:creationId xmlns:a16="http://schemas.microsoft.com/office/drawing/2014/main" id="{D4750227-8C42-4370-9CD7-E79C8ADACD6F}"/>
                </a:ext>
              </a:extLst>
            </p:cNvPr>
            <p:cNvSpPr/>
            <p:nvPr/>
          </p:nvSpPr>
          <p:spPr>
            <a:xfrm>
              <a:off x="4789466" y="3192993"/>
              <a:ext cx="377258" cy="356299"/>
            </a:xfrm>
            <a:custGeom>
              <a:avLst/>
              <a:gdLst/>
              <a:ahLst/>
              <a:cxnLst/>
              <a:rect l="l" t="t" r="r" b="b"/>
              <a:pathLst>
                <a:path w="144" h="136" extrusionOk="0">
                  <a:moveTo>
                    <a:pt x="125" y="19"/>
                  </a:moveTo>
                  <a:cubicBezTo>
                    <a:pt x="113" y="7"/>
                    <a:pt x="97" y="0"/>
                    <a:pt x="80" y="0"/>
                  </a:cubicBezTo>
                  <a:cubicBezTo>
                    <a:pt x="63" y="0"/>
                    <a:pt x="47" y="7"/>
                    <a:pt x="34" y="19"/>
                  </a:cubicBezTo>
                  <a:cubicBezTo>
                    <a:pt x="22" y="31"/>
                    <a:pt x="16" y="47"/>
                    <a:pt x="16" y="64"/>
                  </a:cubicBezTo>
                  <a:cubicBezTo>
                    <a:pt x="16" y="70"/>
                    <a:pt x="16" y="75"/>
                    <a:pt x="18" y="80"/>
                  </a:cubicBezTo>
                  <a:cubicBezTo>
                    <a:pt x="16" y="84"/>
                    <a:pt x="16" y="87"/>
                    <a:pt x="16" y="91"/>
                  </a:cubicBezTo>
                  <a:cubicBezTo>
                    <a:pt x="16" y="96"/>
                    <a:pt x="17" y="100"/>
                    <a:pt x="19" y="104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1" y="121"/>
                    <a:pt x="0" y="124"/>
                    <a:pt x="0" y="126"/>
                  </a:cubicBezTo>
                  <a:cubicBezTo>
                    <a:pt x="0" y="129"/>
                    <a:pt x="1" y="131"/>
                    <a:pt x="3" y="133"/>
                  </a:cubicBezTo>
                  <a:cubicBezTo>
                    <a:pt x="5" y="135"/>
                    <a:pt x="8" y="136"/>
                    <a:pt x="10" y="136"/>
                  </a:cubicBezTo>
                  <a:cubicBezTo>
                    <a:pt x="12" y="136"/>
                    <a:pt x="15" y="135"/>
                    <a:pt x="17" y="133"/>
                  </a:cubicBezTo>
                  <a:cubicBezTo>
                    <a:pt x="32" y="118"/>
                    <a:pt x="32" y="118"/>
                    <a:pt x="32" y="118"/>
                  </a:cubicBezTo>
                  <a:cubicBezTo>
                    <a:pt x="36" y="120"/>
                    <a:pt x="41" y="121"/>
                    <a:pt x="45" y="121"/>
                  </a:cubicBezTo>
                  <a:cubicBezTo>
                    <a:pt x="47" y="121"/>
                    <a:pt x="48" y="121"/>
                    <a:pt x="49" y="121"/>
                  </a:cubicBezTo>
                  <a:cubicBezTo>
                    <a:pt x="58" y="126"/>
                    <a:pt x="69" y="128"/>
                    <a:pt x="80" y="128"/>
                  </a:cubicBezTo>
                  <a:cubicBezTo>
                    <a:pt x="97" y="128"/>
                    <a:pt x="113" y="122"/>
                    <a:pt x="125" y="110"/>
                  </a:cubicBezTo>
                  <a:cubicBezTo>
                    <a:pt x="137" y="97"/>
                    <a:pt x="144" y="81"/>
                    <a:pt x="144" y="64"/>
                  </a:cubicBezTo>
                  <a:cubicBezTo>
                    <a:pt x="144" y="47"/>
                    <a:pt x="137" y="31"/>
                    <a:pt x="125" y="19"/>
                  </a:cubicBezTo>
                  <a:close/>
                  <a:moveTo>
                    <a:pt x="115" y="30"/>
                  </a:moveTo>
                  <a:cubicBezTo>
                    <a:pt x="115" y="30"/>
                    <a:pt x="114" y="31"/>
                    <a:pt x="113" y="32"/>
                  </a:cubicBezTo>
                  <a:cubicBezTo>
                    <a:pt x="112" y="32"/>
                    <a:pt x="112" y="32"/>
                    <a:pt x="111" y="33"/>
                  </a:cubicBezTo>
                  <a:cubicBezTo>
                    <a:pt x="110" y="34"/>
                    <a:pt x="109" y="36"/>
                    <a:pt x="108" y="37"/>
                  </a:cubicBezTo>
                  <a:cubicBezTo>
                    <a:pt x="108" y="37"/>
                    <a:pt x="107" y="38"/>
                    <a:pt x="107" y="38"/>
                  </a:cubicBezTo>
                  <a:cubicBezTo>
                    <a:pt x="107" y="37"/>
                    <a:pt x="106" y="34"/>
                    <a:pt x="106" y="33"/>
                  </a:cubicBezTo>
                  <a:cubicBezTo>
                    <a:pt x="106" y="31"/>
                    <a:pt x="106" y="30"/>
                    <a:pt x="105" y="29"/>
                  </a:cubicBezTo>
                  <a:cubicBezTo>
                    <a:pt x="104" y="27"/>
                    <a:pt x="103" y="26"/>
                    <a:pt x="101" y="25"/>
                  </a:cubicBezTo>
                  <a:cubicBezTo>
                    <a:pt x="100" y="24"/>
                    <a:pt x="99" y="23"/>
                    <a:pt x="99" y="23"/>
                  </a:cubicBezTo>
                  <a:cubicBezTo>
                    <a:pt x="99" y="22"/>
                    <a:pt x="100" y="22"/>
                    <a:pt x="102" y="21"/>
                  </a:cubicBezTo>
                  <a:cubicBezTo>
                    <a:pt x="102" y="21"/>
                    <a:pt x="103" y="21"/>
                    <a:pt x="103" y="21"/>
                  </a:cubicBezTo>
                  <a:cubicBezTo>
                    <a:pt x="104" y="21"/>
                    <a:pt x="105" y="21"/>
                    <a:pt x="105" y="20"/>
                  </a:cubicBezTo>
                  <a:cubicBezTo>
                    <a:pt x="112" y="19"/>
                    <a:pt x="115" y="19"/>
                    <a:pt x="117" y="22"/>
                  </a:cubicBezTo>
                  <a:cubicBezTo>
                    <a:pt x="117" y="24"/>
                    <a:pt x="117" y="28"/>
                    <a:pt x="115" y="30"/>
                  </a:cubicBezTo>
                  <a:close/>
                  <a:moveTo>
                    <a:pt x="13" y="129"/>
                  </a:moveTo>
                  <a:cubicBezTo>
                    <a:pt x="11" y="131"/>
                    <a:pt x="9" y="131"/>
                    <a:pt x="7" y="129"/>
                  </a:cubicBezTo>
                  <a:cubicBezTo>
                    <a:pt x="7" y="128"/>
                    <a:pt x="6" y="127"/>
                    <a:pt x="6" y="126"/>
                  </a:cubicBezTo>
                  <a:cubicBezTo>
                    <a:pt x="6" y="125"/>
                    <a:pt x="7" y="124"/>
                    <a:pt x="7" y="124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23" y="111"/>
                    <a:pt x="25" y="113"/>
                    <a:pt x="27" y="115"/>
                  </a:cubicBezTo>
                  <a:lnTo>
                    <a:pt x="13" y="129"/>
                  </a:lnTo>
                  <a:close/>
                  <a:moveTo>
                    <a:pt x="21" y="91"/>
                  </a:moveTo>
                  <a:cubicBezTo>
                    <a:pt x="21" y="78"/>
                    <a:pt x="32" y="67"/>
                    <a:pt x="45" y="67"/>
                  </a:cubicBezTo>
                  <a:cubicBezTo>
                    <a:pt x="59" y="67"/>
                    <a:pt x="69" y="78"/>
                    <a:pt x="69" y="91"/>
                  </a:cubicBezTo>
                  <a:cubicBezTo>
                    <a:pt x="69" y="104"/>
                    <a:pt x="59" y="115"/>
                    <a:pt x="45" y="115"/>
                  </a:cubicBezTo>
                  <a:cubicBezTo>
                    <a:pt x="32" y="115"/>
                    <a:pt x="21" y="104"/>
                    <a:pt x="21" y="91"/>
                  </a:cubicBezTo>
                  <a:close/>
                  <a:moveTo>
                    <a:pt x="80" y="123"/>
                  </a:moveTo>
                  <a:cubicBezTo>
                    <a:pt x="72" y="123"/>
                    <a:pt x="64" y="121"/>
                    <a:pt x="57" y="118"/>
                  </a:cubicBezTo>
                  <a:cubicBezTo>
                    <a:pt x="68" y="114"/>
                    <a:pt x="75" y="103"/>
                    <a:pt x="75" y="91"/>
                  </a:cubicBezTo>
                  <a:cubicBezTo>
                    <a:pt x="75" y="75"/>
                    <a:pt x="62" y="61"/>
                    <a:pt x="45" y="61"/>
                  </a:cubicBezTo>
                  <a:cubicBezTo>
                    <a:pt x="36" y="61"/>
                    <a:pt x="27" y="66"/>
                    <a:pt x="22" y="73"/>
                  </a:cubicBezTo>
                  <a:cubicBezTo>
                    <a:pt x="21" y="70"/>
                    <a:pt x="21" y="67"/>
                    <a:pt x="21" y="64"/>
                  </a:cubicBezTo>
                  <a:cubicBezTo>
                    <a:pt x="21" y="32"/>
                    <a:pt x="47" y="6"/>
                    <a:pt x="80" y="6"/>
                  </a:cubicBezTo>
                  <a:cubicBezTo>
                    <a:pt x="91" y="6"/>
                    <a:pt x="101" y="9"/>
                    <a:pt x="110" y="14"/>
                  </a:cubicBezTo>
                  <a:cubicBezTo>
                    <a:pt x="108" y="14"/>
                    <a:pt x="106" y="15"/>
                    <a:pt x="104" y="15"/>
                  </a:cubicBezTo>
                  <a:cubicBezTo>
                    <a:pt x="103" y="15"/>
                    <a:pt x="102" y="15"/>
                    <a:pt x="102" y="15"/>
                  </a:cubicBezTo>
                  <a:cubicBezTo>
                    <a:pt x="102" y="15"/>
                    <a:pt x="101" y="16"/>
                    <a:pt x="101" y="16"/>
                  </a:cubicBezTo>
                  <a:cubicBezTo>
                    <a:pt x="101" y="16"/>
                    <a:pt x="101" y="16"/>
                    <a:pt x="100" y="16"/>
                  </a:cubicBezTo>
                  <a:cubicBezTo>
                    <a:pt x="98" y="17"/>
                    <a:pt x="94" y="18"/>
                    <a:pt x="93" y="23"/>
                  </a:cubicBezTo>
                  <a:cubicBezTo>
                    <a:pt x="93" y="26"/>
                    <a:pt x="96" y="28"/>
                    <a:pt x="98" y="29"/>
                  </a:cubicBezTo>
                  <a:cubicBezTo>
                    <a:pt x="99" y="30"/>
                    <a:pt x="100" y="31"/>
                    <a:pt x="100" y="31"/>
                  </a:cubicBezTo>
                  <a:cubicBezTo>
                    <a:pt x="100" y="32"/>
                    <a:pt x="100" y="33"/>
                    <a:pt x="101" y="34"/>
                  </a:cubicBezTo>
                  <a:cubicBezTo>
                    <a:pt x="101" y="39"/>
                    <a:pt x="102" y="43"/>
                    <a:pt x="105" y="44"/>
                  </a:cubicBezTo>
                  <a:cubicBezTo>
                    <a:pt x="106" y="44"/>
                    <a:pt x="106" y="44"/>
                    <a:pt x="107" y="44"/>
                  </a:cubicBezTo>
                  <a:cubicBezTo>
                    <a:pt x="108" y="44"/>
                    <a:pt x="109" y="44"/>
                    <a:pt x="110" y="44"/>
                  </a:cubicBezTo>
                  <a:cubicBezTo>
                    <a:pt x="111" y="43"/>
                    <a:pt x="112" y="41"/>
                    <a:pt x="113" y="40"/>
                  </a:cubicBezTo>
                  <a:cubicBezTo>
                    <a:pt x="113" y="39"/>
                    <a:pt x="114" y="38"/>
                    <a:pt x="114" y="37"/>
                  </a:cubicBezTo>
                  <a:cubicBezTo>
                    <a:pt x="115" y="37"/>
                    <a:pt x="115" y="37"/>
                    <a:pt x="116" y="36"/>
                  </a:cubicBezTo>
                  <a:cubicBezTo>
                    <a:pt x="117" y="36"/>
                    <a:pt x="119" y="35"/>
                    <a:pt x="120" y="33"/>
                  </a:cubicBezTo>
                  <a:cubicBezTo>
                    <a:pt x="121" y="31"/>
                    <a:pt x="123" y="28"/>
                    <a:pt x="123" y="24"/>
                  </a:cubicBezTo>
                  <a:cubicBezTo>
                    <a:pt x="132" y="35"/>
                    <a:pt x="138" y="49"/>
                    <a:pt x="138" y="64"/>
                  </a:cubicBezTo>
                  <a:cubicBezTo>
                    <a:pt x="138" y="97"/>
                    <a:pt x="112" y="123"/>
                    <a:pt x="80" y="1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59;p48">
              <a:extLst>
                <a:ext uri="{FF2B5EF4-FFF2-40B4-BE49-F238E27FC236}">
                  <a16:creationId xmlns:a16="http://schemas.microsoft.com/office/drawing/2014/main" id="{EA6568CA-7F29-4163-8E65-7664C82A8F7F}"/>
                </a:ext>
              </a:extLst>
            </p:cNvPr>
            <p:cNvSpPr/>
            <p:nvPr/>
          </p:nvSpPr>
          <p:spPr>
            <a:xfrm>
              <a:off x="4884332" y="3218365"/>
              <a:ext cx="193042" cy="283495"/>
            </a:xfrm>
            <a:custGeom>
              <a:avLst/>
              <a:gdLst/>
              <a:ahLst/>
              <a:cxnLst/>
              <a:rect l="l" t="t" r="r" b="b"/>
              <a:pathLst>
                <a:path w="74" h="108" extrusionOk="0">
                  <a:moveTo>
                    <a:pt x="68" y="69"/>
                  </a:moveTo>
                  <a:cubicBezTo>
                    <a:pt x="67" y="68"/>
                    <a:pt x="66" y="68"/>
                    <a:pt x="65" y="67"/>
                  </a:cubicBezTo>
                  <a:cubicBezTo>
                    <a:pt x="63" y="65"/>
                    <a:pt x="57" y="61"/>
                    <a:pt x="52" y="61"/>
                  </a:cubicBezTo>
                  <a:cubicBezTo>
                    <a:pt x="51" y="61"/>
                    <a:pt x="50" y="62"/>
                    <a:pt x="49" y="62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6"/>
                    <a:pt x="44" y="56"/>
                    <a:pt x="44" y="55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4" y="55"/>
                    <a:pt x="45" y="55"/>
                    <a:pt x="46" y="55"/>
                  </a:cubicBezTo>
                  <a:cubicBezTo>
                    <a:pt x="49" y="53"/>
                    <a:pt x="51" y="51"/>
                    <a:pt x="53" y="48"/>
                  </a:cubicBezTo>
                  <a:cubicBezTo>
                    <a:pt x="54" y="47"/>
                    <a:pt x="54" y="47"/>
                    <a:pt x="55" y="46"/>
                  </a:cubicBezTo>
                  <a:cubicBezTo>
                    <a:pt x="55" y="46"/>
                    <a:pt x="55" y="45"/>
                    <a:pt x="56" y="45"/>
                  </a:cubicBezTo>
                  <a:cubicBezTo>
                    <a:pt x="58" y="42"/>
                    <a:pt x="62" y="39"/>
                    <a:pt x="60" y="33"/>
                  </a:cubicBezTo>
                  <a:cubicBezTo>
                    <a:pt x="59" y="31"/>
                    <a:pt x="56" y="28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7" y="28"/>
                    <a:pt x="59" y="27"/>
                    <a:pt x="60" y="25"/>
                  </a:cubicBezTo>
                  <a:cubicBezTo>
                    <a:pt x="61" y="24"/>
                    <a:pt x="60" y="21"/>
                    <a:pt x="59" y="19"/>
                  </a:cubicBezTo>
                  <a:cubicBezTo>
                    <a:pt x="58" y="18"/>
                    <a:pt x="56" y="17"/>
                    <a:pt x="54" y="16"/>
                  </a:cubicBezTo>
                  <a:cubicBezTo>
                    <a:pt x="52" y="15"/>
                    <a:pt x="52" y="14"/>
                    <a:pt x="51" y="14"/>
                  </a:cubicBezTo>
                  <a:cubicBezTo>
                    <a:pt x="52" y="13"/>
                    <a:pt x="53" y="13"/>
                    <a:pt x="53" y="12"/>
                  </a:cubicBezTo>
                  <a:cubicBezTo>
                    <a:pt x="56" y="10"/>
                    <a:pt x="58" y="8"/>
                    <a:pt x="58" y="5"/>
                  </a:cubicBezTo>
                  <a:cubicBezTo>
                    <a:pt x="58" y="4"/>
                    <a:pt x="57" y="3"/>
                    <a:pt x="55" y="2"/>
                  </a:cubicBezTo>
                  <a:cubicBezTo>
                    <a:pt x="50" y="0"/>
                    <a:pt x="46" y="2"/>
                    <a:pt x="42" y="4"/>
                  </a:cubicBezTo>
                  <a:cubicBezTo>
                    <a:pt x="42" y="4"/>
                    <a:pt x="42" y="4"/>
                    <a:pt x="41" y="4"/>
                  </a:cubicBezTo>
                  <a:cubicBezTo>
                    <a:pt x="40" y="5"/>
                    <a:pt x="38" y="5"/>
                    <a:pt x="37" y="6"/>
                  </a:cubicBezTo>
                  <a:cubicBezTo>
                    <a:pt x="34" y="7"/>
                    <a:pt x="31" y="8"/>
                    <a:pt x="28" y="10"/>
                  </a:cubicBezTo>
                  <a:cubicBezTo>
                    <a:pt x="25" y="11"/>
                    <a:pt x="23" y="13"/>
                    <a:pt x="22" y="16"/>
                  </a:cubicBezTo>
                  <a:cubicBezTo>
                    <a:pt x="21" y="17"/>
                    <a:pt x="21" y="17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9" y="19"/>
                    <a:pt x="16" y="19"/>
                    <a:pt x="14" y="18"/>
                  </a:cubicBezTo>
                  <a:cubicBezTo>
                    <a:pt x="12" y="18"/>
                    <a:pt x="10" y="17"/>
                    <a:pt x="9" y="17"/>
                  </a:cubicBezTo>
                  <a:cubicBezTo>
                    <a:pt x="5" y="17"/>
                    <a:pt x="2" y="20"/>
                    <a:pt x="1" y="24"/>
                  </a:cubicBezTo>
                  <a:cubicBezTo>
                    <a:pt x="0" y="28"/>
                    <a:pt x="1" y="32"/>
                    <a:pt x="4" y="34"/>
                  </a:cubicBezTo>
                  <a:cubicBezTo>
                    <a:pt x="7" y="35"/>
                    <a:pt x="11" y="34"/>
                    <a:pt x="11" y="34"/>
                  </a:cubicBezTo>
                  <a:cubicBezTo>
                    <a:pt x="12" y="34"/>
                    <a:pt x="13" y="34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4" y="33"/>
                    <a:pt x="15" y="33"/>
                    <a:pt x="16" y="34"/>
                  </a:cubicBezTo>
                  <a:cubicBezTo>
                    <a:pt x="18" y="36"/>
                    <a:pt x="21" y="39"/>
                    <a:pt x="22" y="41"/>
                  </a:cubicBezTo>
                  <a:cubicBezTo>
                    <a:pt x="22" y="41"/>
                    <a:pt x="22" y="42"/>
                    <a:pt x="22" y="43"/>
                  </a:cubicBezTo>
                  <a:cubicBezTo>
                    <a:pt x="22" y="44"/>
                    <a:pt x="22" y="45"/>
                    <a:pt x="22" y="46"/>
                  </a:cubicBezTo>
                  <a:cubicBezTo>
                    <a:pt x="23" y="50"/>
                    <a:pt x="25" y="51"/>
                    <a:pt x="26" y="52"/>
                  </a:cubicBezTo>
                  <a:cubicBezTo>
                    <a:pt x="27" y="52"/>
                    <a:pt x="27" y="52"/>
                    <a:pt x="27" y="53"/>
                  </a:cubicBezTo>
                  <a:cubicBezTo>
                    <a:pt x="28" y="54"/>
                    <a:pt x="29" y="55"/>
                    <a:pt x="30" y="57"/>
                  </a:cubicBezTo>
                  <a:cubicBezTo>
                    <a:pt x="31" y="58"/>
                    <a:pt x="33" y="60"/>
                    <a:pt x="35" y="62"/>
                  </a:cubicBezTo>
                  <a:cubicBezTo>
                    <a:pt x="37" y="64"/>
                    <a:pt x="40" y="65"/>
                    <a:pt x="43" y="67"/>
                  </a:cubicBezTo>
                  <a:cubicBezTo>
                    <a:pt x="44" y="67"/>
                    <a:pt x="45" y="67"/>
                    <a:pt x="46" y="67"/>
                  </a:cubicBezTo>
                  <a:cubicBezTo>
                    <a:pt x="45" y="69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4" y="71"/>
                    <a:pt x="44" y="72"/>
                    <a:pt x="44" y="74"/>
                  </a:cubicBezTo>
                  <a:cubicBezTo>
                    <a:pt x="45" y="77"/>
                    <a:pt x="46" y="79"/>
                    <a:pt x="47" y="80"/>
                  </a:cubicBezTo>
                  <a:cubicBezTo>
                    <a:pt x="48" y="81"/>
                    <a:pt x="48" y="81"/>
                    <a:pt x="49" y="82"/>
                  </a:cubicBezTo>
                  <a:cubicBezTo>
                    <a:pt x="49" y="82"/>
                    <a:pt x="50" y="83"/>
                    <a:pt x="50" y="83"/>
                  </a:cubicBezTo>
                  <a:cubicBezTo>
                    <a:pt x="50" y="84"/>
                    <a:pt x="49" y="89"/>
                    <a:pt x="49" y="91"/>
                  </a:cubicBezTo>
                  <a:cubicBezTo>
                    <a:pt x="49" y="92"/>
                    <a:pt x="48" y="94"/>
                    <a:pt x="48" y="95"/>
                  </a:cubicBezTo>
                  <a:cubicBezTo>
                    <a:pt x="48" y="95"/>
                    <a:pt x="48" y="96"/>
                    <a:pt x="48" y="97"/>
                  </a:cubicBezTo>
                  <a:cubicBezTo>
                    <a:pt x="47" y="99"/>
                    <a:pt x="47" y="102"/>
                    <a:pt x="48" y="105"/>
                  </a:cubicBezTo>
                  <a:cubicBezTo>
                    <a:pt x="48" y="107"/>
                    <a:pt x="50" y="108"/>
                    <a:pt x="52" y="108"/>
                  </a:cubicBezTo>
                  <a:cubicBezTo>
                    <a:pt x="52" y="108"/>
                    <a:pt x="52" y="108"/>
                    <a:pt x="52" y="108"/>
                  </a:cubicBezTo>
                  <a:cubicBezTo>
                    <a:pt x="54" y="108"/>
                    <a:pt x="56" y="106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7" y="103"/>
                    <a:pt x="57" y="101"/>
                    <a:pt x="58" y="100"/>
                  </a:cubicBezTo>
                  <a:cubicBezTo>
                    <a:pt x="60" y="96"/>
                    <a:pt x="64" y="91"/>
                    <a:pt x="67" y="88"/>
                  </a:cubicBezTo>
                  <a:cubicBezTo>
                    <a:pt x="70" y="85"/>
                    <a:pt x="72" y="82"/>
                    <a:pt x="73" y="78"/>
                  </a:cubicBezTo>
                  <a:cubicBezTo>
                    <a:pt x="74" y="76"/>
                    <a:pt x="73" y="73"/>
                    <a:pt x="72" y="72"/>
                  </a:cubicBezTo>
                  <a:cubicBezTo>
                    <a:pt x="71" y="71"/>
                    <a:pt x="69" y="70"/>
                    <a:pt x="68" y="69"/>
                  </a:cubicBezTo>
                  <a:close/>
                  <a:moveTo>
                    <a:pt x="53" y="27"/>
                  </a:moveTo>
                  <a:cubicBezTo>
                    <a:pt x="53" y="27"/>
                    <a:pt x="52" y="27"/>
                    <a:pt x="52" y="27"/>
                  </a:cubicBezTo>
                  <a:cubicBezTo>
                    <a:pt x="50" y="27"/>
                    <a:pt x="49" y="27"/>
                    <a:pt x="47" y="29"/>
                  </a:cubicBezTo>
                  <a:cubicBezTo>
                    <a:pt x="47" y="30"/>
                    <a:pt x="46" y="31"/>
                    <a:pt x="46" y="31"/>
                  </a:cubicBezTo>
                  <a:cubicBezTo>
                    <a:pt x="46" y="31"/>
                    <a:pt x="46" y="32"/>
                    <a:pt x="46" y="32"/>
                  </a:cubicBezTo>
                  <a:cubicBezTo>
                    <a:pt x="46" y="32"/>
                    <a:pt x="46" y="32"/>
                    <a:pt x="45" y="31"/>
                  </a:cubicBezTo>
                  <a:cubicBezTo>
                    <a:pt x="45" y="31"/>
                    <a:pt x="45" y="30"/>
                    <a:pt x="45" y="29"/>
                  </a:cubicBezTo>
                  <a:cubicBezTo>
                    <a:pt x="45" y="28"/>
                    <a:pt x="46" y="27"/>
                    <a:pt x="47" y="26"/>
                  </a:cubicBezTo>
                  <a:cubicBezTo>
                    <a:pt x="48" y="26"/>
                    <a:pt x="48" y="25"/>
                    <a:pt x="49" y="25"/>
                  </a:cubicBezTo>
                  <a:cubicBezTo>
                    <a:pt x="49" y="25"/>
                    <a:pt x="49" y="25"/>
                    <a:pt x="49" y="25"/>
                  </a:cubicBezTo>
                  <a:cubicBezTo>
                    <a:pt x="50" y="25"/>
                    <a:pt x="50" y="26"/>
                    <a:pt x="51" y="26"/>
                  </a:cubicBezTo>
                  <a:cubicBezTo>
                    <a:pt x="51" y="26"/>
                    <a:pt x="52" y="27"/>
                    <a:pt x="53" y="27"/>
                  </a:cubicBezTo>
                  <a:close/>
                  <a:moveTo>
                    <a:pt x="43" y="49"/>
                  </a:moveTo>
                  <a:cubicBezTo>
                    <a:pt x="42" y="50"/>
                    <a:pt x="41" y="50"/>
                    <a:pt x="39" y="51"/>
                  </a:cubicBezTo>
                  <a:cubicBezTo>
                    <a:pt x="39" y="51"/>
                    <a:pt x="37" y="53"/>
                    <a:pt x="38" y="56"/>
                  </a:cubicBezTo>
                  <a:cubicBezTo>
                    <a:pt x="38" y="57"/>
                    <a:pt x="39" y="58"/>
                    <a:pt x="39" y="58"/>
                  </a:cubicBezTo>
                  <a:cubicBezTo>
                    <a:pt x="39" y="58"/>
                    <a:pt x="38" y="58"/>
                    <a:pt x="38" y="57"/>
                  </a:cubicBezTo>
                  <a:cubicBezTo>
                    <a:pt x="37" y="57"/>
                    <a:pt x="36" y="55"/>
                    <a:pt x="35" y="54"/>
                  </a:cubicBezTo>
                  <a:cubicBezTo>
                    <a:pt x="34" y="52"/>
                    <a:pt x="33" y="50"/>
                    <a:pt x="31" y="49"/>
                  </a:cubicBezTo>
                  <a:cubicBezTo>
                    <a:pt x="31" y="48"/>
                    <a:pt x="30" y="48"/>
                    <a:pt x="30" y="47"/>
                  </a:cubicBezTo>
                  <a:cubicBezTo>
                    <a:pt x="28" y="46"/>
                    <a:pt x="28" y="46"/>
                    <a:pt x="28" y="45"/>
                  </a:cubicBezTo>
                  <a:cubicBezTo>
                    <a:pt x="28" y="44"/>
                    <a:pt x="28" y="44"/>
                    <a:pt x="28" y="43"/>
                  </a:cubicBezTo>
                  <a:cubicBezTo>
                    <a:pt x="28" y="42"/>
                    <a:pt x="28" y="41"/>
                    <a:pt x="27" y="39"/>
                  </a:cubicBezTo>
                  <a:cubicBezTo>
                    <a:pt x="26" y="35"/>
                    <a:pt x="22" y="31"/>
                    <a:pt x="19" y="30"/>
                  </a:cubicBezTo>
                  <a:cubicBezTo>
                    <a:pt x="18" y="29"/>
                    <a:pt x="16" y="27"/>
                    <a:pt x="13" y="27"/>
                  </a:cubicBezTo>
                  <a:cubicBezTo>
                    <a:pt x="13" y="27"/>
                    <a:pt x="13" y="27"/>
                    <a:pt x="12" y="28"/>
                  </a:cubicBezTo>
                  <a:cubicBezTo>
                    <a:pt x="11" y="28"/>
                    <a:pt x="10" y="29"/>
                    <a:pt x="10" y="29"/>
                  </a:cubicBezTo>
                  <a:cubicBezTo>
                    <a:pt x="9" y="29"/>
                    <a:pt x="8" y="29"/>
                    <a:pt x="7" y="29"/>
                  </a:cubicBezTo>
                  <a:cubicBezTo>
                    <a:pt x="6" y="28"/>
                    <a:pt x="6" y="27"/>
                    <a:pt x="6" y="25"/>
                  </a:cubicBezTo>
                  <a:cubicBezTo>
                    <a:pt x="7" y="24"/>
                    <a:pt x="7" y="23"/>
                    <a:pt x="9" y="23"/>
                  </a:cubicBezTo>
                  <a:cubicBezTo>
                    <a:pt x="10" y="23"/>
                    <a:pt x="11" y="23"/>
                    <a:pt x="13" y="24"/>
                  </a:cubicBezTo>
                  <a:cubicBezTo>
                    <a:pt x="16" y="24"/>
                    <a:pt x="19" y="25"/>
                    <a:pt x="23" y="24"/>
                  </a:cubicBezTo>
                  <a:cubicBezTo>
                    <a:pt x="25" y="23"/>
                    <a:pt x="26" y="21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17"/>
                    <a:pt x="29" y="16"/>
                    <a:pt x="31" y="15"/>
                  </a:cubicBezTo>
                  <a:cubicBezTo>
                    <a:pt x="33" y="13"/>
                    <a:pt x="36" y="12"/>
                    <a:pt x="39" y="11"/>
                  </a:cubicBezTo>
                  <a:cubicBezTo>
                    <a:pt x="41" y="11"/>
                    <a:pt x="42" y="10"/>
                    <a:pt x="44" y="9"/>
                  </a:cubicBezTo>
                  <a:cubicBezTo>
                    <a:pt x="44" y="9"/>
                    <a:pt x="44" y="9"/>
                    <a:pt x="45" y="9"/>
                  </a:cubicBezTo>
                  <a:cubicBezTo>
                    <a:pt x="47" y="8"/>
                    <a:pt x="49" y="7"/>
                    <a:pt x="51" y="7"/>
                  </a:cubicBezTo>
                  <a:cubicBezTo>
                    <a:pt x="50" y="7"/>
                    <a:pt x="50" y="8"/>
                    <a:pt x="50" y="8"/>
                  </a:cubicBezTo>
                  <a:cubicBezTo>
                    <a:pt x="48" y="10"/>
                    <a:pt x="46" y="11"/>
                    <a:pt x="46" y="13"/>
                  </a:cubicBezTo>
                  <a:cubicBezTo>
                    <a:pt x="45" y="16"/>
                    <a:pt x="48" y="18"/>
                    <a:pt x="50" y="20"/>
                  </a:cubicBezTo>
                  <a:cubicBezTo>
                    <a:pt x="48" y="20"/>
                    <a:pt x="46" y="20"/>
                    <a:pt x="45" y="21"/>
                  </a:cubicBezTo>
                  <a:cubicBezTo>
                    <a:pt x="42" y="23"/>
                    <a:pt x="40" y="25"/>
                    <a:pt x="39" y="28"/>
                  </a:cubicBezTo>
                  <a:cubicBezTo>
                    <a:pt x="39" y="30"/>
                    <a:pt x="40" y="33"/>
                    <a:pt x="41" y="35"/>
                  </a:cubicBezTo>
                  <a:cubicBezTo>
                    <a:pt x="42" y="36"/>
                    <a:pt x="44" y="37"/>
                    <a:pt x="46" y="37"/>
                  </a:cubicBezTo>
                  <a:cubicBezTo>
                    <a:pt x="50" y="37"/>
                    <a:pt x="51" y="35"/>
                    <a:pt x="51" y="33"/>
                  </a:cubicBezTo>
                  <a:cubicBezTo>
                    <a:pt x="51" y="33"/>
                    <a:pt x="51" y="33"/>
                    <a:pt x="52" y="33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2" y="33"/>
                    <a:pt x="54" y="34"/>
                    <a:pt x="55" y="36"/>
                  </a:cubicBezTo>
                  <a:cubicBezTo>
                    <a:pt x="55" y="37"/>
                    <a:pt x="55" y="38"/>
                    <a:pt x="52" y="41"/>
                  </a:cubicBezTo>
                  <a:cubicBezTo>
                    <a:pt x="52" y="42"/>
                    <a:pt x="51" y="42"/>
                    <a:pt x="51" y="42"/>
                  </a:cubicBezTo>
                  <a:cubicBezTo>
                    <a:pt x="50" y="43"/>
                    <a:pt x="50" y="44"/>
                    <a:pt x="49" y="44"/>
                  </a:cubicBezTo>
                  <a:cubicBezTo>
                    <a:pt x="48" y="46"/>
                    <a:pt x="46" y="49"/>
                    <a:pt x="44" y="49"/>
                  </a:cubicBezTo>
                  <a:cubicBezTo>
                    <a:pt x="44" y="49"/>
                    <a:pt x="43" y="49"/>
                    <a:pt x="43" y="49"/>
                  </a:cubicBezTo>
                  <a:close/>
                  <a:moveTo>
                    <a:pt x="68" y="76"/>
                  </a:moveTo>
                  <a:cubicBezTo>
                    <a:pt x="67" y="79"/>
                    <a:pt x="65" y="82"/>
                    <a:pt x="63" y="84"/>
                  </a:cubicBezTo>
                  <a:cubicBezTo>
                    <a:pt x="59" y="88"/>
                    <a:pt x="55" y="94"/>
                    <a:pt x="54" y="96"/>
                  </a:cubicBezTo>
                  <a:cubicBezTo>
                    <a:pt x="54" y="96"/>
                    <a:pt x="54" y="96"/>
                    <a:pt x="54" y="95"/>
                  </a:cubicBezTo>
                  <a:cubicBezTo>
                    <a:pt x="54" y="95"/>
                    <a:pt x="54" y="94"/>
                    <a:pt x="54" y="92"/>
                  </a:cubicBezTo>
                  <a:cubicBezTo>
                    <a:pt x="55" y="88"/>
                    <a:pt x="56" y="83"/>
                    <a:pt x="55" y="80"/>
                  </a:cubicBezTo>
                  <a:cubicBezTo>
                    <a:pt x="54" y="79"/>
                    <a:pt x="53" y="78"/>
                    <a:pt x="53" y="78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1" y="76"/>
                    <a:pt x="50" y="74"/>
                    <a:pt x="50" y="73"/>
                  </a:cubicBezTo>
                  <a:cubicBezTo>
                    <a:pt x="50" y="73"/>
                    <a:pt x="50" y="73"/>
                    <a:pt x="50" y="72"/>
                  </a:cubicBezTo>
                  <a:cubicBezTo>
                    <a:pt x="50" y="72"/>
                    <a:pt x="50" y="71"/>
                    <a:pt x="51" y="71"/>
                  </a:cubicBezTo>
                  <a:cubicBezTo>
                    <a:pt x="51" y="71"/>
                    <a:pt x="51" y="68"/>
                    <a:pt x="52" y="68"/>
                  </a:cubicBezTo>
                  <a:cubicBezTo>
                    <a:pt x="52" y="67"/>
                    <a:pt x="53" y="67"/>
                    <a:pt x="53" y="67"/>
                  </a:cubicBezTo>
                  <a:cubicBezTo>
                    <a:pt x="55" y="67"/>
                    <a:pt x="59" y="69"/>
                    <a:pt x="61" y="71"/>
                  </a:cubicBezTo>
                  <a:cubicBezTo>
                    <a:pt x="62" y="72"/>
                    <a:pt x="64" y="73"/>
                    <a:pt x="65" y="74"/>
                  </a:cubicBezTo>
                  <a:cubicBezTo>
                    <a:pt x="66" y="75"/>
                    <a:pt x="67" y="75"/>
                    <a:pt x="68" y="76"/>
                  </a:cubicBezTo>
                  <a:cubicBezTo>
                    <a:pt x="68" y="76"/>
                    <a:pt x="68" y="76"/>
                    <a:pt x="68" y="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60;p48">
              <a:extLst>
                <a:ext uri="{FF2B5EF4-FFF2-40B4-BE49-F238E27FC236}">
                  <a16:creationId xmlns:a16="http://schemas.microsoft.com/office/drawing/2014/main" id="{13B1CC99-BBA0-4C53-B69F-1F50D6A35555}"/>
                </a:ext>
              </a:extLst>
            </p:cNvPr>
            <p:cNvSpPr/>
            <p:nvPr/>
          </p:nvSpPr>
          <p:spPr>
            <a:xfrm>
              <a:off x="4901982" y="3383829"/>
              <a:ext cx="13237" cy="13237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5"/>
                    <a:pt x="5" y="4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61;p48">
              <a:extLst>
                <a:ext uri="{FF2B5EF4-FFF2-40B4-BE49-F238E27FC236}">
                  <a16:creationId xmlns:a16="http://schemas.microsoft.com/office/drawing/2014/main" id="{B7A418D7-93A8-45C2-A373-6827AE244676}"/>
                </a:ext>
              </a:extLst>
            </p:cNvPr>
            <p:cNvSpPr/>
            <p:nvPr/>
          </p:nvSpPr>
          <p:spPr>
            <a:xfrm>
              <a:off x="4860064" y="3391550"/>
              <a:ext cx="97072" cy="89351"/>
            </a:xfrm>
            <a:custGeom>
              <a:avLst/>
              <a:gdLst/>
              <a:ahLst/>
              <a:cxnLst/>
              <a:rect l="l" t="t" r="r" b="b"/>
              <a:pathLst>
                <a:path w="37" h="34" extrusionOk="0">
                  <a:moveTo>
                    <a:pt x="30" y="1"/>
                  </a:moveTo>
                  <a:cubicBezTo>
                    <a:pt x="28" y="0"/>
                    <a:pt x="27" y="0"/>
                    <a:pt x="26" y="1"/>
                  </a:cubicBezTo>
                  <a:cubicBezTo>
                    <a:pt x="25" y="2"/>
                    <a:pt x="25" y="4"/>
                    <a:pt x="26" y="5"/>
                  </a:cubicBezTo>
                  <a:cubicBezTo>
                    <a:pt x="29" y="7"/>
                    <a:pt x="31" y="11"/>
                    <a:pt x="31" y="15"/>
                  </a:cubicBezTo>
                  <a:cubicBezTo>
                    <a:pt x="31" y="22"/>
                    <a:pt x="25" y="28"/>
                    <a:pt x="18" y="28"/>
                  </a:cubicBezTo>
                  <a:cubicBezTo>
                    <a:pt x="11" y="28"/>
                    <a:pt x="5" y="22"/>
                    <a:pt x="5" y="15"/>
                  </a:cubicBezTo>
                  <a:cubicBezTo>
                    <a:pt x="5" y="11"/>
                    <a:pt x="7" y="8"/>
                    <a:pt x="10" y="6"/>
                  </a:cubicBezTo>
                  <a:cubicBezTo>
                    <a:pt x="11" y="5"/>
                    <a:pt x="11" y="3"/>
                    <a:pt x="10" y="2"/>
                  </a:cubicBezTo>
                  <a:cubicBezTo>
                    <a:pt x="9" y="0"/>
                    <a:pt x="7" y="0"/>
                    <a:pt x="6" y="1"/>
                  </a:cubicBezTo>
                  <a:cubicBezTo>
                    <a:pt x="2" y="5"/>
                    <a:pt x="0" y="10"/>
                    <a:pt x="0" y="15"/>
                  </a:cubicBezTo>
                  <a:cubicBezTo>
                    <a:pt x="0" y="25"/>
                    <a:pt x="8" y="34"/>
                    <a:pt x="18" y="34"/>
                  </a:cubicBezTo>
                  <a:cubicBezTo>
                    <a:pt x="29" y="34"/>
                    <a:pt x="37" y="25"/>
                    <a:pt x="37" y="15"/>
                  </a:cubicBezTo>
                  <a:cubicBezTo>
                    <a:pt x="37" y="9"/>
                    <a:pt x="34" y="4"/>
                    <a:pt x="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62;p48">
              <a:extLst>
                <a:ext uri="{FF2B5EF4-FFF2-40B4-BE49-F238E27FC236}">
                  <a16:creationId xmlns:a16="http://schemas.microsoft.com/office/drawing/2014/main" id="{AF298C58-3F32-4614-AD99-3F483CD9F78B}"/>
                </a:ext>
              </a:extLst>
            </p:cNvPr>
            <p:cNvSpPr/>
            <p:nvPr/>
          </p:nvSpPr>
          <p:spPr>
            <a:xfrm>
              <a:off x="5086198" y="3379416"/>
              <a:ext cx="44124" cy="75010"/>
            </a:xfrm>
            <a:custGeom>
              <a:avLst/>
              <a:gdLst/>
              <a:ahLst/>
              <a:cxnLst/>
              <a:rect l="l" t="t" r="r" b="b"/>
              <a:pathLst>
                <a:path w="17" h="29" extrusionOk="0">
                  <a:moveTo>
                    <a:pt x="15" y="1"/>
                  </a:moveTo>
                  <a:cubicBezTo>
                    <a:pt x="13" y="0"/>
                    <a:pt x="12" y="1"/>
                    <a:pt x="12" y="3"/>
                  </a:cubicBezTo>
                  <a:cubicBezTo>
                    <a:pt x="10" y="11"/>
                    <a:pt x="6" y="18"/>
                    <a:pt x="1" y="24"/>
                  </a:cubicBezTo>
                  <a:cubicBezTo>
                    <a:pt x="0" y="25"/>
                    <a:pt x="0" y="27"/>
                    <a:pt x="1" y="28"/>
                  </a:cubicBezTo>
                  <a:cubicBezTo>
                    <a:pt x="2" y="28"/>
                    <a:pt x="2" y="29"/>
                    <a:pt x="3" y="29"/>
                  </a:cubicBezTo>
                  <a:cubicBezTo>
                    <a:pt x="4" y="29"/>
                    <a:pt x="5" y="28"/>
                    <a:pt x="5" y="28"/>
                  </a:cubicBezTo>
                  <a:cubicBezTo>
                    <a:pt x="11" y="21"/>
                    <a:pt x="15" y="13"/>
                    <a:pt x="17" y="4"/>
                  </a:cubicBezTo>
                  <a:cubicBezTo>
                    <a:pt x="17" y="3"/>
                    <a:pt x="17" y="1"/>
                    <a:pt x="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63;p48">
              <a:extLst>
                <a:ext uri="{FF2B5EF4-FFF2-40B4-BE49-F238E27FC236}">
                  <a16:creationId xmlns:a16="http://schemas.microsoft.com/office/drawing/2014/main" id="{C1FC630C-B848-4A86-8D02-4748311FC77E}"/>
                </a:ext>
              </a:extLst>
            </p:cNvPr>
            <p:cNvSpPr/>
            <p:nvPr/>
          </p:nvSpPr>
          <p:spPr>
            <a:xfrm>
              <a:off x="5119290" y="3352942"/>
              <a:ext cx="13237" cy="15443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6"/>
                    <a:pt x="5" y="5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4" y="0"/>
                    <a:pt x="2" y="1"/>
                  </a:cubicBezTo>
                  <a:cubicBezTo>
                    <a:pt x="1" y="1"/>
                    <a:pt x="0" y="2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1148;p49">
            <a:extLst>
              <a:ext uri="{FF2B5EF4-FFF2-40B4-BE49-F238E27FC236}">
                <a16:creationId xmlns:a16="http://schemas.microsoft.com/office/drawing/2014/main" id="{A17F1CF9-C971-49BB-ADCD-A58E23C35470}"/>
              </a:ext>
            </a:extLst>
          </p:cNvPr>
          <p:cNvGrpSpPr/>
          <p:nvPr/>
        </p:nvGrpSpPr>
        <p:grpSpPr>
          <a:xfrm>
            <a:off x="6611888" y="2910079"/>
            <a:ext cx="1131956" cy="1040436"/>
            <a:chOff x="5599069" y="2538860"/>
            <a:chExt cx="389284" cy="389284"/>
          </a:xfrm>
        </p:grpSpPr>
        <p:sp>
          <p:nvSpPr>
            <p:cNvPr id="30" name="Google Shape;1149;p49">
              <a:extLst>
                <a:ext uri="{FF2B5EF4-FFF2-40B4-BE49-F238E27FC236}">
                  <a16:creationId xmlns:a16="http://schemas.microsoft.com/office/drawing/2014/main" id="{CD5CA6E0-1A04-4A51-BF35-E53698865129}"/>
                </a:ext>
              </a:extLst>
            </p:cNvPr>
            <p:cNvSpPr/>
            <p:nvPr/>
          </p:nvSpPr>
          <p:spPr>
            <a:xfrm>
              <a:off x="5682644" y="2829174"/>
              <a:ext cx="75878" cy="26392"/>
            </a:xfrm>
            <a:custGeom>
              <a:avLst/>
              <a:gdLst/>
              <a:ahLst/>
              <a:cxnLst/>
              <a:rect l="l" t="t" r="r" b="b"/>
              <a:pathLst>
                <a:path w="29" h="10" extrusionOk="0">
                  <a:moveTo>
                    <a:pt x="1" y="5"/>
                  </a:moveTo>
                  <a:cubicBezTo>
                    <a:pt x="0" y="6"/>
                    <a:pt x="0" y="8"/>
                    <a:pt x="1" y="9"/>
                  </a:cubicBezTo>
                  <a:cubicBezTo>
                    <a:pt x="3" y="10"/>
                    <a:pt x="4" y="10"/>
                    <a:pt x="6" y="9"/>
                  </a:cubicBezTo>
                  <a:cubicBezTo>
                    <a:pt x="8" y="7"/>
                    <a:pt x="11" y="6"/>
                    <a:pt x="14" y="6"/>
                  </a:cubicBezTo>
                  <a:cubicBezTo>
                    <a:pt x="18" y="6"/>
                    <a:pt x="21" y="7"/>
                    <a:pt x="23" y="9"/>
                  </a:cubicBezTo>
                  <a:cubicBezTo>
                    <a:pt x="24" y="10"/>
                    <a:pt x="25" y="10"/>
                    <a:pt x="25" y="10"/>
                  </a:cubicBezTo>
                  <a:cubicBezTo>
                    <a:pt x="26" y="10"/>
                    <a:pt x="27" y="10"/>
                    <a:pt x="27" y="9"/>
                  </a:cubicBezTo>
                  <a:cubicBezTo>
                    <a:pt x="29" y="8"/>
                    <a:pt x="29" y="6"/>
                    <a:pt x="27" y="5"/>
                  </a:cubicBezTo>
                  <a:cubicBezTo>
                    <a:pt x="24" y="2"/>
                    <a:pt x="19" y="0"/>
                    <a:pt x="14" y="0"/>
                  </a:cubicBezTo>
                  <a:cubicBezTo>
                    <a:pt x="10" y="0"/>
                    <a:pt x="5" y="2"/>
                    <a:pt x="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150;p49">
              <a:extLst>
                <a:ext uri="{FF2B5EF4-FFF2-40B4-BE49-F238E27FC236}">
                  <a16:creationId xmlns:a16="http://schemas.microsoft.com/office/drawing/2014/main" id="{7F2AC160-023C-440F-BF66-88800E1686B0}"/>
                </a:ext>
              </a:extLst>
            </p:cNvPr>
            <p:cNvSpPr/>
            <p:nvPr/>
          </p:nvSpPr>
          <p:spPr>
            <a:xfrm>
              <a:off x="5599069" y="2538860"/>
              <a:ext cx="389284" cy="389284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02" y="0"/>
                  </a:moveTo>
                  <a:cubicBezTo>
                    <a:pt x="77" y="0"/>
                    <a:pt x="56" y="21"/>
                    <a:pt x="56" y="46"/>
                  </a:cubicBezTo>
                  <a:cubicBezTo>
                    <a:pt x="56" y="50"/>
                    <a:pt x="56" y="53"/>
                    <a:pt x="57" y="57"/>
                  </a:cubicBezTo>
                  <a:cubicBezTo>
                    <a:pt x="54" y="56"/>
                    <a:pt x="50" y="56"/>
                    <a:pt x="46" y="56"/>
                  </a:cubicBezTo>
                  <a:cubicBezTo>
                    <a:pt x="39" y="56"/>
                    <a:pt x="31" y="57"/>
                    <a:pt x="25" y="61"/>
                  </a:cubicBezTo>
                  <a:cubicBezTo>
                    <a:pt x="23" y="62"/>
                    <a:pt x="23" y="63"/>
                    <a:pt x="24" y="65"/>
                  </a:cubicBezTo>
                  <a:cubicBezTo>
                    <a:pt x="24" y="66"/>
                    <a:pt x="26" y="67"/>
                    <a:pt x="27" y="66"/>
                  </a:cubicBezTo>
                  <a:cubicBezTo>
                    <a:pt x="33" y="63"/>
                    <a:pt x="40" y="61"/>
                    <a:pt x="46" y="61"/>
                  </a:cubicBezTo>
                  <a:cubicBezTo>
                    <a:pt x="69" y="61"/>
                    <a:pt x="87" y="80"/>
                    <a:pt x="87" y="102"/>
                  </a:cubicBezTo>
                  <a:cubicBezTo>
                    <a:pt x="87" y="125"/>
                    <a:pt x="69" y="143"/>
                    <a:pt x="46" y="143"/>
                  </a:cubicBezTo>
                  <a:cubicBezTo>
                    <a:pt x="24" y="143"/>
                    <a:pt x="6" y="125"/>
                    <a:pt x="6" y="102"/>
                  </a:cubicBezTo>
                  <a:cubicBezTo>
                    <a:pt x="6" y="96"/>
                    <a:pt x="7" y="89"/>
                    <a:pt x="10" y="83"/>
                  </a:cubicBezTo>
                  <a:cubicBezTo>
                    <a:pt x="11" y="82"/>
                    <a:pt x="11" y="80"/>
                    <a:pt x="9" y="79"/>
                  </a:cubicBezTo>
                  <a:cubicBezTo>
                    <a:pt x="8" y="78"/>
                    <a:pt x="6" y="79"/>
                    <a:pt x="5" y="80"/>
                  </a:cubicBezTo>
                  <a:cubicBezTo>
                    <a:pt x="2" y="87"/>
                    <a:pt x="0" y="95"/>
                    <a:pt x="0" y="102"/>
                  </a:cubicBezTo>
                  <a:cubicBezTo>
                    <a:pt x="0" y="128"/>
                    <a:pt x="21" y="149"/>
                    <a:pt x="46" y="149"/>
                  </a:cubicBezTo>
                  <a:cubicBezTo>
                    <a:pt x="72" y="149"/>
                    <a:pt x="93" y="128"/>
                    <a:pt x="93" y="102"/>
                  </a:cubicBezTo>
                  <a:cubicBezTo>
                    <a:pt x="93" y="99"/>
                    <a:pt x="93" y="95"/>
                    <a:pt x="92" y="92"/>
                  </a:cubicBezTo>
                  <a:cubicBezTo>
                    <a:pt x="95" y="92"/>
                    <a:pt x="99" y="93"/>
                    <a:pt x="102" y="93"/>
                  </a:cubicBezTo>
                  <a:cubicBezTo>
                    <a:pt x="128" y="93"/>
                    <a:pt x="149" y="72"/>
                    <a:pt x="149" y="46"/>
                  </a:cubicBezTo>
                  <a:cubicBezTo>
                    <a:pt x="149" y="21"/>
                    <a:pt x="128" y="0"/>
                    <a:pt x="102" y="0"/>
                  </a:cubicBezTo>
                  <a:close/>
                  <a:moveTo>
                    <a:pt x="102" y="87"/>
                  </a:moveTo>
                  <a:cubicBezTo>
                    <a:pt x="98" y="87"/>
                    <a:pt x="94" y="86"/>
                    <a:pt x="90" y="85"/>
                  </a:cubicBezTo>
                  <a:cubicBezTo>
                    <a:pt x="85" y="73"/>
                    <a:pt x="76" y="64"/>
                    <a:pt x="64" y="59"/>
                  </a:cubicBezTo>
                  <a:cubicBezTo>
                    <a:pt x="62" y="55"/>
                    <a:pt x="62" y="51"/>
                    <a:pt x="62" y="46"/>
                  </a:cubicBezTo>
                  <a:cubicBezTo>
                    <a:pt x="62" y="24"/>
                    <a:pt x="80" y="5"/>
                    <a:pt x="102" y="5"/>
                  </a:cubicBezTo>
                  <a:cubicBezTo>
                    <a:pt x="125" y="5"/>
                    <a:pt x="143" y="24"/>
                    <a:pt x="143" y="46"/>
                  </a:cubicBezTo>
                  <a:cubicBezTo>
                    <a:pt x="143" y="69"/>
                    <a:pt x="125" y="87"/>
                    <a:pt x="102" y="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151;p49">
              <a:extLst>
                <a:ext uri="{FF2B5EF4-FFF2-40B4-BE49-F238E27FC236}">
                  <a16:creationId xmlns:a16="http://schemas.microsoft.com/office/drawing/2014/main" id="{EA57DBD7-169F-483C-8356-A610809D2685}"/>
                </a:ext>
              </a:extLst>
            </p:cNvPr>
            <p:cNvSpPr/>
            <p:nvPr/>
          </p:nvSpPr>
          <p:spPr>
            <a:xfrm>
              <a:off x="5630959" y="2717007"/>
              <a:ext cx="17595" cy="15395"/>
            </a:xfrm>
            <a:custGeom>
              <a:avLst/>
              <a:gdLst/>
              <a:ahLst/>
              <a:cxnLst/>
              <a:rect l="l" t="t" r="r" b="b"/>
              <a:pathLst>
                <a:path w="7" h="6" extrusionOk="0">
                  <a:moveTo>
                    <a:pt x="4" y="6"/>
                  </a:moveTo>
                  <a:cubicBezTo>
                    <a:pt x="4" y="6"/>
                    <a:pt x="5" y="6"/>
                    <a:pt x="6" y="5"/>
                  </a:cubicBezTo>
                  <a:cubicBezTo>
                    <a:pt x="7" y="4"/>
                    <a:pt x="7" y="2"/>
                    <a:pt x="6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3"/>
                    <a:pt x="0" y="4"/>
                    <a:pt x="2" y="5"/>
                  </a:cubicBezTo>
                  <a:cubicBezTo>
                    <a:pt x="2" y="6"/>
                    <a:pt x="3" y="6"/>
                    <a:pt x="4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152;p49">
              <a:extLst>
                <a:ext uri="{FF2B5EF4-FFF2-40B4-BE49-F238E27FC236}">
                  <a16:creationId xmlns:a16="http://schemas.microsoft.com/office/drawing/2014/main" id="{86E5B7CA-BB80-4B78-9D05-9F6F31AE36B4}"/>
                </a:ext>
              </a:extLst>
            </p:cNvPr>
            <p:cNvSpPr/>
            <p:nvPr/>
          </p:nvSpPr>
          <p:spPr>
            <a:xfrm>
              <a:off x="5651853" y="2771991"/>
              <a:ext cx="43987" cy="32990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1" y="6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13" y="13"/>
                    <a:pt x="13" y="13"/>
                    <a:pt x="14" y="13"/>
                  </a:cubicBezTo>
                  <a:cubicBezTo>
                    <a:pt x="15" y="13"/>
                    <a:pt x="16" y="12"/>
                    <a:pt x="16" y="11"/>
                  </a:cubicBezTo>
                  <a:cubicBezTo>
                    <a:pt x="17" y="10"/>
                    <a:pt x="17" y="8"/>
                    <a:pt x="15" y="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0" y="3"/>
                    <a:pt x="0" y="5"/>
                    <a:pt x="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153;p49">
              <a:extLst>
                <a:ext uri="{FF2B5EF4-FFF2-40B4-BE49-F238E27FC236}">
                  <a16:creationId xmlns:a16="http://schemas.microsoft.com/office/drawing/2014/main" id="{98D734DC-3CBB-4A51-8779-74D18CD74059}"/>
                </a:ext>
              </a:extLst>
            </p:cNvPr>
            <p:cNvSpPr/>
            <p:nvPr/>
          </p:nvSpPr>
          <p:spPr>
            <a:xfrm>
              <a:off x="5745325" y="2771991"/>
              <a:ext cx="45087" cy="32990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3" y="13"/>
                  </a:moveTo>
                  <a:cubicBezTo>
                    <a:pt x="3" y="13"/>
                    <a:pt x="4" y="13"/>
                    <a:pt x="4" y="12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7" y="5"/>
                    <a:pt x="17" y="3"/>
                    <a:pt x="17" y="2"/>
                  </a:cubicBezTo>
                  <a:cubicBezTo>
                    <a:pt x="16" y="1"/>
                    <a:pt x="14" y="0"/>
                    <a:pt x="13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8"/>
                    <a:pt x="0" y="10"/>
                    <a:pt x="0" y="11"/>
                  </a:cubicBezTo>
                  <a:cubicBezTo>
                    <a:pt x="1" y="12"/>
                    <a:pt x="2" y="13"/>
                    <a:pt x="3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154;p49">
              <a:extLst>
                <a:ext uri="{FF2B5EF4-FFF2-40B4-BE49-F238E27FC236}">
                  <a16:creationId xmlns:a16="http://schemas.microsoft.com/office/drawing/2014/main" id="{92F22892-7003-435C-B5DF-DBD8C2EF0AD8}"/>
                </a:ext>
              </a:extLst>
            </p:cNvPr>
            <p:cNvSpPr/>
            <p:nvPr/>
          </p:nvSpPr>
          <p:spPr>
            <a:xfrm>
              <a:off x="5828900" y="2685117"/>
              <a:ext cx="75878" cy="28592"/>
            </a:xfrm>
            <a:custGeom>
              <a:avLst/>
              <a:gdLst/>
              <a:ahLst/>
              <a:cxnLst/>
              <a:rect l="l" t="t" r="r" b="b"/>
              <a:pathLst>
                <a:path w="29" h="11" extrusionOk="0">
                  <a:moveTo>
                    <a:pt x="24" y="4"/>
                  </a:moveTo>
                  <a:cubicBezTo>
                    <a:pt x="20" y="6"/>
                    <a:pt x="18" y="5"/>
                    <a:pt x="15" y="4"/>
                  </a:cubicBezTo>
                  <a:cubicBezTo>
                    <a:pt x="12" y="2"/>
                    <a:pt x="8" y="0"/>
                    <a:pt x="2" y="4"/>
                  </a:cubicBezTo>
                  <a:cubicBezTo>
                    <a:pt x="1" y="5"/>
                    <a:pt x="0" y="6"/>
                    <a:pt x="1" y="8"/>
                  </a:cubicBezTo>
                  <a:cubicBezTo>
                    <a:pt x="2" y="9"/>
                    <a:pt x="4" y="10"/>
                    <a:pt x="5" y="9"/>
                  </a:cubicBezTo>
                  <a:cubicBezTo>
                    <a:pt x="8" y="7"/>
                    <a:pt x="10" y="8"/>
                    <a:pt x="13" y="9"/>
                  </a:cubicBezTo>
                  <a:cubicBezTo>
                    <a:pt x="14" y="10"/>
                    <a:pt x="17" y="11"/>
                    <a:pt x="20" y="11"/>
                  </a:cubicBezTo>
                  <a:cubicBezTo>
                    <a:pt x="22" y="11"/>
                    <a:pt x="24" y="10"/>
                    <a:pt x="27" y="9"/>
                  </a:cubicBezTo>
                  <a:cubicBezTo>
                    <a:pt x="28" y="8"/>
                    <a:pt x="29" y="6"/>
                    <a:pt x="28" y="5"/>
                  </a:cubicBezTo>
                  <a:cubicBezTo>
                    <a:pt x="27" y="3"/>
                    <a:pt x="25" y="3"/>
                    <a:pt x="24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155;p49">
              <a:extLst>
                <a:ext uri="{FF2B5EF4-FFF2-40B4-BE49-F238E27FC236}">
                  <a16:creationId xmlns:a16="http://schemas.microsoft.com/office/drawing/2014/main" id="{F89C5FE1-7192-4C25-810D-7D78D114B580}"/>
                </a:ext>
              </a:extLst>
            </p:cNvPr>
            <p:cNvSpPr/>
            <p:nvPr/>
          </p:nvSpPr>
          <p:spPr>
            <a:xfrm>
              <a:off x="5794811" y="2624634"/>
              <a:ext cx="47286" cy="34090"/>
            </a:xfrm>
            <a:custGeom>
              <a:avLst/>
              <a:gdLst/>
              <a:ahLst/>
              <a:cxnLst/>
              <a:rect l="l" t="t" r="r" b="b"/>
              <a:pathLst>
                <a:path w="18" h="13" extrusionOk="0">
                  <a:moveTo>
                    <a:pt x="17" y="2"/>
                  </a:moveTo>
                  <a:cubicBezTo>
                    <a:pt x="17" y="1"/>
                    <a:pt x="15" y="0"/>
                    <a:pt x="13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8"/>
                    <a:pt x="0" y="10"/>
                    <a:pt x="1" y="11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4" y="13"/>
                    <a:pt x="5" y="13"/>
                    <a:pt x="5" y="12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8" y="5"/>
                    <a:pt x="18" y="3"/>
                    <a:pt x="17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156;p49">
              <a:extLst>
                <a:ext uri="{FF2B5EF4-FFF2-40B4-BE49-F238E27FC236}">
                  <a16:creationId xmlns:a16="http://schemas.microsoft.com/office/drawing/2014/main" id="{EF2A979B-8CBA-4B01-9328-59F8F8242CDF}"/>
                </a:ext>
              </a:extLst>
            </p:cNvPr>
            <p:cNvSpPr/>
            <p:nvPr/>
          </p:nvSpPr>
          <p:spPr>
            <a:xfrm>
              <a:off x="5891582" y="2624634"/>
              <a:ext cx="43987" cy="34090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15" y="7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0" y="3"/>
                    <a:pt x="0" y="5"/>
                    <a:pt x="1" y="6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3" y="13"/>
                    <a:pt x="13" y="13"/>
                    <a:pt x="14" y="13"/>
                  </a:cubicBezTo>
                  <a:cubicBezTo>
                    <a:pt x="15" y="13"/>
                    <a:pt x="16" y="12"/>
                    <a:pt x="16" y="11"/>
                  </a:cubicBezTo>
                  <a:cubicBezTo>
                    <a:pt x="17" y="10"/>
                    <a:pt x="17" y="8"/>
                    <a:pt x="1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>
            <a:spLocks noGrp="1"/>
          </p:cNvSpPr>
          <p:nvPr>
            <p:ph type="title"/>
          </p:nvPr>
        </p:nvSpPr>
        <p:spPr>
          <a:xfrm>
            <a:off x="720000" y="1500000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Teoria de la Modernización </a:t>
            </a:r>
            <a:endParaRPr sz="4400" dirty="0"/>
          </a:p>
        </p:txBody>
      </p:sp>
      <p:sp>
        <p:nvSpPr>
          <p:cNvPr id="334" name="Google Shape;334;p31"/>
          <p:cNvSpPr txBox="1">
            <a:spLocks noGrp="1"/>
          </p:cNvSpPr>
          <p:nvPr>
            <p:ph type="subTitle" idx="1"/>
          </p:nvPr>
        </p:nvSpPr>
        <p:spPr>
          <a:xfrm>
            <a:off x="720000" y="3734775"/>
            <a:ext cx="5067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31"/>
          <p:cNvSpPr txBox="1">
            <a:spLocks noGrp="1"/>
          </p:cNvSpPr>
          <p:nvPr>
            <p:ph type="title" idx="2"/>
          </p:nvPr>
        </p:nvSpPr>
        <p:spPr>
          <a:xfrm>
            <a:off x="720000" y="889125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48A5A2-19F0-476E-94FD-B7FCA835A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7168" y="2878931"/>
            <a:ext cx="3836194" cy="2620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Teoria de la Modernización</a:t>
            </a:r>
            <a:endParaRPr dirty="0"/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Según esta teoria los paises sub desarrollados deben su atraso a la mentalidad tradicional e irracional de sus ciudadanos. </a:t>
            </a:r>
            <a:r>
              <a:rPr lang="en"/>
              <a:t>A jucio de Harrison en los latinoamericanos predomina una mentalidad de atraso que nos hace ser sub desarrollados.</a:t>
            </a:r>
            <a:endParaRPr dirty="0"/>
          </a:p>
        </p:txBody>
      </p:sp>
      <p:sp>
        <p:nvSpPr>
          <p:cNvPr id="343" name="Google Shape;343;p32"/>
          <p:cNvSpPr txBox="1">
            <a:spLocks noGrp="1"/>
          </p:cNvSpPr>
          <p:nvPr>
            <p:ph type="subTitle" idx="3"/>
          </p:nvPr>
        </p:nvSpPr>
        <p:spPr>
          <a:xfrm>
            <a:off x="720000" y="3519658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dirty="0"/>
              <a:t>Son sociedades donde predominan redes de comunicación muy débiles . Tanto en infraestructura física como en las comunicaciones inalámbricas como el interne. A veces incluso resulta  más fácil comunicarse por ejemplo con la ciudad de Nueva York  que  hacerlo desde Tegucigalpa con la ciudad de Gracias.</a:t>
            </a:r>
            <a:endParaRPr dirty="0"/>
          </a:p>
        </p:txBody>
      </p:sp>
      <p:sp>
        <p:nvSpPr>
          <p:cNvPr id="344" name="Google Shape;344;p32"/>
          <p:cNvSpPr txBox="1">
            <a:spLocks noGrp="1"/>
          </p:cNvSpPr>
          <p:nvPr>
            <p:ph type="subTitle" idx="4"/>
          </p:nvPr>
        </p:nvSpPr>
        <p:spPr>
          <a:xfrm>
            <a:off x="720025" y="1232826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 que consiste</a:t>
            </a:r>
            <a:endParaRPr dirty="0"/>
          </a:p>
        </p:txBody>
      </p:sp>
      <p:sp>
        <p:nvSpPr>
          <p:cNvPr id="346" name="Google Shape;346;p32"/>
          <p:cNvSpPr txBox="1">
            <a:spLocks noGrp="1"/>
          </p:cNvSpPr>
          <p:nvPr>
            <p:ph type="subTitle" idx="6"/>
          </p:nvPr>
        </p:nvSpPr>
        <p:spPr>
          <a:xfrm>
            <a:off x="720000" y="296748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¿Que tipos de sociedades son estas?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/>
          <p:nvPr/>
        </p:nvSpPr>
        <p:spPr>
          <a:xfrm>
            <a:off x="7340816" y="327208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5684696" y="327208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4028589" y="327208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0" name="Google Shape;380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DM Sans ExtraBold"/>
                <a:ea typeface="DM Sans ExtraBold"/>
                <a:cs typeface="DM Sans ExtraBold"/>
                <a:sym typeface="DM Sans ExtraBold"/>
              </a:rPr>
              <a:t>Principales factores</a:t>
            </a:r>
            <a:endParaRPr sz="3000" dirty="0"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722491" y="1959300"/>
            <a:ext cx="2557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Factores </a:t>
            </a:r>
            <a:endParaRPr sz="2000" dirty="0">
              <a:solidFill>
                <a:schemeClr val="dk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382" name="Google Shape;382;p36"/>
          <p:cNvSpPr txBox="1"/>
          <p:nvPr/>
        </p:nvSpPr>
        <p:spPr>
          <a:xfrm>
            <a:off x="722450" y="2242050"/>
            <a:ext cx="2557200" cy="19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Harrison, sostiene que la cultura es entendida como la suma de valores y actitudes y es la que maypr infuencia tiene en el desarrollo de los paises.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3" name="Google Shape;383;p36"/>
          <p:cNvSpPr txBox="1"/>
          <p:nvPr/>
        </p:nvSpPr>
        <p:spPr>
          <a:xfrm>
            <a:off x="3494139" y="1960350"/>
            <a:ext cx="1617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Mentalidad conformista</a:t>
            </a:r>
            <a:endParaRPr sz="1800" dirty="0">
              <a:solidFill>
                <a:schemeClr val="dk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3494139" y="2242050"/>
            <a:ext cx="1617600" cy="9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Una mentalidad con falta de liderazgo e iniciativa.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36"/>
          <p:cNvSpPr txBox="1"/>
          <p:nvPr/>
        </p:nvSpPr>
        <p:spPr>
          <a:xfrm>
            <a:off x="5150246" y="1779157"/>
            <a:ext cx="1617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Status Quo</a:t>
            </a:r>
            <a:endParaRPr sz="2000" dirty="0">
              <a:solidFill>
                <a:schemeClr val="dk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5150252" y="2242050"/>
            <a:ext cx="1617600" cy="9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H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Resistencia al cambio o un progreso muy insignificante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7" name="Google Shape;387;p36"/>
          <p:cNvSpPr txBox="1"/>
          <p:nvPr/>
        </p:nvSpPr>
        <p:spPr>
          <a:xfrm>
            <a:off x="6787046" y="1792610"/>
            <a:ext cx="1617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Religión</a:t>
            </a:r>
            <a:endParaRPr sz="2000" dirty="0">
              <a:solidFill>
                <a:schemeClr val="dk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388" name="Google Shape;388;p36"/>
          <p:cNvSpPr txBox="1"/>
          <p:nvPr/>
        </p:nvSpPr>
        <p:spPr>
          <a:xfrm>
            <a:off x="6724990" y="2075421"/>
            <a:ext cx="1617600" cy="9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H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Creencia de que la religión católica heredo un espíritu conformista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" name="Google Shape;389;p36"/>
          <p:cNvSpPr txBox="1"/>
          <p:nvPr/>
        </p:nvSpPr>
        <p:spPr>
          <a:xfrm>
            <a:off x="5197649" y="4193969"/>
            <a:ext cx="1988963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Problematica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95" name="Google Shape;395;p36"/>
          <p:cNvGrpSpPr/>
          <p:nvPr/>
        </p:nvGrpSpPr>
        <p:grpSpPr>
          <a:xfrm>
            <a:off x="5789697" y="3351793"/>
            <a:ext cx="338699" cy="389284"/>
            <a:chOff x="4725929" y="3176670"/>
            <a:chExt cx="338699" cy="389284"/>
          </a:xfrm>
        </p:grpSpPr>
        <p:sp>
          <p:nvSpPr>
            <p:cNvPr id="396" name="Google Shape;396;p36"/>
            <p:cNvSpPr/>
            <p:nvPr/>
          </p:nvSpPr>
          <p:spPr>
            <a:xfrm>
              <a:off x="4725929" y="3176670"/>
              <a:ext cx="338699" cy="389284"/>
            </a:xfrm>
            <a:custGeom>
              <a:avLst/>
              <a:gdLst/>
              <a:ahLst/>
              <a:cxnLst/>
              <a:rect l="l" t="t" r="r" b="b"/>
              <a:pathLst>
                <a:path w="130" h="149" extrusionOk="0">
                  <a:moveTo>
                    <a:pt x="113" y="17"/>
                  </a:moveTo>
                  <a:cubicBezTo>
                    <a:pt x="102" y="6"/>
                    <a:pt x="87" y="0"/>
                    <a:pt x="72" y="0"/>
                  </a:cubicBezTo>
                  <a:cubicBezTo>
                    <a:pt x="56" y="0"/>
                    <a:pt x="41" y="6"/>
                    <a:pt x="30" y="17"/>
                  </a:cubicBezTo>
                  <a:cubicBezTo>
                    <a:pt x="19" y="27"/>
                    <a:pt x="13" y="42"/>
                    <a:pt x="13" y="57"/>
                  </a:cubicBezTo>
                  <a:cubicBezTo>
                    <a:pt x="13" y="61"/>
                    <a:pt x="10" y="67"/>
                    <a:pt x="5" y="75"/>
                  </a:cubicBezTo>
                  <a:cubicBezTo>
                    <a:pt x="0" y="82"/>
                    <a:pt x="1" y="86"/>
                    <a:pt x="2" y="89"/>
                  </a:cubicBezTo>
                  <a:cubicBezTo>
                    <a:pt x="4" y="92"/>
                    <a:pt x="7" y="95"/>
                    <a:pt x="17" y="96"/>
                  </a:cubicBezTo>
                  <a:cubicBezTo>
                    <a:pt x="17" y="111"/>
                    <a:pt x="17" y="111"/>
                    <a:pt x="17" y="111"/>
                  </a:cubicBezTo>
                  <a:cubicBezTo>
                    <a:pt x="17" y="121"/>
                    <a:pt x="25" y="129"/>
                    <a:pt x="35" y="129"/>
                  </a:cubicBezTo>
                  <a:cubicBezTo>
                    <a:pt x="44" y="129"/>
                    <a:pt x="49" y="129"/>
                    <a:pt x="51" y="131"/>
                  </a:cubicBezTo>
                  <a:cubicBezTo>
                    <a:pt x="53" y="133"/>
                    <a:pt x="54" y="138"/>
                    <a:pt x="54" y="146"/>
                  </a:cubicBezTo>
                  <a:cubicBezTo>
                    <a:pt x="54" y="148"/>
                    <a:pt x="56" y="149"/>
                    <a:pt x="57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8" y="148"/>
                    <a:pt x="109" y="147"/>
                    <a:pt x="109" y="146"/>
                  </a:cubicBezTo>
                  <a:cubicBezTo>
                    <a:pt x="109" y="138"/>
                    <a:pt x="108" y="133"/>
                    <a:pt x="109" y="128"/>
                  </a:cubicBezTo>
                  <a:cubicBezTo>
                    <a:pt x="109" y="126"/>
                    <a:pt x="107" y="125"/>
                    <a:pt x="106" y="125"/>
                  </a:cubicBezTo>
                  <a:cubicBezTo>
                    <a:pt x="104" y="125"/>
                    <a:pt x="103" y="126"/>
                    <a:pt x="103" y="127"/>
                  </a:cubicBezTo>
                  <a:cubicBezTo>
                    <a:pt x="103" y="132"/>
                    <a:pt x="103" y="137"/>
                    <a:pt x="103" y="143"/>
                  </a:cubicBezTo>
                  <a:cubicBezTo>
                    <a:pt x="60" y="143"/>
                    <a:pt x="60" y="143"/>
                    <a:pt x="60" y="143"/>
                  </a:cubicBezTo>
                  <a:cubicBezTo>
                    <a:pt x="59" y="135"/>
                    <a:pt x="58" y="130"/>
                    <a:pt x="55" y="127"/>
                  </a:cubicBezTo>
                  <a:cubicBezTo>
                    <a:pt x="51" y="123"/>
                    <a:pt x="45" y="123"/>
                    <a:pt x="35" y="123"/>
                  </a:cubicBezTo>
                  <a:cubicBezTo>
                    <a:pt x="28" y="123"/>
                    <a:pt x="23" y="118"/>
                    <a:pt x="23" y="111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26" y="106"/>
                    <a:pt x="29" y="107"/>
                    <a:pt x="32" y="109"/>
                  </a:cubicBezTo>
                  <a:cubicBezTo>
                    <a:pt x="32" y="109"/>
                    <a:pt x="33" y="109"/>
                    <a:pt x="33" y="109"/>
                  </a:cubicBezTo>
                  <a:cubicBezTo>
                    <a:pt x="35" y="109"/>
                    <a:pt x="37" y="107"/>
                    <a:pt x="36" y="105"/>
                  </a:cubicBezTo>
                  <a:cubicBezTo>
                    <a:pt x="36" y="105"/>
                    <a:pt x="36" y="104"/>
                    <a:pt x="36" y="104"/>
                  </a:cubicBezTo>
                  <a:cubicBezTo>
                    <a:pt x="32" y="102"/>
                    <a:pt x="27" y="100"/>
                    <a:pt x="23" y="100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0"/>
                    <a:pt x="22" y="90"/>
                    <a:pt x="22" y="90"/>
                  </a:cubicBezTo>
                  <a:cubicBezTo>
                    <a:pt x="14" y="90"/>
                    <a:pt x="9" y="89"/>
                    <a:pt x="7" y="86"/>
                  </a:cubicBezTo>
                  <a:cubicBezTo>
                    <a:pt x="6" y="84"/>
                    <a:pt x="7" y="82"/>
                    <a:pt x="10" y="78"/>
                  </a:cubicBezTo>
                  <a:cubicBezTo>
                    <a:pt x="14" y="72"/>
                    <a:pt x="19" y="64"/>
                    <a:pt x="19" y="57"/>
                  </a:cubicBezTo>
                  <a:cubicBezTo>
                    <a:pt x="19" y="29"/>
                    <a:pt x="43" y="5"/>
                    <a:pt x="72" y="5"/>
                  </a:cubicBezTo>
                  <a:cubicBezTo>
                    <a:pt x="100" y="5"/>
                    <a:pt x="124" y="29"/>
                    <a:pt x="124" y="57"/>
                  </a:cubicBezTo>
                  <a:cubicBezTo>
                    <a:pt x="124" y="67"/>
                    <a:pt x="121" y="76"/>
                    <a:pt x="116" y="84"/>
                  </a:cubicBezTo>
                  <a:cubicBezTo>
                    <a:pt x="112" y="90"/>
                    <a:pt x="109" y="96"/>
                    <a:pt x="107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9" y="106"/>
                    <a:pt x="112" y="105"/>
                    <a:pt x="113" y="103"/>
                  </a:cubicBezTo>
                  <a:cubicBezTo>
                    <a:pt x="115" y="98"/>
                    <a:pt x="118" y="93"/>
                    <a:pt x="121" y="87"/>
                  </a:cubicBezTo>
                  <a:cubicBezTo>
                    <a:pt x="127" y="78"/>
                    <a:pt x="130" y="68"/>
                    <a:pt x="130" y="57"/>
                  </a:cubicBezTo>
                  <a:cubicBezTo>
                    <a:pt x="130" y="42"/>
                    <a:pt x="124" y="27"/>
                    <a:pt x="113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4798508" y="3205262"/>
              <a:ext cx="235330" cy="172649"/>
            </a:xfrm>
            <a:custGeom>
              <a:avLst/>
              <a:gdLst/>
              <a:ahLst/>
              <a:cxnLst/>
              <a:rect l="l" t="t" r="r" b="b"/>
              <a:pathLst>
                <a:path w="90" h="66" extrusionOk="0">
                  <a:moveTo>
                    <a:pt x="39" y="55"/>
                  </a:moveTo>
                  <a:cubicBezTo>
                    <a:pt x="48" y="56"/>
                    <a:pt x="58" y="57"/>
                    <a:pt x="68" y="63"/>
                  </a:cubicBezTo>
                  <a:cubicBezTo>
                    <a:pt x="71" y="65"/>
                    <a:pt x="74" y="66"/>
                    <a:pt x="77" y="66"/>
                  </a:cubicBezTo>
                  <a:cubicBezTo>
                    <a:pt x="79" y="66"/>
                    <a:pt x="81" y="65"/>
                    <a:pt x="82" y="64"/>
                  </a:cubicBezTo>
                  <a:cubicBezTo>
                    <a:pt x="87" y="61"/>
                    <a:pt x="90" y="55"/>
                    <a:pt x="90" y="46"/>
                  </a:cubicBezTo>
                  <a:cubicBezTo>
                    <a:pt x="90" y="34"/>
                    <a:pt x="85" y="22"/>
                    <a:pt x="76" y="14"/>
                  </a:cubicBezTo>
                  <a:cubicBezTo>
                    <a:pt x="68" y="5"/>
                    <a:pt x="56" y="0"/>
                    <a:pt x="44" y="0"/>
                  </a:cubicBezTo>
                  <a:cubicBezTo>
                    <a:pt x="30" y="0"/>
                    <a:pt x="16" y="7"/>
                    <a:pt x="8" y="17"/>
                  </a:cubicBezTo>
                  <a:cubicBezTo>
                    <a:pt x="2" y="24"/>
                    <a:pt x="0" y="31"/>
                    <a:pt x="1" y="37"/>
                  </a:cubicBezTo>
                  <a:cubicBezTo>
                    <a:pt x="3" y="44"/>
                    <a:pt x="9" y="49"/>
                    <a:pt x="19" y="52"/>
                  </a:cubicBezTo>
                  <a:cubicBezTo>
                    <a:pt x="25" y="54"/>
                    <a:pt x="32" y="55"/>
                    <a:pt x="39" y="55"/>
                  </a:cubicBezTo>
                  <a:close/>
                  <a:moveTo>
                    <a:pt x="7" y="36"/>
                  </a:moveTo>
                  <a:cubicBezTo>
                    <a:pt x="6" y="31"/>
                    <a:pt x="7" y="27"/>
                    <a:pt x="12" y="21"/>
                  </a:cubicBezTo>
                  <a:cubicBezTo>
                    <a:pt x="20" y="12"/>
                    <a:pt x="31" y="6"/>
                    <a:pt x="44" y="6"/>
                  </a:cubicBezTo>
                  <a:cubicBezTo>
                    <a:pt x="66" y="6"/>
                    <a:pt x="84" y="24"/>
                    <a:pt x="84" y="46"/>
                  </a:cubicBezTo>
                  <a:cubicBezTo>
                    <a:pt x="84" y="52"/>
                    <a:pt x="82" y="57"/>
                    <a:pt x="80" y="59"/>
                  </a:cubicBezTo>
                  <a:cubicBezTo>
                    <a:pt x="77" y="60"/>
                    <a:pt x="74" y="60"/>
                    <a:pt x="71" y="58"/>
                  </a:cubicBezTo>
                  <a:cubicBezTo>
                    <a:pt x="60" y="52"/>
                    <a:pt x="50" y="51"/>
                    <a:pt x="39" y="50"/>
                  </a:cubicBezTo>
                  <a:cubicBezTo>
                    <a:pt x="33" y="49"/>
                    <a:pt x="27" y="48"/>
                    <a:pt x="21" y="46"/>
                  </a:cubicBezTo>
                  <a:cubicBezTo>
                    <a:pt x="13" y="44"/>
                    <a:pt x="8" y="40"/>
                    <a:pt x="7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4834797" y="3237153"/>
              <a:ext cx="169350" cy="98971"/>
            </a:xfrm>
            <a:custGeom>
              <a:avLst/>
              <a:gdLst/>
              <a:ahLst/>
              <a:cxnLst/>
              <a:rect l="l" t="t" r="r" b="b"/>
              <a:pathLst>
                <a:path w="65" h="38" extrusionOk="0">
                  <a:moveTo>
                    <a:pt x="26" y="32"/>
                  </a:moveTo>
                  <a:cubicBezTo>
                    <a:pt x="28" y="32"/>
                    <a:pt x="30" y="32"/>
                    <a:pt x="31" y="32"/>
                  </a:cubicBezTo>
                  <a:cubicBezTo>
                    <a:pt x="41" y="33"/>
                    <a:pt x="48" y="35"/>
                    <a:pt x="54" y="38"/>
                  </a:cubicBezTo>
                  <a:cubicBezTo>
                    <a:pt x="55" y="38"/>
                    <a:pt x="56" y="38"/>
                    <a:pt x="57" y="38"/>
                  </a:cubicBezTo>
                  <a:cubicBezTo>
                    <a:pt x="59" y="38"/>
                    <a:pt x="60" y="38"/>
                    <a:pt x="62" y="37"/>
                  </a:cubicBezTo>
                  <a:cubicBezTo>
                    <a:pt x="64" y="36"/>
                    <a:pt x="65" y="33"/>
                    <a:pt x="64" y="30"/>
                  </a:cubicBezTo>
                  <a:cubicBezTo>
                    <a:pt x="63" y="22"/>
                    <a:pt x="59" y="14"/>
                    <a:pt x="53" y="9"/>
                  </a:cubicBezTo>
                  <a:cubicBezTo>
                    <a:pt x="46" y="3"/>
                    <a:pt x="38" y="0"/>
                    <a:pt x="30" y="0"/>
                  </a:cubicBezTo>
                  <a:cubicBezTo>
                    <a:pt x="19" y="0"/>
                    <a:pt x="9" y="5"/>
                    <a:pt x="3" y="13"/>
                  </a:cubicBezTo>
                  <a:cubicBezTo>
                    <a:pt x="1" y="15"/>
                    <a:pt x="0" y="18"/>
                    <a:pt x="0" y="21"/>
                  </a:cubicBezTo>
                  <a:cubicBezTo>
                    <a:pt x="1" y="24"/>
                    <a:pt x="4" y="27"/>
                    <a:pt x="9" y="29"/>
                  </a:cubicBezTo>
                  <a:cubicBezTo>
                    <a:pt x="14" y="31"/>
                    <a:pt x="20" y="31"/>
                    <a:pt x="26" y="32"/>
                  </a:cubicBezTo>
                  <a:close/>
                  <a:moveTo>
                    <a:pt x="6" y="19"/>
                  </a:moveTo>
                  <a:cubicBezTo>
                    <a:pt x="6" y="18"/>
                    <a:pt x="6" y="17"/>
                    <a:pt x="7" y="17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13" y="10"/>
                    <a:pt x="21" y="6"/>
                    <a:pt x="30" y="6"/>
                  </a:cubicBezTo>
                  <a:cubicBezTo>
                    <a:pt x="44" y="6"/>
                    <a:pt x="57" y="17"/>
                    <a:pt x="58" y="31"/>
                  </a:cubicBezTo>
                  <a:cubicBezTo>
                    <a:pt x="59" y="32"/>
                    <a:pt x="58" y="32"/>
                    <a:pt x="58" y="32"/>
                  </a:cubicBezTo>
                  <a:cubicBezTo>
                    <a:pt x="58" y="33"/>
                    <a:pt x="57" y="33"/>
                    <a:pt x="56" y="32"/>
                  </a:cubicBezTo>
                  <a:cubicBezTo>
                    <a:pt x="47" y="29"/>
                    <a:pt x="39" y="27"/>
                    <a:pt x="32" y="27"/>
                  </a:cubicBezTo>
                  <a:cubicBezTo>
                    <a:pt x="30" y="26"/>
                    <a:pt x="29" y="26"/>
                    <a:pt x="27" y="26"/>
                  </a:cubicBezTo>
                  <a:cubicBezTo>
                    <a:pt x="21" y="25"/>
                    <a:pt x="15" y="25"/>
                    <a:pt x="11" y="23"/>
                  </a:cubicBezTo>
                  <a:cubicBezTo>
                    <a:pt x="8" y="23"/>
                    <a:pt x="7" y="21"/>
                    <a:pt x="6" y="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4887581" y="3270143"/>
              <a:ext cx="62682" cy="24193"/>
            </a:xfrm>
            <a:custGeom>
              <a:avLst/>
              <a:gdLst/>
              <a:ahLst/>
              <a:cxnLst/>
              <a:rect l="l" t="t" r="r" b="b"/>
              <a:pathLst>
                <a:path w="24" h="9" extrusionOk="0">
                  <a:moveTo>
                    <a:pt x="5" y="7"/>
                  </a:moveTo>
                  <a:cubicBezTo>
                    <a:pt x="7" y="6"/>
                    <a:pt x="9" y="6"/>
                    <a:pt x="11" y="6"/>
                  </a:cubicBezTo>
                  <a:cubicBezTo>
                    <a:pt x="14" y="6"/>
                    <a:pt x="17" y="7"/>
                    <a:pt x="19" y="9"/>
                  </a:cubicBezTo>
                  <a:cubicBezTo>
                    <a:pt x="19" y="9"/>
                    <a:pt x="20" y="9"/>
                    <a:pt x="21" y="9"/>
                  </a:cubicBezTo>
                  <a:cubicBezTo>
                    <a:pt x="22" y="9"/>
                    <a:pt x="22" y="9"/>
                    <a:pt x="23" y="8"/>
                  </a:cubicBezTo>
                  <a:cubicBezTo>
                    <a:pt x="24" y="7"/>
                    <a:pt x="24" y="5"/>
                    <a:pt x="23" y="4"/>
                  </a:cubicBezTo>
                  <a:cubicBezTo>
                    <a:pt x="19" y="1"/>
                    <a:pt x="15" y="0"/>
                    <a:pt x="11" y="0"/>
                  </a:cubicBezTo>
                  <a:cubicBezTo>
                    <a:pt x="8" y="0"/>
                    <a:pt x="5" y="0"/>
                    <a:pt x="2" y="2"/>
                  </a:cubicBezTo>
                  <a:cubicBezTo>
                    <a:pt x="1" y="2"/>
                    <a:pt x="0" y="4"/>
                    <a:pt x="1" y="6"/>
                  </a:cubicBezTo>
                  <a:cubicBezTo>
                    <a:pt x="2" y="7"/>
                    <a:pt x="4" y="8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4796308" y="3338323"/>
              <a:ext cx="17595" cy="18695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0" y="4"/>
                    <a:pt x="2" y="7"/>
                    <a:pt x="5" y="6"/>
                  </a:cubicBezTo>
                  <a:cubicBezTo>
                    <a:pt x="6" y="6"/>
                    <a:pt x="6" y="5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4994249" y="3469183"/>
              <a:ext cx="20894" cy="15395"/>
            </a:xfrm>
            <a:custGeom>
              <a:avLst/>
              <a:gdLst/>
              <a:ahLst/>
              <a:cxnLst/>
              <a:rect l="l" t="t" r="r" b="b"/>
              <a:pathLst>
                <a:path w="8" h="6" extrusionOk="0">
                  <a:moveTo>
                    <a:pt x="4" y="6"/>
                  </a:moveTo>
                  <a:cubicBezTo>
                    <a:pt x="6" y="6"/>
                    <a:pt x="8" y="3"/>
                    <a:pt x="6" y="1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3"/>
                    <a:pt x="2" y="6"/>
                    <a:pt x="4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36"/>
          <p:cNvGrpSpPr/>
          <p:nvPr/>
        </p:nvGrpSpPr>
        <p:grpSpPr>
          <a:xfrm>
            <a:off x="4128091" y="3351793"/>
            <a:ext cx="349696" cy="389284"/>
            <a:chOff x="713225" y="1974728"/>
            <a:chExt cx="349696" cy="389284"/>
          </a:xfrm>
        </p:grpSpPr>
        <p:sp>
          <p:nvSpPr>
            <p:cNvPr id="403" name="Google Shape;403;p36"/>
            <p:cNvSpPr/>
            <p:nvPr/>
          </p:nvSpPr>
          <p:spPr>
            <a:xfrm>
              <a:off x="713225" y="1974728"/>
              <a:ext cx="349696" cy="389284"/>
            </a:xfrm>
            <a:custGeom>
              <a:avLst/>
              <a:gdLst/>
              <a:ahLst/>
              <a:cxnLst/>
              <a:rect l="l" t="t" r="r" b="b"/>
              <a:pathLst>
                <a:path w="134" h="149" extrusionOk="0">
                  <a:moveTo>
                    <a:pt x="134" y="88"/>
                  </a:moveTo>
                  <a:cubicBezTo>
                    <a:pt x="134" y="80"/>
                    <a:pt x="130" y="72"/>
                    <a:pt x="123" y="67"/>
                  </a:cubicBezTo>
                  <a:cubicBezTo>
                    <a:pt x="126" y="63"/>
                    <a:pt x="128" y="58"/>
                    <a:pt x="128" y="53"/>
                  </a:cubicBezTo>
                  <a:cubicBezTo>
                    <a:pt x="128" y="45"/>
                    <a:pt x="124" y="38"/>
                    <a:pt x="117" y="34"/>
                  </a:cubicBezTo>
                  <a:cubicBezTo>
                    <a:pt x="118" y="33"/>
                    <a:pt x="118" y="32"/>
                    <a:pt x="118" y="30"/>
                  </a:cubicBezTo>
                  <a:cubicBezTo>
                    <a:pt x="118" y="20"/>
                    <a:pt x="110" y="12"/>
                    <a:pt x="100" y="12"/>
                  </a:cubicBezTo>
                  <a:cubicBezTo>
                    <a:pt x="99" y="12"/>
                    <a:pt x="97" y="13"/>
                    <a:pt x="96" y="13"/>
                  </a:cubicBezTo>
                  <a:cubicBezTo>
                    <a:pt x="95" y="5"/>
                    <a:pt x="88" y="0"/>
                    <a:pt x="80" y="0"/>
                  </a:cubicBezTo>
                  <a:cubicBezTo>
                    <a:pt x="75" y="0"/>
                    <a:pt x="70" y="2"/>
                    <a:pt x="67" y="6"/>
                  </a:cubicBezTo>
                  <a:cubicBezTo>
                    <a:pt x="65" y="2"/>
                    <a:pt x="60" y="0"/>
                    <a:pt x="54" y="0"/>
                  </a:cubicBezTo>
                  <a:cubicBezTo>
                    <a:pt x="47" y="0"/>
                    <a:pt x="40" y="5"/>
                    <a:pt x="39" y="13"/>
                  </a:cubicBezTo>
                  <a:cubicBezTo>
                    <a:pt x="38" y="13"/>
                    <a:pt x="38" y="13"/>
                    <a:pt x="37" y="13"/>
                  </a:cubicBezTo>
                  <a:cubicBezTo>
                    <a:pt x="35" y="12"/>
                    <a:pt x="34" y="14"/>
                    <a:pt x="34" y="16"/>
                  </a:cubicBezTo>
                  <a:cubicBezTo>
                    <a:pt x="34" y="17"/>
                    <a:pt x="35" y="18"/>
                    <a:pt x="36" y="18"/>
                  </a:cubicBezTo>
                  <a:cubicBezTo>
                    <a:pt x="38" y="18"/>
                    <a:pt x="39" y="19"/>
                    <a:pt x="40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2" y="20"/>
                    <a:pt x="44" y="22"/>
                    <a:pt x="46" y="24"/>
                  </a:cubicBezTo>
                  <a:cubicBezTo>
                    <a:pt x="46" y="25"/>
                    <a:pt x="47" y="26"/>
                    <a:pt x="48" y="26"/>
                  </a:cubicBezTo>
                  <a:cubicBezTo>
                    <a:pt x="49" y="26"/>
                    <a:pt x="50" y="25"/>
                    <a:pt x="50" y="25"/>
                  </a:cubicBezTo>
                  <a:cubicBezTo>
                    <a:pt x="51" y="24"/>
                    <a:pt x="51" y="22"/>
                    <a:pt x="51" y="21"/>
                  </a:cubicBezTo>
                  <a:cubicBezTo>
                    <a:pt x="49" y="19"/>
                    <a:pt x="47" y="17"/>
                    <a:pt x="44" y="15"/>
                  </a:cubicBezTo>
                  <a:cubicBezTo>
                    <a:pt x="45" y="9"/>
                    <a:pt x="51" y="4"/>
                    <a:pt x="57" y="6"/>
                  </a:cubicBezTo>
                  <a:cubicBezTo>
                    <a:pt x="62" y="7"/>
                    <a:pt x="64" y="11"/>
                    <a:pt x="64" y="16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56" y="47"/>
                    <a:pt x="56" y="47"/>
                    <a:pt x="56" y="47"/>
                  </a:cubicBezTo>
                  <a:cubicBezTo>
                    <a:pt x="55" y="47"/>
                    <a:pt x="54" y="48"/>
                    <a:pt x="54" y="50"/>
                  </a:cubicBezTo>
                  <a:cubicBezTo>
                    <a:pt x="54" y="54"/>
                    <a:pt x="50" y="58"/>
                    <a:pt x="46" y="58"/>
                  </a:cubicBezTo>
                  <a:cubicBezTo>
                    <a:pt x="44" y="58"/>
                    <a:pt x="43" y="59"/>
                    <a:pt x="43" y="61"/>
                  </a:cubicBezTo>
                  <a:cubicBezTo>
                    <a:pt x="43" y="70"/>
                    <a:pt x="44" y="78"/>
                    <a:pt x="47" y="85"/>
                  </a:cubicBezTo>
                  <a:cubicBezTo>
                    <a:pt x="51" y="93"/>
                    <a:pt x="57" y="98"/>
                    <a:pt x="64" y="101"/>
                  </a:cubicBezTo>
                  <a:cubicBezTo>
                    <a:pt x="64" y="129"/>
                    <a:pt x="64" y="129"/>
                    <a:pt x="64" y="129"/>
                  </a:cubicBezTo>
                  <a:cubicBezTo>
                    <a:pt x="64" y="135"/>
                    <a:pt x="61" y="140"/>
                    <a:pt x="56" y="142"/>
                  </a:cubicBezTo>
                  <a:cubicBezTo>
                    <a:pt x="48" y="145"/>
                    <a:pt x="41" y="141"/>
                    <a:pt x="38" y="135"/>
                  </a:cubicBezTo>
                  <a:cubicBezTo>
                    <a:pt x="39" y="135"/>
                    <a:pt x="41" y="135"/>
                    <a:pt x="43" y="135"/>
                  </a:cubicBezTo>
                  <a:cubicBezTo>
                    <a:pt x="44" y="134"/>
                    <a:pt x="45" y="133"/>
                    <a:pt x="45" y="132"/>
                  </a:cubicBezTo>
                  <a:cubicBezTo>
                    <a:pt x="45" y="130"/>
                    <a:pt x="43" y="128"/>
                    <a:pt x="41" y="129"/>
                  </a:cubicBezTo>
                  <a:cubicBezTo>
                    <a:pt x="39" y="130"/>
                    <a:pt x="36" y="130"/>
                    <a:pt x="34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26" y="128"/>
                    <a:pt x="20" y="121"/>
                    <a:pt x="20" y="113"/>
                  </a:cubicBezTo>
                  <a:cubicBezTo>
                    <a:pt x="22" y="114"/>
                    <a:pt x="24" y="114"/>
                    <a:pt x="26" y="114"/>
                  </a:cubicBezTo>
                  <a:cubicBezTo>
                    <a:pt x="28" y="114"/>
                    <a:pt x="31" y="113"/>
                    <a:pt x="33" y="113"/>
                  </a:cubicBezTo>
                  <a:cubicBezTo>
                    <a:pt x="34" y="112"/>
                    <a:pt x="35" y="111"/>
                    <a:pt x="35" y="109"/>
                  </a:cubicBezTo>
                  <a:cubicBezTo>
                    <a:pt x="34" y="108"/>
                    <a:pt x="33" y="107"/>
                    <a:pt x="31" y="107"/>
                  </a:cubicBezTo>
                  <a:cubicBezTo>
                    <a:pt x="30" y="108"/>
                    <a:pt x="28" y="108"/>
                    <a:pt x="26" y="108"/>
                  </a:cubicBezTo>
                  <a:cubicBezTo>
                    <a:pt x="24" y="108"/>
                    <a:pt x="21" y="107"/>
                    <a:pt x="19" y="106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11" y="103"/>
                    <a:pt x="6" y="96"/>
                    <a:pt x="6" y="88"/>
                  </a:cubicBezTo>
                  <a:cubicBezTo>
                    <a:pt x="6" y="81"/>
                    <a:pt x="11" y="74"/>
                    <a:pt x="17" y="70"/>
                  </a:cubicBezTo>
                  <a:cubicBezTo>
                    <a:pt x="17" y="70"/>
                    <a:pt x="17" y="70"/>
                    <a:pt x="17" y="70"/>
                  </a:cubicBezTo>
                  <a:cubicBezTo>
                    <a:pt x="18" y="69"/>
                    <a:pt x="19" y="69"/>
                    <a:pt x="20" y="69"/>
                  </a:cubicBezTo>
                  <a:cubicBezTo>
                    <a:pt x="22" y="69"/>
                    <a:pt x="24" y="67"/>
                    <a:pt x="23" y="65"/>
                  </a:cubicBezTo>
                  <a:cubicBezTo>
                    <a:pt x="23" y="64"/>
                    <a:pt x="21" y="63"/>
                    <a:pt x="19" y="63"/>
                  </a:cubicBezTo>
                  <a:cubicBezTo>
                    <a:pt x="19" y="64"/>
                    <a:pt x="18" y="64"/>
                    <a:pt x="17" y="64"/>
                  </a:cubicBezTo>
                  <a:cubicBezTo>
                    <a:pt x="14" y="61"/>
                    <a:pt x="12" y="57"/>
                    <a:pt x="12" y="53"/>
                  </a:cubicBezTo>
                  <a:cubicBezTo>
                    <a:pt x="12" y="48"/>
                    <a:pt x="15" y="42"/>
                    <a:pt x="20" y="39"/>
                  </a:cubicBezTo>
                  <a:cubicBezTo>
                    <a:pt x="21" y="42"/>
                    <a:pt x="23" y="44"/>
                    <a:pt x="26" y="46"/>
                  </a:cubicBezTo>
                  <a:cubicBezTo>
                    <a:pt x="27" y="46"/>
                    <a:pt x="27" y="46"/>
                    <a:pt x="28" y="46"/>
                  </a:cubicBezTo>
                  <a:cubicBezTo>
                    <a:pt x="29" y="46"/>
                    <a:pt x="30" y="45"/>
                    <a:pt x="30" y="44"/>
                  </a:cubicBezTo>
                  <a:cubicBezTo>
                    <a:pt x="31" y="43"/>
                    <a:pt x="30" y="41"/>
                    <a:pt x="29" y="41"/>
                  </a:cubicBezTo>
                  <a:cubicBezTo>
                    <a:pt x="26" y="39"/>
                    <a:pt x="25" y="37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3" y="34"/>
                    <a:pt x="23" y="33"/>
                    <a:pt x="23" y="32"/>
                  </a:cubicBezTo>
                  <a:cubicBezTo>
                    <a:pt x="23" y="31"/>
                    <a:pt x="22" y="30"/>
                    <a:pt x="21" y="29"/>
                  </a:cubicBezTo>
                  <a:cubicBezTo>
                    <a:pt x="19" y="29"/>
                    <a:pt x="17" y="31"/>
                    <a:pt x="17" y="32"/>
                  </a:cubicBezTo>
                  <a:cubicBezTo>
                    <a:pt x="17" y="33"/>
                    <a:pt x="17" y="33"/>
                    <a:pt x="17" y="34"/>
                  </a:cubicBezTo>
                  <a:cubicBezTo>
                    <a:pt x="11" y="38"/>
                    <a:pt x="7" y="45"/>
                    <a:pt x="7" y="53"/>
                  </a:cubicBezTo>
                  <a:cubicBezTo>
                    <a:pt x="7" y="58"/>
                    <a:pt x="8" y="63"/>
                    <a:pt x="11" y="67"/>
                  </a:cubicBezTo>
                  <a:cubicBezTo>
                    <a:pt x="5" y="72"/>
                    <a:pt x="0" y="80"/>
                    <a:pt x="0" y="88"/>
                  </a:cubicBezTo>
                  <a:cubicBezTo>
                    <a:pt x="0" y="98"/>
                    <a:pt x="6" y="107"/>
                    <a:pt x="14" y="111"/>
                  </a:cubicBezTo>
                  <a:cubicBezTo>
                    <a:pt x="14" y="112"/>
                    <a:pt x="14" y="112"/>
                    <a:pt x="14" y="113"/>
                  </a:cubicBezTo>
                  <a:cubicBezTo>
                    <a:pt x="14" y="118"/>
                    <a:pt x="16" y="123"/>
                    <a:pt x="20" y="127"/>
                  </a:cubicBezTo>
                  <a:cubicBezTo>
                    <a:pt x="23" y="131"/>
                    <a:pt x="27" y="133"/>
                    <a:pt x="31" y="135"/>
                  </a:cubicBezTo>
                  <a:cubicBezTo>
                    <a:pt x="34" y="143"/>
                    <a:pt x="42" y="149"/>
                    <a:pt x="50" y="149"/>
                  </a:cubicBezTo>
                  <a:cubicBezTo>
                    <a:pt x="58" y="149"/>
                    <a:pt x="64" y="145"/>
                    <a:pt x="67" y="139"/>
                  </a:cubicBezTo>
                  <a:cubicBezTo>
                    <a:pt x="71" y="145"/>
                    <a:pt x="77" y="149"/>
                    <a:pt x="84" y="149"/>
                  </a:cubicBezTo>
                  <a:cubicBezTo>
                    <a:pt x="93" y="149"/>
                    <a:pt x="101" y="143"/>
                    <a:pt x="104" y="135"/>
                  </a:cubicBezTo>
                  <a:cubicBezTo>
                    <a:pt x="108" y="133"/>
                    <a:pt x="112" y="131"/>
                    <a:pt x="115" y="127"/>
                  </a:cubicBezTo>
                  <a:cubicBezTo>
                    <a:pt x="119" y="123"/>
                    <a:pt x="121" y="118"/>
                    <a:pt x="121" y="113"/>
                  </a:cubicBezTo>
                  <a:cubicBezTo>
                    <a:pt x="121" y="112"/>
                    <a:pt x="120" y="112"/>
                    <a:pt x="120" y="111"/>
                  </a:cubicBezTo>
                  <a:cubicBezTo>
                    <a:pt x="129" y="107"/>
                    <a:pt x="134" y="98"/>
                    <a:pt x="134" y="88"/>
                  </a:cubicBezTo>
                  <a:close/>
                  <a:moveTo>
                    <a:pt x="49" y="63"/>
                  </a:moveTo>
                  <a:cubicBezTo>
                    <a:pt x="54" y="62"/>
                    <a:pt x="58" y="58"/>
                    <a:pt x="59" y="53"/>
                  </a:cubicBezTo>
                  <a:cubicBezTo>
                    <a:pt x="76" y="53"/>
                    <a:pt x="76" y="53"/>
                    <a:pt x="76" y="53"/>
                  </a:cubicBezTo>
                  <a:cubicBezTo>
                    <a:pt x="77" y="58"/>
                    <a:pt x="81" y="62"/>
                    <a:pt x="86" y="63"/>
                  </a:cubicBezTo>
                  <a:cubicBezTo>
                    <a:pt x="86" y="76"/>
                    <a:pt x="82" y="91"/>
                    <a:pt x="67" y="96"/>
                  </a:cubicBezTo>
                  <a:cubicBezTo>
                    <a:pt x="53" y="91"/>
                    <a:pt x="49" y="76"/>
                    <a:pt x="49" y="63"/>
                  </a:cubicBezTo>
                  <a:close/>
                  <a:moveTo>
                    <a:pt x="116" y="106"/>
                  </a:moveTo>
                  <a:cubicBezTo>
                    <a:pt x="116" y="106"/>
                    <a:pt x="116" y="106"/>
                    <a:pt x="116" y="106"/>
                  </a:cubicBezTo>
                  <a:cubicBezTo>
                    <a:pt x="114" y="107"/>
                    <a:pt x="111" y="108"/>
                    <a:pt x="109" y="108"/>
                  </a:cubicBezTo>
                  <a:cubicBezTo>
                    <a:pt x="107" y="108"/>
                    <a:pt x="105" y="108"/>
                    <a:pt x="104" y="107"/>
                  </a:cubicBezTo>
                  <a:cubicBezTo>
                    <a:pt x="101" y="107"/>
                    <a:pt x="99" y="109"/>
                    <a:pt x="101" y="112"/>
                  </a:cubicBezTo>
                  <a:cubicBezTo>
                    <a:pt x="101" y="112"/>
                    <a:pt x="101" y="112"/>
                    <a:pt x="101" y="113"/>
                  </a:cubicBezTo>
                  <a:cubicBezTo>
                    <a:pt x="104" y="113"/>
                    <a:pt x="106" y="114"/>
                    <a:pt x="109" y="114"/>
                  </a:cubicBezTo>
                  <a:cubicBezTo>
                    <a:pt x="111" y="114"/>
                    <a:pt x="113" y="114"/>
                    <a:pt x="115" y="113"/>
                  </a:cubicBezTo>
                  <a:cubicBezTo>
                    <a:pt x="115" y="121"/>
                    <a:pt x="109" y="128"/>
                    <a:pt x="101" y="129"/>
                  </a:cubicBezTo>
                  <a:cubicBezTo>
                    <a:pt x="101" y="129"/>
                    <a:pt x="101" y="129"/>
                    <a:pt x="101" y="129"/>
                  </a:cubicBezTo>
                  <a:cubicBezTo>
                    <a:pt x="98" y="130"/>
                    <a:pt x="95" y="129"/>
                    <a:pt x="93" y="129"/>
                  </a:cubicBezTo>
                  <a:cubicBezTo>
                    <a:pt x="93" y="129"/>
                    <a:pt x="92" y="129"/>
                    <a:pt x="92" y="129"/>
                  </a:cubicBezTo>
                  <a:cubicBezTo>
                    <a:pt x="89" y="130"/>
                    <a:pt x="90" y="134"/>
                    <a:pt x="92" y="135"/>
                  </a:cubicBezTo>
                  <a:cubicBezTo>
                    <a:pt x="94" y="135"/>
                    <a:pt x="95" y="135"/>
                    <a:pt x="97" y="135"/>
                  </a:cubicBezTo>
                  <a:cubicBezTo>
                    <a:pt x="93" y="144"/>
                    <a:pt x="80" y="147"/>
                    <a:pt x="71" y="136"/>
                  </a:cubicBezTo>
                  <a:cubicBezTo>
                    <a:pt x="71" y="135"/>
                    <a:pt x="70" y="134"/>
                    <a:pt x="70" y="134"/>
                  </a:cubicBezTo>
                  <a:cubicBezTo>
                    <a:pt x="70" y="101"/>
                    <a:pt x="70" y="101"/>
                    <a:pt x="70" y="101"/>
                  </a:cubicBezTo>
                  <a:cubicBezTo>
                    <a:pt x="78" y="98"/>
                    <a:pt x="84" y="93"/>
                    <a:pt x="87" y="85"/>
                  </a:cubicBezTo>
                  <a:cubicBezTo>
                    <a:pt x="91" y="78"/>
                    <a:pt x="92" y="69"/>
                    <a:pt x="92" y="58"/>
                  </a:cubicBezTo>
                  <a:cubicBezTo>
                    <a:pt x="92" y="58"/>
                    <a:pt x="92" y="57"/>
                    <a:pt x="91" y="57"/>
                  </a:cubicBezTo>
                  <a:cubicBezTo>
                    <a:pt x="85" y="59"/>
                    <a:pt x="80" y="54"/>
                    <a:pt x="81" y="48"/>
                  </a:cubicBezTo>
                  <a:cubicBezTo>
                    <a:pt x="82" y="47"/>
                    <a:pt x="81" y="47"/>
                    <a:pt x="81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1"/>
                    <a:pt x="71" y="11"/>
                    <a:pt x="71" y="10"/>
                  </a:cubicBezTo>
                  <a:cubicBezTo>
                    <a:pt x="80" y="1"/>
                    <a:pt x="90" y="7"/>
                    <a:pt x="91" y="15"/>
                  </a:cubicBezTo>
                  <a:cubicBezTo>
                    <a:pt x="88" y="17"/>
                    <a:pt x="85" y="19"/>
                    <a:pt x="84" y="22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4" y="25"/>
                    <a:pt x="85" y="26"/>
                    <a:pt x="87" y="26"/>
                  </a:cubicBezTo>
                  <a:cubicBezTo>
                    <a:pt x="88" y="26"/>
                    <a:pt x="89" y="25"/>
                    <a:pt x="89" y="24"/>
                  </a:cubicBezTo>
                  <a:cubicBezTo>
                    <a:pt x="91" y="22"/>
                    <a:pt x="92" y="20"/>
                    <a:pt x="95" y="19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99" y="18"/>
                    <a:pt x="103" y="18"/>
                    <a:pt x="108" y="21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12" y="25"/>
                    <a:pt x="113" y="30"/>
                    <a:pt x="111" y="34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0" y="37"/>
                    <a:pt x="108" y="40"/>
                    <a:pt x="105" y="41"/>
                  </a:cubicBezTo>
                  <a:cubicBezTo>
                    <a:pt x="105" y="41"/>
                    <a:pt x="105" y="42"/>
                    <a:pt x="105" y="42"/>
                  </a:cubicBezTo>
                  <a:cubicBezTo>
                    <a:pt x="104" y="45"/>
                    <a:pt x="105" y="46"/>
                    <a:pt x="107" y="46"/>
                  </a:cubicBezTo>
                  <a:cubicBezTo>
                    <a:pt x="108" y="46"/>
                    <a:pt x="108" y="46"/>
                    <a:pt x="109" y="46"/>
                  </a:cubicBezTo>
                  <a:cubicBezTo>
                    <a:pt x="111" y="44"/>
                    <a:pt x="114" y="42"/>
                    <a:pt x="115" y="39"/>
                  </a:cubicBezTo>
                  <a:cubicBezTo>
                    <a:pt x="120" y="42"/>
                    <a:pt x="122" y="48"/>
                    <a:pt x="122" y="53"/>
                  </a:cubicBezTo>
                  <a:cubicBezTo>
                    <a:pt x="122" y="57"/>
                    <a:pt x="121" y="61"/>
                    <a:pt x="118" y="64"/>
                  </a:cubicBezTo>
                  <a:cubicBezTo>
                    <a:pt x="117" y="64"/>
                    <a:pt x="116" y="63"/>
                    <a:pt x="114" y="63"/>
                  </a:cubicBezTo>
                  <a:cubicBezTo>
                    <a:pt x="114" y="63"/>
                    <a:pt x="114" y="63"/>
                    <a:pt x="114" y="63"/>
                  </a:cubicBezTo>
                  <a:cubicBezTo>
                    <a:pt x="110" y="66"/>
                    <a:pt x="113" y="71"/>
                    <a:pt x="117" y="69"/>
                  </a:cubicBezTo>
                  <a:cubicBezTo>
                    <a:pt x="117" y="68"/>
                    <a:pt x="117" y="69"/>
                    <a:pt x="117" y="69"/>
                  </a:cubicBezTo>
                  <a:cubicBezTo>
                    <a:pt x="117" y="70"/>
                    <a:pt x="117" y="70"/>
                    <a:pt x="117" y="70"/>
                  </a:cubicBezTo>
                  <a:cubicBezTo>
                    <a:pt x="124" y="74"/>
                    <a:pt x="129" y="81"/>
                    <a:pt x="129" y="88"/>
                  </a:cubicBezTo>
                  <a:cubicBezTo>
                    <a:pt x="129" y="96"/>
                    <a:pt x="124" y="103"/>
                    <a:pt x="116" y="1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775907" y="2120984"/>
              <a:ext cx="38489" cy="62682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9" y="9"/>
                  </a:moveTo>
                  <a:cubicBezTo>
                    <a:pt x="9" y="13"/>
                    <a:pt x="6" y="17"/>
                    <a:pt x="2" y="18"/>
                  </a:cubicBezTo>
                  <a:cubicBezTo>
                    <a:pt x="1" y="18"/>
                    <a:pt x="0" y="20"/>
                    <a:pt x="0" y="22"/>
                  </a:cubicBezTo>
                  <a:cubicBezTo>
                    <a:pt x="1" y="23"/>
                    <a:pt x="2" y="24"/>
                    <a:pt x="3" y="24"/>
                  </a:cubicBezTo>
                  <a:cubicBezTo>
                    <a:pt x="3" y="24"/>
                    <a:pt x="4" y="24"/>
                    <a:pt x="4" y="24"/>
                  </a:cubicBezTo>
                  <a:cubicBezTo>
                    <a:pt x="10" y="22"/>
                    <a:pt x="15" y="16"/>
                    <a:pt x="15" y="9"/>
                  </a:cubicBezTo>
                  <a:cubicBezTo>
                    <a:pt x="15" y="7"/>
                    <a:pt x="14" y="4"/>
                    <a:pt x="13" y="2"/>
                  </a:cubicBezTo>
                  <a:cubicBezTo>
                    <a:pt x="12" y="0"/>
                    <a:pt x="10" y="0"/>
                    <a:pt x="9" y="1"/>
                  </a:cubicBezTo>
                  <a:cubicBezTo>
                    <a:pt x="7" y="2"/>
                    <a:pt x="7" y="3"/>
                    <a:pt x="8" y="5"/>
                  </a:cubicBezTo>
                  <a:cubicBezTo>
                    <a:pt x="9" y="6"/>
                    <a:pt x="9" y="8"/>
                    <a:pt x="9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801199" y="2219955"/>
              <a:ext cx="47286" cy="54984"/>
            </a:xfrm>
            <a:custGeom>
              <a:avLst/>
              <a:gdLst/>
              <a:ahLst/>
              <a:cxnLst/>
              <a:rect l="l" t="t" r="r" b="b"/>
              <a:pathLst>
                <a:path w="18" h="21" extrusionOk="0">
                  <a:moveTo>
                    <a:pt x="14" y="21"/>
                  </a:moveTo>
                  <a:cubicBezTo>
                    <a:pt x="14" y="21"/>
                    <a:pt x="14" y="21"/>
                    <a:pt x="15" y="21"/>
                  </a:cubicBezTo>
                  <a:cubicBezTo>
                    <a:pt x="16" y="21"/>
                    <a:pt x="17" y="20"/>
                    <a:pt x="18" y="19"/>
                  </a:cubicBezTo>
                  <a:cubicBezTo>
                    <a:pt x="18" y="18"/>
                    <a:pt x="18" y="16"/>
                    <a:pt x="18" y="15"/>
                  </a:cubicBezTo>
                  <a:cubicBezTo>
                    <a:pt x="18" y="7"/>
                    <a:pt x="11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  <a:cubicBezTo>
                    <a:pt x="8" y="6"/>
                    <a:pt x="12" y="10"/>
                    <a:pt x="12" y="15"/>
                  </a:cubicBezTo>
                  <a:cubicBezTo>
                    <a:pt x="12" y="16"/>
                    <a:pt x="12" y="17"/>
                    <a:pt x="12" y="17"/>
                  </a:cubicBezTo>
                  <a:cubicBezTo>
                    <a:pt x="11" y="19"/>
                    <a:pt x="12" y="20"/>
                    <a:pt x="14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808897" y="2060502"/>
              <a:ext cx="60482" cy="23093"/>
            </a:xfrm>
            <a:custGeom>
              <a:avLst/>
              <a:gdLst/>
              <a:ahLst/>
              <a:cxnLst/>
              <a:rect l="l" t="t" r="r" b="b"/>
              <a:pathLst>
                <a:path w="23" h="9" extrusionOk="0">
                  <a:moveTo>
                    <a:pt x="22" y="5"/>
                  </a:moveTo>
                  <a:cubicBezTo>
                    <a:pt x="23" y="4"/>
                    <a:pt x="23" y="2"/>
                    <a:pt x="22" y="1"/>
                  </a:cubicBezTo>
                  <a:cubicBezTo>
                    <a:pt x="21" y="0"/>
                    <a:pt x="19" y="0"/>
                    <a:pt x="18" y="1"/>
                  </a:cubicBezTo>
                  <a:cubicBezTo>
                    <a:pt x="16" y="3"/>
                    <a:pt x="14" y="4"/>
                    <a:pt x="12" y="4"/>
                  </a:cubicBezTo>
                  <a:cubicBezTo>
                    <a:pt x="9" y="4"/>
                    <a:pt x="7" y="3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4" y="8"/>
                    <a:pt x="8" y="9"/>
                    <a:pt x="12" y="9"/>
                  </a:cubicBezTo>
                  <a:cubicBezTo>
                    <a:pt x="16" y="9"/>
                    <a:pt x="19" y="8"/>
                    <a:pt x="2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962851" y="2120984"/>
              <a:ext cx="39588" cy="62682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13" y="18"/>
                  </a:moveTo>
                  <a:cubicBezTo>
                    <a:pt x="9" y="17"/>
                    <a:pt x="6" y="13"/>
                    <a:pt x="6" y="9"/>
                  </a:cubicBezTo>
                  <a:cubicBezTo>
                    <a:pt x="6" y="8"/>
                    <a:pt x="6" y="6"/>
                    <a:pt x="7" y="5"/>
                  </a:cubicBezTo>
                  <a:cubicBezTo>
                    <a:pt x="8" y="3"/>
                    <a:pt x="7" y="2"/>
                    <a:pt x="6" y="1"/>
                  </a:cubicBezTo>
                  <a:cubicBezTo>
                    <a:pt x="5" y="0"/>
                    <a:pt x="3" y="0"/>
                    <a:pt x="2" y="2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6"/>
                    <a:pt x="5" y="22"/>
                    <a:pt x="11" y="24"/>
                  </a:cubicBezTo>
                  <a:cubicBezTo>
                    <a:pt x="11" y="24"/>
                    <a:pt x="12" y="24"/>
                    <a:pt x="12" y="24"/>
                  </a:cubicBezTo>
                  <a:cubicBezTo>
                    <a:pt x="13" y="24"/>
                    <a:pt x="14" y="23"/>
                    <a:pt x="15" y="22"/>
                  </a:cubicBezTo>
                  <a:cubicBezTo>
                    <a:pt x="15" y="20"/>
                    <a:pt x="14" y="18"/>
                    <a:pt x="13" y="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929861" y="2219955"/>
              <a:ext cx="46186" cy="54984"/>
            </a:xfrm>
            <a:custGeom>
              <a:avLst/>
              <a:gdLst/>
              <a:ahLst/>
              <a:cxnLst/>
              <a:rect l="l" t="t" r="r" b="b"/>
              <a:pathLst>
                <a:path w="18" h="21" extrusionOk="0">
                  <a:moveTo>
                    <a:pt x="15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16"/>
                    <a:pt x="0" y="18"/>
                    <a:pt x="0" y="19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3" y="21"/>
                    <a:pt x="4" y="21"/>
                    <a:pt x="4" y="21"/>
                  </a:cubicBezTo>
                  <a:cubicBezTo>
                    <a:pt x="5" y="20"/>
                    <a:pt x="6" y="19"/>
                    <a:pt x="6" y="17"/>
                  </a:cubicBezTo>
                  <a:cubicBezTo>
                    <a:pt x="6" y="17"/>
                    <a:pt x="6" y="16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6" y="6"/>
                    <a:pt x="18" y="5"/>
                    <a:pt x="18" y="3"/>
                  </a:cubicBezTo>
                  <a:cubicBezTo>
                    <a:pt x="18" y="1"/>
                    <a:pt x="16" y="0"/>
                    <a:pt x="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908967" y="2060502"/>
              <a:ext cx="59382" cy="23093"/>
            </a:xfrm>
            <a:custGeom>
              <a:avLst/>
              <a:gdLst/>
              <a:ahLst/>
              <a:cxnLst/>
              <a:rect l="l" t="t" r="r" b="b"/>
              <a:pathLst>
                <a:path w="23" h="9" extrusionOk="0">
                  <a:moveTo>
                    <a:pt x="22" y="1"/>
                  </a:moveTo>
                  <a:cubicBezTo>
                    <a:pt x="21" y="0"/>
                    <a:pt x="19" y="0"/>
                    <a:pt x="18" y="1"/>
                  </a:cubicBezTo>
                  <a:cubicBezTo>
                    <a:pt x="16" y="3"/>
                    <a:pt x="14" y="4"/>
                    <a:pt x="11" y="4"/>
                  </a:cubicBezTo>
                  <a:cubicBezTo>
                    <a:pt x="9" y="4"/>
                    <a:pt x="7" y="3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4" y="8"/>
                    <a:pt x="7" y="9"/>
                    <a:pt x="11" y="9"/>
                  </a:cubicBezTo>
                  <a:cubicBezTo>
                    <a:pt x="15" y="9"/>
                    <a:pt x="19" y="8"/>
                    <a:pt x="22" y="5"/>
                  </a:cubicBezTo>
                  <a:cubicBezTo>
                    <a:pt x="23" y="4"/>
                    <a:pt x="23" y="2"/>
                    <a:pt x="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767109" y="2018715"/>
              <a:ext cx="18695" cy="15395"/>
            </a:xfrm>
            <a:custGeom>
              <a:avLst/>
              <a:gdLst/>
              <a:ahLst/>
              <a:cxnLst/>
              <a:rect l="l" t="t" r="r" b="b"/>
              <a:pathLst>
                <a:path w="7" h="6" extrusionOk="0">
                  <a:moveTo>
                    <a:pt x="3" y="6"/>
                  </a:moveTo>
                  <a:cubicBezTo>
                    <a:pt x="6" y="6"/>
                    <a:pt x="7" y="3"/>
                    <a:pt x="6" y="1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3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861681" y="2147376"/>
              <a:ext cx="54984" cy="41788"/>
            </a:xfrm>
            <a:custGeom>
              <a:avLst/>
              <a:gdLst/>
              <a:ahLst/>
              <a:cxnLst/>
              <a:rect l="l" t="t" r="r" b="b"/>
              <a:pathLst>
                <a:path w="21" h="16" extrusionOk="0">
                  <a:moveTo>
                    <a:pt x="19" y="1"/>
                  </a:moveTo>
                  <a:cubicBezTo>
                    <a:pt x="18" y="0"/>
                    <a:pt x="16" y="0"/>
                    <a:pt x="15" y="1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4" y="5"/>
                    <a:pt x="2" y="5"/>
                    <a:pt x="1" y="6"/>
                  </a:cubicBezTo>
                  <a:cubicBezTo>
                    <a:pt x="0" y="7"/>
                    <a:pt x="0" y="9"/>
                    <a:pt x="1" y="1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5"/>
                    <a:pt x="7" y="16"/>
                    <a:pt x="8" y="16"/>
                  </a:cubicBezTo>
                  <a:cubicBezTo>
                    <a:pt x="9" y="16"/>
                    <a:pt x="10" y="15"/>
                    <a:pt x="10" y="1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1" y="4"/>
                    <a:pt x="21" y="3"/>
                    <a:pt x="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2" name="Google Shape;412;p36"/>
          <p:cNvCxnSpPr>
            <a:stCxn id="379" idx="3"/>
            <a:endCxn id="378" idx="1"/>
          </p:cNvCxnSpPr>
          <p:nvPr/>
        </p:nvCxnSpPr>
        <p:spPr>
          <a:xfrm>
            <a:off x="4577289" y="3546435"/>
            <a:ext cx="1107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413" name="Google Shape;413;p36"/>
          <p:cNvCxnSpPr>
            <a:stCxn id="378" idx="3"/>
            <a:endCxn id="377" idx="1"/>
          </p:cNvCxnSpPr>
          <p:nvPr/>
        </p:nvCxnSpPr>
        <p:spPr>
          <a:xfrm>
            <a:off x="6233396" y="3546435"/>
            <a:ext cx="1107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414" name="Google Shape;414;p36"/>
          <p:cNvCxnSpPr/>
          <p:nvPr/>
        </p:nvCxnSpPr>
        <p:spPr>
          <a:xfrm>
            <a:off x="3441200" y="1252500"/>
            <a:ext cx="0" cy="3217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36"/>
          <p:cNvCxnSpPr/>
          <p:nvPr/>
        </p:nvCxnSpPr>
        <p:spPr>
          <a:xfrm rot="10800000">
            <a:off x="3442350" y="4012500"/>
            <a:ext cx="4819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6" name="Google Shape;416;p36"/>
          <p:cNvSpPr/>
          <p:nvPr/>
        </p:nvSpPr>
        <p:spPr>
          <a:xfrm>
            <a:off x="2691775" y="1325900"/>
            <a:ext cx="427071" cy="488100"/>
          </a:xfrm>
          <a:custGeom>
            <a:avLst/>
            <a:gdLst/>
            <a:ahLst/>
            <a:cxnLst/>
            <a:rect l="l" t="t" r="r" b="b"/>
            <a:pathLst>
              <a:path w="106" h="121" extrusionOk="0">
                <a:moveTo>
                  <a:pt x="3" y="121"/>
                </a:moveTo>
                <a:cubicBezTo>
                  <a:pt x="103" y="121"/>
                  <a:pt x="103" y="121"/>
                  <a:pt x="103" y="121"/>
                </a:cubicBezTo>
                <a:cubicBezTo>
                  <a:pt x="105" y="121"/>
                  <a:pt x="106" y="119"/>
                  <a:pt x="106" y="118"/>
                </a:cubicBezTo>
                <a:cubicBezTo>
                  <a:pt x="106" y="81"/>
                  <a:pt x="106" y="81"/>
                  <a:pt x="106" y="81"/>
                </a:cubicBezTo>
                <a:cubicBezTo>
                  <a:pt x="106" y="80"/>
                  <a:pt x="105" y="79"/>
                  <a:pt x="104" y="79"/>
                </a:cubicBezTo>
                <a:cubicBezTo>
                  <a:pt x="102" y="78"/>
                  <a:pt x="101" y="80"/>
                  <a:pt x="101" y="81"/>
                </a:cubicBezTo>
                <a:cubicBezTo>
                  <a:pt x="101" y="115"/>
                  <a:pt x="101" y="115"/>
                  <a:pt x="101" y="115"/>
                </a:cubicBezTo>
                <a:cubicBezTo>
                  <a:pt x="68" y="115"/>
                  <a:pt x="68" y="115"/>
                  <a:pt x="68" y="115"/>
                </a:cubicBezTo>
                <a:cubicBezTo>
                  <a:pt x="68" y="114"/>
                  <a:pt x="68" y="113"/>
                  <a:pt x="68" y="112"/>
                </a:cubicBezTo>
                <a:cubicBezTo>
                  <a:pt x="68" y="98"/>
                  <a:pt x="68" y="98"/>
                  <a:pt x="68" y="98"/>
                </a:cubicBezTo>
                <a:cubicBezTo>
                  <a:pt x="74" y="108"/>
                  <a:pt x="74" y="108"/>
                  <a:pt x="74" y="108"/>
                </a:cubicBezTo>
                <a:cubicBezTo>
                  <a:pt x="75" y="110"/>
                  <a:pt x="77" y="112"/>
                  <a:pt x="80" y="113"/>
                </a:cubicBezTo>
                <a:cubicBezTo>
                  <a:pt x="80" y="113"/>
                  <a:pt x="81" y="113"/>
                  <a:pt x="82" y="113"/>
                </a:cubicBezTo>
                <a:cubicBezTo>
                  <a:pt x="83" y="113"/>
                  <a:pt x="85" y="112"/>
                  <a:pt x="86" y="112"/>
                </a:cubicBezTo>
                <a:cubicBezTo>
                  <a:pt x="91" y="109"/>
                  <a:pt x="92" y="104"/>
                  <a:pt x="90" y="99"/>
                </a:cubicBezTo>
                <a:cubicBezTo>
                  <a:pt x="68" y="62"/>
                  <a:pt x="68" y="62"/>
                  <a:pt x="68" y="62"/>
                </a:cubicBezTo>
                <a:cubicBezTo>
                  <a:pt x="68" y="44"/>
                  <a:pt x="68" y="44"/>
                  <a:pt x="68" y="44"/>
                </a:cubicBezTo>
                <a:cubicBezTo>
                  <a:pt x="92" y="44"/>
                  <a:pt x="92" y="44"/>
                  <a:pt x="92" y="44"/>
                </a:cubicBezTo>
                <a:cubicBezTo>
                  <a:pt x="96" y="44"/>
                  <a:pt x="100" y="40"/>
                  <a:pt x="100" y="36"/>
                </a:cubicBezTo>
                <a:cubicBezTo>
                  <a:pt x="101" y="31"/>
                  <a:pt x="97" y="27"/>
                  <a:pt x="92" y="27"/>
                </a:cubicBezTo>
                <a:cubicBezTo>
                  <a:pt x="86" y="27"/>
                  <a:pt x="86" y="27"/>
                  <a:pt x="86" y="27"/>
                </a:cubicBezTo>
                <a:cubicBezTo>
                  <a:pt x="93" y="23"/>
                  <a:pt x="93" y="23"/>
                  <a:pt x="93" y="23"/>
                </a:cubicBezTo>
                <a:cubicBezTo>
                  <a:pt x="97" y="20"/>
                  <a:pt x="99" y="15"/>
                  <a:pt x="96" y="11"/>
                </a:cubicBezTo>
                <a:cubicBezTo>
                  <a:pt x="95" y="9"/>
                  <a:pt x="93" y="8"/>
                  <a:pt x="91" y="7"/>
                </a:cubicBezTo>
                <a:cubicBezTo>
                  <a:pt x="89" y="7"/>
                  <a:pt x="87" y="7"/>
                  <a:pt x="85" y="8"/>
                </a:cubicBezTo>
                <a:cubicBezTo>
                  <a:pt x="65" y="20"/>
                  <a:pt x="65" y="20"/>
                  <a:pt x="65" y="20"/>
                </a:cubicBezTo>
                <a:cubicBezTo>
                  <a:pt x="65" y="18"/>
                  <a:pt x="65" y="18"/>
                  <a:pt x="65" y="18"/>
                </a:cubicBezTo>
                <a:cubicBezTo>
                  <a:pt x="65" y="12"/>
                  <a:pt x="60" y="7"/>
                  <a:pt x="53" y="7"/>
                </a:cubicBezTo>
                <a:cubicBezTo>
                  <a:pt x="47" y="7"/>
                  <a:pt x="42" y="12"/>
                  <a:pt x="42" y="18"/>
                </a:cubicBezTo>
                <a:cubicBezTo>
                  <a:pt x="42" y="20"/>
                  <a:pt x="42" y="20"/>
                  <a:pt x="42" y="20"/>
                </a:cubicBezTo>
                <a:cubicBezTo>
                  <a:pt x="22" y="8"/>
                  <a:pt x="22" y="8"/>
                  <a:pt x="22" y="8"/>
                </a:cubicBezTo>
                <a:cubicBezTo>
                  <a:pt x="20" y="7"/>
                  <a:pt x="17" y="7"/>
                  <a:pt x="15" y="7"/>
                </a:cubicBezTo>
                <a:cubicBezTo>
                  <a:pt x="13" y="8"/>
                  <a:pt x="11" y="9"/>
                  <a:pt x="10" y="11"/>
                </a:cubicBezTo>
                <a:cubicBezTo>
                  <a:pt x="8" y="15"/>
                  <a:pt x="9" y="20"/>
                  <a:pt x="13" y="23"/>
                </a:cubicBezTo>
                <a:cubicBezTo>
                  <a:pt x="20" y="27"/>
                  <a:pt x="20" y="27"/>
                  <a:pt x="20" y="27"/>
                </a:cubicBezTo>
                <a:cubicBezTo>
                  <a:pt x="14" y="27"/>
                  <a:pt x="14" y="27"/>
                  <a:pt x="14" y="27"/>
                </a:cubicBezTo>
                <a:cubicBezTo>
                  <a:pt x="14" y="27"/>
                  <a:pt x="6" y="31"/>
                  <a:pt x="6" y="35"/>
                </a:cubicBezTo>
                <a:cubicBezTo>
                  <a:pt x="6" y="40"/>
                  <a:pt x="10" y="44"/>
                  <a:pt x="14" y="44"/>
                </a:cubicBezTo>
                <a:cubicBezTo>
                  <a:pt x="38" y="44"/>
                  <a:pt x="38" y="44"/>
                  <a:pt x="38" y="44"/>
                </a:cubicBezTo>
                <a:cubicBezTo>
                  <a:pt x="38" y="62"/>
                  <a:pt x="38" y="62"/>
                  <a:pt x="38" y="62"/>
                </a:cubicBezTo>
                <a:cubicBezTo>
                  <a:pt x="17" y="99"/>
                  <a:pt x="17" y="99"/>
                  <a:pt x="17" y="99"/>
                </a:cubicBezTo>
                <a:cubicBezTo>
                  <a:pt x="14" y="104"/>
                  <a:pt x="16" y="109"/>
                  <a:pt x="20" y="112"/>
                </a:cubicBezTo>
                <a:cubicBezTo>
                  <a:pt x="21" y="113"/>
                  <a:pt x="23" y="113"/>
                  <a:pt x="25" y="113"/>
                </a:cubicBezTo>
                <a:cubicBezTo>
                  <a:pt x="25" y="113"/>
                  <a:pt x="26" y="113"/>
                  <a:pt x="27" y="113"/>
                </a:cubicBezTo>
                <a:cubicBezTo>
                  <a:pt x="29" y="112"/>
                  <a:pt x="31" y="111"/>
                  <a:pt x="32" y="108"/>
                </a:cubicBezTo>
                <a:cubicBezTo>
                  <a:pt x="38" y="98"/>
                  <a:pt x="38" y="98"/>
                  <a:pt x="38" y="98"/>
                </a:cubicBezTo>
                <a:cubicBezTo>
                  <a:pt x="38" y="112"/>
                  <a:pt x="38" y="112"/>
                  <a:pt x="38" y="112"/>
                </a:cubicBezTo>
                <a:cubicBezTo>
                  <a:pt x="38" y="113"/>
                  <a:pt x="39" y="114"/>
                  <a:pt x="39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6" y="5"/>
                  <a:pt x="6" y="5"/>
                  <a:pt x="6" y="5"/>
                </a:cubicBezTo>
                <a:cubicBezTo>
                  <a:pt x="101" y="5"/>
                  <a:pt x="101" y="5"/>
                  <a:pt x="101" y="5"/>
                </a:cubicBezTo>
                <a:cubicBezTo>
                  <a:pt x="101" y="59"/>
                  <a:pt x="101" y="59"/>
                  <a:pt x="101" y="59"/>
                </a:cubicBezTo>
                <a:cubicBezTo>
                  <a:pt x="101" y="60"/>
                  <a:pt x="102" y="61"/>
                  <a:pt x="103" y="61"/>
                </a:cubicBezTo>
                <a:cubicBezTo>
                  <a:pt x="105" y="62"/>
                  <a:pt x="106" y="60"/>
                  <a:pt x="106" y="59"/>
                </a:cubicBezTo>
                <a:cubicBezTo>
                  <a:pt x="106" y="2"/>
                  <a:pt x="106" y="2"/>
                  <a:pt x="106" y="2"/>
                </a:cubicBezTo>
                <a:cubicBezTo>
                  <a:pt x="106" y="1"/>
                  <a:pt x="105" y="0"/>
                  <a:pt x="103" y="0"/>
                </a:cubicBezTo>
                <a:cubicBezTo>
                  <a:pt x="3" y="0"/>
                  <a:pt x="3" y="0"/>
                  <a:pt x="3" y="0"/>
                </a:cubicBezTo>
                <a:cubicBezTo>
                  <a:pt x="2" y="0"/>
                  <a:pt x="0" y="1"/>
                  <a:pt x="0" y="2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19"/>
                  <a:pt x="2" y="121"/>
                  <a:pt x="3" y="121"/>
                </a:cubicBezTo>
                <a:close/>
                <a:moveTo>
                  <a:pt x="85" y="102"/>
                </a:moveTo>
                <a:cubicBezTo>
                  <a:pt x="86" y="104"/>
                  <a:pt x="85" y="106"/>
                  <a:pt x="84" y="107"/>
                </a:cubicBezTo>
                <a:cubicBezTo>
                  <a:pt x="82" y="108"/>
                  <a:pt x="80" y="107"/>
                  <a:pt x="79" y="106"/>
                </a:cubicBezTo>
                <a:cubicBezTo>
                  <a:pt x="68" y="87"/>
                  <a:pt x="68" y="87"/>
                  <a:pt x="68" y="87"/>
                </a:cubicBezTo>
                <a:cubicBezTo>
                  <a:pt x="68" y="74"/>
                  <a:pt x="68" y="74"/>
                  <a:pt x="68" y="74"/>
                </a:cubicBezTo>
                <a:lnTo>
                  <a:pt x="85" y="102"/>
                </a:lnTo>
                <a:close/>
                <a:moveTo>
                  <a:pt x="88" y="13"/>
                </a:moveTo>
                <a:cubicBezTo>
                  <a:pt x="88" y="13"/>
                  <a:pt x="89" y="12"/>
                  <a:pt x="90" y="13"/>
                </a:cubicBezTo>
                <a:cubicBezTo>
                  <a:pt x="90" y="13"/>
                  <a:pt x="91" y="13"/>
                  <a:pt x="91" y="14"/>
                </a:cubicBezTo>
                <a:cubicBezTo>
                  <a:pt x="92" y="15"/>
                  <a:pt x="92" y="17"/>
                  <a:pt x="90" y="18"/>
                </a:cubicBezTo>
                <a:cubicBezTo>
                  <a:pt x="75" y="27"/>
                  <a:pt x="75" y="27"/>
                  <a:pt x="75" y="27"/>
                </a:cubicBezTo>
                <a:cubicBezTo>
                  <a:pt x="75" y="27"/>
                  <a:pt x="75" y="27"/>
                  <a:pt x="75" y="27"/>
                </a:cubicBezTo>
                <a:cubicBezTo>
                  <a:pt x="64" y="27"/>
                  <a:pt x="64" y="27"/>
                  <a:pt x="64" y="27"/>
                </a:cubicBezTo>
                <a:lnTo>
                  <a:pt x="88" y="13"/>
                </a:lnTo>
                <a:close/>
                <a:moveTo>
                  <a:pt x="47" y="18"/>
                </a:moveTo>
                <a:cubicBezTo>
                  <a:pt x="47" y="15"/>
                  <a:pt x="50" y="12"/>
                  <a:pt x="54" y="12"/>
                </a:cubicBezTo>
                <a:cubicBezTo>
                  <a:pt x="57" y="12"/>
                  <a:pt x="59" y="15"/>
                  <a:pt x="59" y="18"/>
                </a:cubicBezTo>
                <a:cubicBezTo>
                  <a:pt x="59" y="21"/>
                  <a:pt x="59" y="21"/>
                  <a:pt x="59" y="21"/>
                </a:cubicBezTo>
                <a:cubicBezTo>
                  <a:pt x="59" y="24"/>
                  <a:pt x="57" y="26"/>
                  <a:pt x="54" y="27"/>
                </a:cubicBezTo>
                <a:cubicBezTo>
                  <a:pt x="50" y="27"/>
                  <a:pt x="47" y="24"/>
                  <a:pt x="47" y="21"/>
                </a:cubicBezTo>
                <a:lnTo>
                  <a:pt x="47" y="18"/>
                </a:lnTo>
                <a:close/>
                <a:moveTo>
                  <a:pt x="31" y="27"/>
                </a:moveTo>
                <a:cubicBezTo>
                  <a:pt x="16" y="18"/>
                  <a:pt x="16" y="18"/>
                  <a:pt x="16" y="18"/>
                </a:cubicBezTo>
                <a:cubicBezTo>
                  <a:pt x="15" y="17"/>
                  <a:pt x="14" y="15"/>
                  <a:pt x="15" y="14"/>
                </a:cubicBezTo>
                <a:cubicBezTo>
                  <a:pt x="15" y="13"/>
                  <a:pt x="16" y="13"/>
                  <a:pt x="17" y="13"/>
                </a:cubicBezTo>
                <a:cubicBezTo>
                  <a:pt x="17" y="12"/>
                  <a:pt x="18" y="13"/>
                  <a:pt x="19" y="13"/>
                </a:cubicBezTo>
                <a:cubicBezTo>
                  <a:pt x="43" y="27"/>
                  <a:pt x="43" y="27"/>
                  <a:pt x="43" y="27"/>
                </a:cubicBezTo>
                <a:cubicBezTo>
                  <a:pt x="31" y="27"/>
                  <a:pt x="31" y="27"/>
                  <a:pt x="31" y="27"/>
                </a:cubicBezTo>
                <a:cubicBezTo>
                  <a:pt x="31" y="27"/>
                  <a:pt x="31" y="27"/>
                  <a:pt x="31" y="27"/>
                </a:cubicBezTo>
                <a:close/>
                <a:moveTo>
                  <a:pt x="27" y="106"/>
                </a:moveTo>
                <a:cubicBezTo>
                  <a:pt x="27" y="107"/>
                  <a:pt x="24" y="108"/>
                  <a:pt x="23" y="107"/>
                </a:cubicBezTo>
                <a:cubicBezTo>
                  <a:pt x="21" y="106"/>
                  <a:pt x="21" y="104"/>
                  <a:pt x="22" y="102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87"/>
                  <a:pt x="38" y="87"/>
                  <a:pt x="38" y="87"/>
                </a:cubicBezTo>
                <a:lnTo>
                  <a:pt x="27" y="106"/>
                </a:lnTo>
                <a:close/>
                <a:moveTo>
                  <a:pt x="44" y="112"/>
                </a:moveTo>
                <a:cubicBezTo>
                  <a:pt x="44" y="39"/>
                  <a:pt x="44" y="39"/>
                  <a:pt x="44" y="39"/>
                </a:cubicBezTo>
                <a:cubicBezTo>
                  <a:pt x="44" y="37"/>
                  <a:pt x="43" y="36"/>
                  <a:pt x="41" y="36"/>
                </a:cubicBezTo>
                <a:cubicBezTo>
                  <a:pt x="40" y="36"/>
                  <a:pt x="39" y="37"/>
                  <a:pt x="38" y="38"/>
                </a:cubicBezTo>
                <a:cubicBezTo>
                  <a:pt x="14" y="38"/>
                  <a:pt x="14" y="38"/>
                  <a:pt x="14" y="38"/>
                </a:cubicBezTo>
                <a:cubicBezTo>
                  <a:pt x="13" y="38"/>
                  <a:pt x="13" y="37"/>
                  <a:pt x="12" y="37"/>
                </a:cubicBezTo>
                <a:cubicBezTo>
                  <a:pt x="11" y="35"/>
                  <a:pt x="12" y="32"/>
                  <a:pt x="14" y="32"/>
                </a:cubicBezTo>
                <a:cubicBezTo>
                  <a:pt x="92" y="32"/>
                  <a:pt x="92" y="32"/>
                  <a:pt x="92" y="32"/>
                </a:cubicBezTo>
                <a:cubicBezTo>
                  <a:pt x="93" y="32"/>
                  <a:pt x="94" y="33"/>
                  <a:pt x="94" y="33"/>
                </a:cubicBezTo>
                <a:cubicBezTo>
                  <a:pt x="96" y="36"/>
                  <a:pt x="94" y="38"/>
                  <a:pt x="92" y="38"/>
                </a:cubicBezTo>
                <a:cubicBezTo>
                  <a:pt x="68" y="38"/>
                  <a:pt x="68" y="38"/>
                  <a:pt x="68" y="38"/>
                </a:cubicBezTo>
                <a:cubicBezTo>
                  <a:pt x="68" y="36"/>
                  <a:pt x="66" y="35"/>
                  <a:pt x="64" y="36"/>
                </a:cubicBezTo>
                <a:cubicBezTo>
                  <a:pt x="63" y="37"/>
                  <a:pt x="63" y="38"/>
                  <a:pt x="63" y="38"/>
                </a:cubicBezTo>
                <a:cubicBezTo>
                  <a:pt x="63" y="112"/>
                  <a:pt x="63" y="112"/>
                  <a:pt x="63" y="112"/>
                </a:cubicBezTo>
                <a:cubicBezTo>
                  <a:pt x="63" y="113"/>
                  <a:pt x="62" y="114"/>
                  <a:pt x="61" y="114"/>
                </a:cubicBezTo>
                <a:cubicBezTo>
                  <a:pt x="59" y="116"/>
                  <a:pt x="56" y="114"/>
                  <a:pt x="56" y="112"/>
                </a:cubicBezTo>
                <a:cubicBezTo>
                  <a:pt x="56" y="69"/>
                  <a:pt x="56" y="69"/>
                  <a:pt x="56" y="69"/>
                </a:cubicBezTo>
                <a:cubicBezTo>
                  <a:pt x="56" y="67"/>
                  <a:pt x="55" y="66"/>
                  <a:pt x="54" y="66"/>
                </a:cubicBezTo>
                <a:cubicBezTo>
                  <a:pt x="52" y="66"/>
                  <a:pt x="50" y="67"/>
                  <a:pt x="50" y="69"/>
                </a:cubicBezTo>
                <a:cubicBezTo>
                  <a:pt x="50" y="111"/>
                  <a:pt x="50" y="111"/>
                  <a:pt x="50" y="111"/>
                </a:cubicBezTo>
                <a:cubicBezTo>
                  <a:pt x="50" y="113"/>
                  <a:pt x="49" y="115"/>
                  <a:pt x="48" y="115"/>
                </a:cubicBezTo>
                <a:cubicBezTo>
                  <a:pt x="46" y="115"/>
                  <a:pt x="44" y="114"/>
                  <a:pt x="44" y="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956;p48">
            <a:extLst>
              <a:ext uri="{FF2B5EF4-FFF2-40B4-BE49-F238E27FC236}">
                <a16:creationId xmlns:a16="http://schemas.microsoft.com/office/drawing/2014/main" id="{E3444544-E62E-4CC0-AB9E-35A2D0F87F65}"/>
              </a:ext>
            </a:extLst>
          </p:cNvPr>
          <p:cNvGrpSpPr/>
          <p:nvPr/>
        </p:nvGrpSpPr>
        <p:grpSpPr>
          <a:xfrm>
            <a:off x="7448290" y="3349404"/>
            <a:ext cx="295629" cy="377258"/>
            <a:chOff x="7229507" y="1378406"/>
            <a:chExt cx="295629" cy="377258"/>
          </a:xfrm>
        </p:grpSpPr>
        <p:sp>
          <p:nvSpPr>
            <p:cNvPr id="46" name="Google Shape;957;p48">
              <a:extLst>
                <a:ext uri="{FF2B5EF4-FFF2-40B4-BE49-F238E27FC236}">
                  <a16:creationId xmlns:a16="http://schemas.microsoft.com/office/drawing/2014/main" id="{E632F60F-FD59-48FA-9E6A-3F5374C3B713}"/>
                </a:ext>
              </a:extLst>
            </p:cNvPr>
            <p:cNvSpPr/>
            <p:nvPr/>
          </p:nvSpPr>
          <p:spPr>
            <a:xfrm>
              <a:off x="7332095" y="1626601"/>
              <a:ext cx="12134" cy="16547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2" y="6"/>
                  </a:moveTo>
                  <a:cubicBezTo>
                    <a:pt x="3" y="6"/>
                    <a:pt x="4" y="6"/>
                    <a:pt x="4" y="5"/>
                  </a:cubicBezTo>
                  <a:cubicBezTo>
                    <a:pt x="5" y="5"/>
                    <a:pt x="5" y="4"/>
                    <a:pt x="5" y="3"/>
                  </a:cubicBezTo>
                  <a:cubicBezTo>
                    <a:pt x="5" y="3"/>
                    <a:pt x="5" y="2"/>
                    <a:pt x="4" y="1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6"/>
                    <a:pt x="2" y="6"/>
                    <a:pt x="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958;p48">
              <a:extLst>
                <a:ext uri="{FF2B5EF4-FFF2-40B4-BE49-F238E27FC236}">
                  <a16:creationId xmlns:a16="http://schemas.microsoft.com/office/drawing/2014/main" id="{97FB9A53-FBCE-41D0-A1C8-320D409D01A5}"/>
                </a:ext>
              </a:extLst>
            </p:cNvPr>
            <p:cNvSpPr/>
            <p:nvPr/>
          </p:nvSpPr>
          <p:spPr>
            <a:xfrm>
              <a:off x="7229507" y="1378406"/>
              <a:ext cx="295629" cy="377258"/>
            </a:xfrm>
            <a:custGeom>
              <a:avLst/>
              <a:gdLst/>
              <a:ahLst/>
              <a:cxnLst/>
              <a:rect l="l" t="t" r="r" b="b"/>
              <a:pathLst>
                <a:path w="113" h="144" extrusionOk="0">
                  <a:moveTo>
                    <a:pt x="110" y="30"/>
                  </a:moveTo>
                  <a:cubicBezTo>
                    <a:pt x="74" y="30"/>
                    <a:pt x="74" y="30"/>
                    <a:pt x="74" y="30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4" y="2"/>
                    <a:pt x="72" y="0"/>
                    <a:pt x="71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0" y="0"/>
                    <a:pt x="39" y="2"/>
                    <a:pt x="39" y="3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31"/>
                    <a:pt x="0" y="3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3"/>
                    <a:pt x="1" y="65"/>
                    <a:pt x="2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9" y="88"/>
                    <a:pt x="40" y="89"/>
                    <a:pt x="41" y="89"/>
                  </a:cubicBezTo>
                  <a:cubicBezTo>
                    <a:pt x="43" y="90"/>
                    <a:pt x="44" y="88"/>
                    <a:pt x="44" y="87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0"/>
                    <a:pt x="43" y="59"/>
                    <a:pt x="42" y="59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3" y="36"/>
                    <a:pt x="44" y="34"/>
                    <a:pt x="44" y="33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8" y="34"/>
                    <a:pt x="69" y="36"/>
                    <a:pt x="71" y="36"/>
                  </a:cubicBezTo>
                  <a:cubicBezTo>
                    <a:pt x="107" y="36"/>
                    <a:pt x="107" y="36"/>
                    <a:pt x="107" y="36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84" y="43"/>
                    <a:pt x="84" y="43"/>
                    <a:pt x="84" y="43"/>
                  </a:cubicBezTo>
                  <a:cubicBezTo>
                    <a:pt x="83" y="43"/>
                    <a:pt x="81" y="44"/>
                    <a:pt x="81" y="46"/>
                  </a:cubicBezTo>
                  <a:cubicBezTo>
                    <a:pt x="81" y="48"/>
                    <a:pt x="82" y="49"/>
                    <a:pt x="84" y="49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59"/>
                    <a:pt x="107" y="59"/>
                    <a:pt x="107" y="59"/>
                  </a:cubicBezTo>
                  <a:cubicBezTo>
                    <a:pt x="71" y="59"/>
                    <a:pt x="71" y="59"/>
                    <a:pt x="71" y="59"/>
                  </a:cubicBezTo>
                  <a:cubicBezTo>
                    <a:pt x="69" y="59"/>
                    <a:pt x="68" y="60"/>
                    <a:pt x="68" y="62"/>
                  </a:cubicBezTo>
                  <a:cubicBezTo>
                    <a:pt x="68" y="138"/>
                    <a:pt x="68" y="138"/>
                    <a:pt x="68" y="138"/>
                  </a:cubicBezTo>
                  <a:cubicBezTo>
                    <a:pt x="44" y="138"/>
                    <a:pt x="44" y="138"/>
                    <a:pt x="44" y="138"/>
                  </a:cubicBezTo>
                  <a:cubicBezTo>
                    <a:pt x="44" y="110"/>
                    <a:pt x="44" y="110"/>
                    <a:pt x="44" y="110"/>
                  </a:cubicBezTo>
                  <a:cubicBezTo>
                    <a:pt x="44" y="108"/>
                    <a:pt x="43" y="107"/>
                    <a:pt x="42" y="107"/>
                  </a:cubicBezTo>
                  <a:cubicBezTo>
                    <a:pt x="40" y="107"/>
                    <a:pt x="39" y="108"/>
                    <a:pt x="39" y="110"/>
                  </a:cubicBezTo>
                  <a:cubicBezTo>
                    <a:pt x="39" y="141"/>
                    <a:pt x="39" y="141"/>
                    <a:pt x="39" y="141"/>
                  </a:cubicBezTo>
                  <a:cubicBezTo>
                    <a:pt x="39" y="142"/>
                    <a:pt x="40" y="144"/>
                    <a:pt x="42" y="144"/>
                  </a:cubicBezTo>
                  <a:cubicBezTo>
                    <a:pt x="71" y="144"/>
                    <a:pt x="71" y="144"/>
                    <a:pt x="71" y="144"/>
                  </a:cubicBezTo>
                  <a:cubicBezTo>
                    <a:pt x="72" y="144"/>
                    <a:pt x="74" y="142"/>
                    <a:pt x="74" y="141"/>
                  </a:cubicBezTo>
                  <a:cubicBezTo>
                    <a:pt x="74" y="65"/>
                    <a:pt x="74" y="65"/>
                    <a:pt x="74" y="65"/>
                  </a:cubicBezTo>
                  <a:cubicBezTo>
                    <a:pt x="110" y="65"/>
                    <a:pt x="110" y="65"/>
                    <a:pt x="110" y="65"/>
                  </a:cubicBezTo>
                  <a:cubicBezTo>
                    <a:pt x="112" y="65"/>
                    <a:pt x="113" y="63"/>
                    <a:pt x="113" y="62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3" y="31"/>
                    <a:pt x="112" y="30"/>
                    <a:pt x="110" y="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959;p48">
              <a:extLst>
                <a:ext uri="{FF2B5EF4-FFF2-40B4-BE49-F238E27FC236}">
                  <a16:creationId xmlns:a16="http://schemas.microsoft.com/office/drawing/2014/main" id="{FD3308C8-2448-482E-8BC0-11D3C92A06FE}"/>
                </a:ext>
              </a:extLst>
            </p:cNvPr>
            <p:cNvSpPr/>
            <p:nvPr/>
          </p:nvSpPr>
          <p:spPr>
            <a:xfrm>
              <a:off x="7415930" y="1490921"/>
              <a:ext cx="15443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5" y="5"/>
                  </a:moveTo>
                  <a:cubicBezTo>
                    <a:pt x="5" y="5"/>
                    <a:pt x="6" y="4"/>
                    <a:pt x="6" y="3"/>
                  </a:cubicBezTo>
                  <a:cubicBezTo>
                    <a:pt x="6" y="3"/>
                    <a:pt x="5" y="2"/>
                    <a:pt x="5" y="1"/>
                  </a:cubicBezTo>
                  <a:cubicBezTo>
                    <a:pt x="4" y="1"/>
                    <a:pt x="4" y="0"/>
                    <a:pt x="3" y="0"/>
                  </a:cubicBez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4" y="6"/>
                    <a:pt x="4" y="6"/>
                    <a:pt x="5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>
            <a:spLocks noGrp="1"/>
          </p:cNvSpPr>
          <p:nvPr>
            <p:ph type="title"/>
          </p:nvPr>
        </p:nvSpPr>
        <p:spPr>
          <a:xfrm>
            <a:off x="720000" y="289297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Teoria de CEPAL</a:t>
            </a:r>
            <a:endParaRPr sz="4400" dirty="0"/>
          </a:p>
        </p:txBody>
      </p:sp>
      <p:sp>
        <p:nvSpPr>
          <p:cNvPr id="334" name="Google Shape;334;p31"/>
          <p:cNvSpPr txBox="1">
            <a:spLocks noGrp="1"/>
          </p:cNvSpPr>
          <p:nvPr>
            <p:ph type="subTitle" idx="1"/>
          </p:nvPr>
        </p:nvSpPr>
        <p:spPr>
          <a:xfrm>
            <a:off x="720000" y="3734775"/>
            <a:ext cx="5067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31"/>
          <p:cNvSpPr txBox="1">
            <a:spLocks noGrp="1"/>
          </p:cNvSpPr>
          <p:nvPr>
            <p:ph type="title" idx="2"/>
          </p:nvPr>
        </p:nvSpPr>
        <p:spPr>
          <a:xfrm>
            <a:off x="720000" y="2244925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0" name="Google Shape;893;p48">
            <a:extLst>
              <a:ext uri="{FF2B5EF4-FFF2-40B4-BE49-F238E27FC236}">
                <a16:creationId xmlns:a16="http://schemas.microsoft.com/office/drawing/2014/main" id="{412DCFFA-2973-480E-A741-1425029DE82D}"/>
              </a:ext>
            </a:extLst>
          </p:cNvPr>
          <p:cNvGrpSpPr/>
          <p:nvPr/>
        </p:nvGrpSpPr>
        <p:grpSpPr>
          <a:xfrm>
            <a:off x="7458950" y="910154"/>
            <a:ext cx="1355975" cy="1334771"/>
            <a:chOff x="5616786" y="1955323"/>
            <a:chExt cx="377258" cy="377258"/>
          </a:xfrm>
        </p:grpSpPr>
        <p:sp>
          <p:nvSpPr>
            <p:cNvPr id="11" name="Google Shape;894;p48">
              <a:extLst>
                <a:ext uri="{FF2B5EF4-FFF2-40B4-BE49-F238E27FC236}">
                  <a16:creationId xmlns:a16="http://schemas.microsoft.com/office/drawing/2014/main" id="{5C9E071E-DED5-44D0-ABF7-BEB61936E7B9}"/>
                </a:ext>
              </a:extLst>
            </p:cNvPr>
            <p:cNvSpPr/>
            <p:nvPr/>
          </p:nvSpPr>
          <p:spPr>
            <a:xfrm>
              <a:off x="5797693" y="2041364"/>
              <a:ext cx="15443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6"/>
                  </a:moveTo>
                  <a:cubicBezTo>
                    <a:pt x="4" y="6"/>
                    <a:pt x="5" y="6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895;p48">
              <a:extLst>
                <a:ext uri="{FF2B5EF4-FFF2-40B4-BE49-F238E27FC236}">
                  <a16:creationId xmlns:a16="http://schemas.microsoft.com/office/drawing/2014/main" id="{168D059C-3B75-4DD3-889E-1FEAEFEE5DD9}"/>
                </a:ext>
              </a:extLst>
            </p:cNvPr>
            <p:cNvSpPr/>
            <p:nvPr/>
          </p:nvSpPr>
          <p:spPr>
            <a:xfrm>
              <a:off x="5616786" y="1955323"/>
              <a:ext cx="377258" cy="377258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1" y="127"/>
                  </a:moveTo>
                  <a:cubicBezTo>
                    <a:pt x="138" y="127"/>
                    <a:pt x="138" y="127"/>
                    <a:pt x="138" y="127"/>
                  </a:cubicBezTo>
                  <a:cubicBezTo>
                    <a:pt x="138" y="119"/>
                    <a:pt x="138" y="119"/>
                    <a:pt x="138" y="119"/>
                  </a:cubicBezTo>
                  <a:cubicBezTo>
                    <a:pt x="138" y="117"/>
                    <a:pt x="136" y="116"/>
                    <a:pt x="135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3" y="111"/>
                    <a:pt x="133" y="111"/>
                    <a:pt x="133" y="111"/>
                  </a:cubicBezTo>
                  <a:cubicBezTo>
                    <a:pt x="133" y="108"/>
                    <a:pt x="131" y="106"/>
                    <a:pt x="129" y="105"/>
                  </a:cubicBezTo>
                  <a:cubicBezTo>
                    <a:pt x="129" y="95"/>
                    <a:pt x="129" y="95"/>
                    <a:pt x="129" y="95"/>
                  </a:cubicBezTo>
                  <a:cubicBezTo>
                    <a:pt x="129" y="94"/>
                    <a:pt x="128" y="93"/>
                    <a:pt x="126" y="92"/>
                  </a:cubicBezTo>
                  <a:cubicBezTo>
                    <a:pt x="125" y="92"/>
                    <a:pt x="123" y="93"/>
                    <a:pt x="123" y="95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18" y="104"/>
                    <a:pt x="118" y="104"/>
                    <a:pt x="118" y="10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23" y="64"/>
                    <a:pt x="123" y="64"/>
                    <a:pt x="123" y="64"/>
                  </a:cubicBezTo>
                  <a:cubicBezTo>
                    <a:pt x="123" y="73"/>
                    <a:pt x="123" y="73"/>
                    <a:pt x="123" y="73"/>
                  </a:cubicBezTo>
                  <a:cubicBezTo>
                    <a:pt x="123" y="75"/>
                    <a:pt x="124" y="76"/>
                    <a:pt x="126" y="76"/>
                  </a:cubicBezTo>
                  <a:cubicBezTo>
                    <a:pt x="127" y="76"/>
                    <a:pt x="129" y="75"/>
                    <a:pt x="129" y="73"/>
                  </a:cubicBezTo>
                  <a:cubicBezTo>
                    <a:pt x="129" y="64"/>
                    <a:pt x="129" y="64"/>
                    <a:pt x="129" y="64"/>
                  </a:cubicBezTo>
                  <a:cubicBezTo>
                    <a:pt x="131" y="62"/>
                    <a:pt x="133" y="60"/>
                    <a:pt x="133" y="57"/>
                  </a:cubicBezTo>
                  <a:cubicBezTo>
                    <a:pt x="133" y="52"/>
                    <a:pt x="133" y="52"/>
                    <a:pt x="133" y="52"/>
                  </a:cubicBezTo>
                  <a:cubicBezTo>
                    <a:pt x="137" y="52"/>
                    <a:pt x="137" y="52"/>
                    <a:pt x="137" y="52"/>
                  </a:cubicBezTo>
                  <a:cubicBezTo>
                    <a:pt x="137" y="52"/>
                    <a:pt x="138" y="52"/>
                    <a:pt x="138" y="51"/>
                  </a:cubicBezTo>
                  <a:cubicBezTo>
                    <a:pt x="138" y="39"/>
                    <a:pt x="138" y="39"/>
                    <a:pt x="138" y="39"/>
                  </a:cubicBezTo>
                  <a:cubicBezTo>
                    <a:pt x="139" y="39"/>
                    <a:pt x="139" y="39"/>
                    <a:pt x="139" y="39"/>
                  </a:cubicBezTo>
                  <a:cubicBezTo>
                    <a:pt x="139" y="39"/>
                    <a:pt x="139" y="39"/>
                    <a:pt x="139" y="39"/>
                  </a:cubicBezTo>
                  <a:cubicBezTo>
                    <a:pt x="142" y="37"/>
                    <a:pt x="141" y="35"/>
                    <a:pt x="139" y="34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3" y="0"/>
                    <a:pt x="72" y="0"/>
                    <a:pt x="71" y="1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3" y="35"/>
                    <a:pt x="3" y="37"/>
                    <a:pt x="5" y="39"/>
                  </a:cubicBezTo>
                  <a:cubicBezTo>
                    <a:pt x="5" y="39"/>
                    <a:pt x="5" y="39"/>
                    <a:pt x="6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7" y="52"/>
                    <a:pt x="7" y="52"/>
                    <a:pt x="8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11" y="60"/>
                    <a:pt x="13" y="62"/>
                    <a:pt x="16" y="64"/>
                  </a:cubicBezTo>
                  <a:cubicBezTo>
                    <a:pt x="16" y="105"/>
                    <a:pt x="16" y="105"/>
                    <a:pt x="16" y="105"/>
                  </a:cubicBezTo>
                  <a:cubicBezTo>
                    <a:pt x="13" y="106"/>
                    <a:pt x="11" y="108"/>
                    <a:pt x="11" y="111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8" y="116"/>
                    <a:pt x="7" y="117"/>
                    <a:pt x="7" y="119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3" y="127"/>
                    <a:pt x="3" y="127"/>
                    <a:pt x="3" y="127"/>
                  </a:cubicBezTo>
                  <a:cubicBezTo>
                    <a:pt x="2" y="127"/>
                    <a:pt x="0" y="128"/>
                    <a:pt x="0" y="13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42"/>
                    <a:pt x="2" y="144"/>
                    <a:pt x="3" y="144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43" y="144"/>
                    <a:pt x="144" y="142"/>
                    <a:pt x="144" y="141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4" y="128"/>
                    <a:pt x="143" y="127"/>
                    <a:pt x="141" y="127"/>
                  </a:cubicBezTo>
                  <a:close/>
                  <a:moveTo>
                    <a:pt x="128" y="111"/>
                  </a:moveTo>
                  <a:cubicBezTo>
                    <a:pt x="128" y="116"/>
                    <a:pt x="128" y="116"/>
                    <a:pt x="128" y="116"/>
                  </a:cubicBezTo>
                  <a:cubicBezTo>
                    <a:pt x="113" y="116"/>
                    <a:pt x="113" y="116"/>
                    <a:pt x="113" y="116"/>
                  </a:cubicBezTo>
                  <a:cubicBezTo>
                    <a:pt x="113" y="111"/>
                    <a:pt x="113" y="111"/>
                    <a:pt x="113" y="111"/>
                  </a:cubicBezTo>
                  <a:cubicBezTo>
                    <a:pt x="113" y="110"/>
                    <a:pt x="114" y="110"/>
                    <a:pt x="115" y="110"/>
                  </a:cubicBezTo>
                  <a:cubicBezTo>
                    <a:pt x="126" y="110"/>
                    <a:pt x="126" y="110"/>
                    <a:pt x="126" y="110"/>
                  </a:cubicBezTo>
                  <a:cubicBezTo>
                    <a:pt x="127" y="110"/>
                    <a:pt x="128" y="110"/>
                    <a:pt x="128" y="111"/>
                  </a:cubicBezTo>
                  <a:close/>
                  <a:moveTo>
                    <a:pt x="101" y="116"/>
                  </a:moveTo>
                  <a:cubicBezTo>
                    <a:pt x="101" y="111"/>
                    <a:pt x="101" y="111"/>
                    <a:pt x="101" y="111"/>
                  </a:cubicBezTo>
                  <a:cubicBezTo>
                    <a:pt x="101" y="108"/>
                    <a:pt x="99" y="106"/>
                    <a:pt x="97" y="105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9" y="62"/>
                    <a:pt x="101" y="60"/>
                    <a:pt x="101" y="57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107" y="57"/>
                    <a:pt x="107" y="57"/>
                    <a:pt x="107" y="57"/>
                  </a:cubicBezTo>
                  <a:cubicBezTo>
                    <a:pt x="107" y="60"/>
                    <a:pt x="109" y="62"/>
                    <a:pt x="112" y="64"/>
                  </a:cubicBezTo>
                  <a:cubicBezTo>
                    <a:pt x="112" y="105"/>
                    <a:pt x="112" y="105"/>
                    <a:pt x="112" y="105"/>
                  </a:cubicBezTo>
                  <a:cubicBezTo>
                    <a:pt x="109" y="106"/>
                    <a:pt x="107" y="108"/>
                    <a:pt x="107" y="111"/>
                  </a:cubicBezTo>
                  <a:cubicBezTo>
                    <a:pt x="107" y="116"/>
                    <a:pt x="107" y="116"/>
                    <a:pt x="107" y="116"/>
                  </a:cubicBezTo>
                  <a:lnTo>
                    <a:pt x="101" y="116"/>
                  </a:lnTo>
                  <a:close/>
                  <a:moveTo>
                    <a:pt x="69" y="116"/>
                  </a:moveTo>
                  <a:cubicBezTo>
                    <a:pt x="69" y="111"/>
                    <a:pt x="69" y="111"/>
                    <a:pt x="69" y="111"/>
                  </a:cubicBezTo>
                  <a:cubicBezTo>
                    <a:pt x="69" y="108"/>
                    <a:pt x="67" y="106"/>
                    <a:pt x="65" y="105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67" y="62"/>
                    <a:pt x="69" y="60"/>
                    <a:pt x="69" y="57"/>
                  </a:cubicBezTo>
                  <a:cubicBezTo>
                    <a:pt x="69" y="52"/>
                    <a:pt x="69" y="52"/>
                    <a:pt x="69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75" y="60"/>
                    <a:pt x="77" y="62"/>
                    <a:pt x="80" y="64"/>
                  </a:cubicBezTo>
                  <a:cubicBezTo>
                    <a:pt x="80" y="105"/>
                    <a:pt x="80" y="105"/>
                    <a:pt x="80" y="105"/>
                  </a:cubicBezTo>
                  <a:cubicBezTo>
                    <a:pt x="77" y="106"/>
                    <a:pt x="75" y="108"/>
                    <a:pt x="75" y="111"/>
                  </a:cubicBezTo>
                  <a:cubicBezTo>
                    <a:pt x="75" y="116"/>
                    <a:pt x="75" y="116"/>
                    <a:pt x="75" y="116"/>
                  </a:cubicBezTo>
                  <a:lnTo>
                    <a:pt x="69" y="116"/>
                  </a:lnTo>
                  <a:close/>
                  <a:moveTo>
                    <a:pt x="37" y="116"/>
                  </a:moveTo>
                  <a:cubicBezTo>
                    <a:pt x="37" y="111"/>
                    <a:pt x="37" y="111"/>
                    <a:pt x="37" y="111"/>
                  </a:cubicBezTo>
                  <a:cubicBezTo>
                    <a:pt x="37" y="108"/>
                    <a:pt x="35" y="106"/>
                    <a:pt x="32" y="105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5" y="62"/>
                    <a:pt x="37" y="60"/>
                    <a:pt x="37" y="57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3" y="60"/>
                    <a:pt x="45" y="62"/>
                    <a:pt x="48" y="64"/>
                  </a:cubicBezTo>
                  <a:cubicBezTo>
                    <a:pt x="48" y="105"/>
                    <a:pt x="48" y="105"/>
                    <a:pt x="48" y="105"/>
                  </a:cubicBezTo>
                  <a:cubicBezTo>
                    <a:pt x="45" y="106"/>
                    <a:pt x="43" y="108"/>
                    <a:pt x="43" y="111"/>
                  </a:cubicBezTo>
                  <a:cubicBezTo>
                    <a:pt x="43" y="116"/>
                    <a:pt x="43" y="116"/>
                    <a:pt x="43" y="116"/>
                  </a:cubicBezTo>
                  <a:lnTo>
                    <a:pt x="37" y="116"/>
                  </a:lnTo>
                  <a:close/>
                  <a:moveTo>
                    <a:pt x="21" y="64"/>
                  </a:moveTo>
                  <a:cubicBezTo>
                    <a:pt x="27" y="64"/>
                    <a:pt x="27" y="64"/>
                    <a:pt x="27" y="64"/>
                  </a:cubicBezTo>
                  <a:cubicBezTo>
                    <a:pt x="27" y="104"/>
                    <a:pt x="27" y="104"/>
                    <a:pt x="27" y="104"/>
                  </a:cubicBezTo>
                  <a:cubicBezTo>
                    <a:pt x="21" y="104"/>
                    <a:pt x="21" y="104"/>
                    <a:pt x="21" y="104"/>
                  </a:cubicBezTo>
                  <a:lnTo>
                    <a:pt x="21" y="64"/>
                  </a:lnTo>
                  <a:close/>
                  <a:moveTo>
                    <a:pt x="53" y="64"/>
                  </a:moveTo>
                  <a:cubicBezTo>
                    <a:pt x="59" y="64"/>
                    <a:pt x="59" y="64"/>
                    <a:pt x="59" y="64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53" y="104"/>
                    <a:pt x="53" y="104"/>
                    <a:pt x="53" y="104"/>
                  </a:cubicBezTo>
                  <a:lnTo>
                    <a:pt x="53" y="64"/>
                  </a:lnTo>
                  <a:close/>
                  <a:moveTo>
                    <a:pt x="64" y="57"/>
                  </a:moveTo>
                  <a:cubicBezTo>
                    <a:pt x="64" y="58"/>
                    <a:pt x="63" y="59"/>
                    <a:pt x="62" y="59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0" y="59"/>
                    <a:pt x="49" y="58"/>
                    <a:pt x="49" y="57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4" y="57"/>
                    <a:pt x="64" y="57"/>
                    <a:pt x="64" y="57"/>
                  </a:cubicBezTo>
                  <a:close/>
                  <a:moveTo>
                    <a:pt x="51" y="110"/>
                  </a:moveTo>
                  <a:cubicBezTo>
                    <a:pt x="62" y="110"/>
                    <a:pt x="62" y="110"/>
                    <a:pt x="62" y="110"/>
                  </a:cubicBezTo>
                  <a:cubicBezTo>
                    <a:pt x="63" y="110"/>
                    <a:pt x="64" y="110"/>
                    <a:pt x="64" y="111"/>
                  </a:cubicBezTo>
                  <a:cubicBezTo>
                    <a:pt x="64" y="116"/>
                    <a:pt x="64" y="116"/>
                    <a:pt x="64" y="116"/>
                  </a:cubicBezTo>
                  <a:cubicBezTo>
                    <a:pt x="49" y="116"/>
                    <a:pt x="49" y="116"/>
                    <a:pt x="49" y="116"/>
                  </a:cubicBezTo>
                  <a:cubicBezTo>
                    <a:pt x="49" y="111"/>
                    <a:pt x="49" y="111"/>
                    <a:pt x="49" y="111"/>
                  </a:cubicBezTo>
                  <a:cubicBezTo>
                    <a:pt x="49" y="110"/>
                    <a:pt x="50" y="110"/>
                    <a:pt x="51" y="110"/>
                  </a:cubicBezTo>
                  <a:close/>
                  <a:moveTo>
                    <a:pt x="85" y="64"/>
                  </a:moveTo>
                  <a:cubicBezTo>
                    <a:pt x="91" y="64"/>
                    <a:pt x="91" y="64"/>
                    <a:pt x="91" y="64"/>
                  </a:cubicBezTo>
                  <a:cubicBezTo>
                    <a:pt x="91" y="104"/>
                    <a:pt x="91" y="104"/>
                    <a:pt x="91" y="104"/>
                  </a:cubicBezTo>
                  <a:cubicBezTo>
                    <a:pt x="85" y="104"/>
                    <a:pt x="85" y="104"/>
                    <a:pt x="85" y="104"/>
                  </a:cubicBezTo>
                  <a:lnTo>
                    <a:pt x="85" y="64"/>
                  </a:lnTo>
                  <a:close/>
                  <a:moveTo>
                    <a:pt x="94" y="59"/>
                  </a:moveTo>
                  <a:cubicBezTo>
                    <a:pt x="83" y="59"/>
                    <a:pt x="83" y="59"/>
                    <a:pt x="83" y="59"/>
                  </a:cubicBezTo>
                  <a:cubicBezTo>
                    <a:pt x="82" y="59"/>
                    <a:pt x="81" y="58"/>
                    <a:pt x="81" y="57"/>
                  </a:cubicBezTo>
                  <a:cubicBezTo>
                    <a:pt x="81" y="52"/>
                    <a:pt x="81" y="52"/>
                    <a:pt x="81" y="52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5" y="57"/>
                    <a:pt x="95" y="57"/>
                    <a:pt x="95" y="57"/>
                  </a:cubicBezTo>
                  <a:cubicBezTo>
                    <a:pt x="95" y="58"/>
                    <a:pt x="95" y="59"/>
                    <a:pt x="94" y="59"/>
                  </a:cubicBezTo>
                  <a:close/>
                  <a:moveTo>
                    <a:pt x="81" y="111"/>
                  </a:moveTo>
                  <a:cubicBezTo>
                    <a:pt x="81" y="110"/>
                    <a:pt x="82" y="110"/>
                    <a:pt x="83" y="110"/>
                  </a:cubicBezTo>
                  <a:cubicBezTo>
                    <a:pt x="94" y="110"/>
                    <a:pt x="94" y="110"/>
                    <a:pt x="94" y="110"/>
                  </a:cubicBezTo>
                  <a:cubicBezTo>
                    <a:pt x="95" y="110"/>
                    <a:pt x="95" y="110"/>
                    <a:pt x="95" y="111"/>
                  </a:cubicBezTo>
                  <a:cubicBezTo>
                    <a:pt x="95" y="116"/>
                    <a:pt x="95" y="116"/>
                    <a:pt x="95" y="116"/>
                  </a:cubicBezTo>
                  <a:cubicBezTo>
                    <a:pt x="81" y="116"/>
                    <a:pt x="81" y="116"/>
                    <a:pt x="81" y="116"/>
                  </a:cubicBezTo>
                  <a:cubicBezTo>
                    <a:pt x="81" y="111"/>
                    <a:pt x="81" y="111"/>
                    <a:pt x="81" y="111"/>
                  </a:cubicBezTo>
                  <a:close/>
                  <a:moveTo>
                    <a:pt x="126" y="59"/>
                  </a:moveTo>
                  <a:cubicBezTo>
                    <a:pt x="115" y="59"/>
                    <a:pt x="115" y="59"/>
                    <a:pt x="115" y="59"/>
                  </a:cubicBezTo>
                  <a:cubicBezTo>
                    <a:pt x="114" y="59"/>
                    <a:pt x="113" y="58"/>
                    <a:pt x="113" y="57"/>
                  </a:cubicBezTo>
                  <a:cubicBezTo>
                    <a:pt x="113" y="52"/>
                    <a:pt x="113" y="52"/>
                    <a:pt x="113" y="52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8" y="57"/>
                    <a:pt x="128" y="57"/>
                    <a:pt x="128" y="57"/>
                  </a:cubicBezTo>
                  <a:cubicBezTo>
                    <a:pt x="128" y="58"/>
                    <a:pt x="127" y="59"/>
                    <a:pt x="126" y="59"/>
                  </a:cubicBezTo>
                  <a:close/>
                  <a:moveTo>
                    <a:pt x="58" y="39"/>
                  </a:moveTo>
                  <a:cubicBezTo>
                    <a:pt x="60" y="39"/>
                    <a:pt x="61" y="38"/>
                    <a:pt x="61" y="37"/>
                  </a:cubicBezTo>
                  <a:cubicBezTo>
                    <a:pt x="61" y="35"/>
                    <a:pt x="60" y="33"/>
                    <a:pt x="5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6" y="33"/>
                    <a:pt x="84" y="34"/>
                    <a:pt x="84" y="36"/>
                  </a:cubicBezTo>
                  <a:cubicBezTo>
                    <a:pt x="84" y="37"/>
                    <a:pt x="85" y="39"/>
                    <a:pt x="87" y="39"/>
                  </a:cubicBezTo>
                  <a:cubicBezTo>
                    <a:pt x="132" y="39"/>
                    <a:pt x="132" y="39"/>
                    <a:pt x="132" y="39"/>
                  </a:cubicBezTo>
                  <a:cubicBezTo>
                    <a:pt x="132" y="47"/>
                    <a:pt x="132" y="47"/>
                    <a:pt x="13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39"/>
                    <a:pt x="12" y="39"/>
                    <a:pt x="12" y="39"/>
                  </a:cubicBezTo>
                  <a:lnTo>
                    <a:pt x="58" y="39"/>
                  </a:lnTo>
                  <a:close/>
                  <a:moveTo>
                    <a:pt x="31" y="52"/>
                  </a:moveTo>
                  <a:cubicBezTo>
                    <a:pt x="31" y="57"/>
                    <a:pt x="31" y="57"/>
                    <a:pt x="31" y="57"/>
                  </a:cubicBezTo>
                  <a:cubicBezTo>
                    <a:pt x="31" y="58"/>
                    <a:pt x="31" y="59"/>
                    <a:pt x="30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7" y="58"/>
                    <a:pt x="17" y="57"/>
                  </a:cubicBezTo>
                  <a:cubicBezTo>
                    <a:pt x="17" y="52"/>
                    <a:pt x="17" y="52"/>
                    <a:pt x="17" y="52"/>
                  </a:cubicBezTo>
                  <a:lnTo>
                    <a:pt x="31" y="52"/>
                  </a:lnTo>
                  <a:close/>
                  <a:moveTo>
                    <a:pt x="18" y="110"/>
                  </a:moveTo>
                  <a:cubicBezTo>
                    <a:pt x="30" y="110"/>
                    <a:pt x="30" y="110"/>
                    <a:pt x="30" y="110"/>
                  </a:cubicBezTo>
                  <a:cubicBezTo>
                    <a:pt x="31" y="110"/>
                    <a:pt x="31" y="110"/>
                    <a:pt x="31" y="111"/>
                  </a:cubicBezTo>
                  <a:cubicBezTo>
                    <a:pt x="31" y="116"/>
                    <a:pt x="31" y="116"/>
                    <a:pt x="31" y="116"/>
                  </a:cubicBezTo>
                  <a:cubicBezTo>
                    <a:pt x="17" y="116"/>
                    <a:pt x="17" y="116"/>
                    <a:pt x="17" y="116"/>
                  </a:cubicBezTo>
                  <a:cubicBezTo>
                    <a:pt x="17" y="111"/>
                    <a:pt x="17" y="111"/>
                    <a:pt x="17" y="111"/>
                  </a:cubicBezTo>
                  <a:cubicBezTo>
                    <a:pt x="17" y="110"/>
                    <a:pt x="18" y="110"/>
                    <a:pt x="18" y="110"/>
                  </a:cubicBezTo>
                  <a:close/>
                  <a:moveTo>
                    <a:pt x="12" y="121"/>
                  </a:moveTo>
                  <a:cubicBezTo>
                    <a:pt x="132" y="121"/>
                    <a:pt x="132" y="121"/>
                    <a:pt x="132" y="121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2" y="127"/>
                    <a:pt x="12" y="127"/>
                    <a:pt x="12" y="127"/>
                  </a:cubicBezTo>
                  <a:lnTo>
                    <a:pt x="12" y="121"/>
                  </a:lnTo>
                  <a:close/>
                  <a:moveTo>
                    <a:pt x="138" y="138"/>
                  </a:moveTo>
                  <a:cubicBezTo>
                    <a:pt x="6" y="138"/>
                    <a:pt x="6" y="138"/>
                    <a:pt x="6" y="138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138" y="133"/>
                    <a:pt x="138" y="133"/>
                    <a:pt x="138" y="133"/>
                  </a:cubicBezTo>
                  <a:lnTo>
                    <a:pt x="138" y="1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896;p48">
              <a:extLst>
                <a:ext uri="{FF2B5EF4-FFF2-40B4-BE49-F238E27FC236}">
                  <a16:creationId xmlns:a16="http://schemas.microsoft.com/office/drawing/2014/main" id="{6D88E26B-1847-48E2-A247-91A0C311393F}"/>
                </a:ext>
              </a:extLst>
            </p:cNvPr>
            <p:cNvSpPr/>
            <p:nvPr/>
          </p:nvSpPr>
          <p:spPr>
            <a:xfrm>
              <a:off x="5938889" y="2167117"/>
              <a:ext cx="15443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0"/>
                  </a:moveTo>
                  <a:cubicBezTo>
                    <a:pt x="2" y="0"/>
                    <a:pt x="2" y="1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4" y="6"/>
                    <a:pt x="4" y="6"/>
                    <a:pt x="5" y="5"/>
                  </a:cubicBezTo>
                  <a:cubicBezTo>
                    <a:pt x="5" y="5"/>
                    <a:pt x="6" y="4"/>
                    <a:pt x="6" y="3"/>
                  </a:cubicBezTo>
                  <a:cubicBezTo>
                    <a:pt x="6" y="2"/>
                    <a:pt x="5" y="2"/>
                    <a:pt x="5" y="1"/>
                  </a:cubicBezTo>
                  <a:cubicBezTo>
                    <a:pt x="4" y="1"/>
                    <a:pt x="4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757;p48">
            <a:extLst>
              <a:ext uri="{FF2B5EF4-FFF2-40B4-BE49-F238E27FC236}">
                <a16:creationId xmlns:a16="http://schemas.microsoft.com/office/drawing/2014/main" id="{77DEF07E-12B1-45E0-8292-806F508EE736}"/>
              </a:ext>
            </a:extLst>
          </p:cNvPr>
          <p:cNvGrpSpPr/>
          <p:nvPr/>
        </p:nvGrpSpPr>
        <p:grpSpPr>
          <a:xfrm>
            <a:off x="5941891" y="1714138"/>
            <a:ext cx="1355975" cy="1224602"/>
            <a:chOff x="4789466" y="3192993"/>
            <a:chExt cx="377258" cy="356299"/>
          </a:xfrm>
        </p:grpSpPr>
        <p:sp>
          <p:nvSpPr>
            <p:cNvPr id="15" name="Google Shape;758;p48">
              <a:extLst>
                <a:ext uri="{FF2B5EF4-FFF2-40B4-BE49-F238E27FC236}">
                  <a16:creationId xmlns:a16="http://schemas.microsoft.com/office/drawing/2014/main" id="{B63DA3F1-9392-42DA-9C04-F94F6444DC6C}"/>
                </a:ext>
              </a:extLst>
            </p:cNvPr>
            <p:cNvSpPr/>
            <p:nvPr/>
          </p:nvSpPr>
          <p:spPr>
            <a:xfrm>
              <a:off x="4789466" y="3192993"/>
              <a:ext cx="377258" cy="356299"/>
            </a:xfrm>
            <a:custGeom>
              <a:avLst/>
              <a:gdLst/>
              <a:ahLst/>
              <a:cxnLst/>
              <a:rect l="l" t="t" r="r" b="b"/>
              <a:pathLst>
                <a:path w="144" h="136" extrusionOk="0">
                  <a:moveTo>
                    <a:pt x="125" y="19"/>
                  </a:moveTo>
                  <a:cubicBezTo>
                    <a:pt x="113" y="7"/>
                    <a:pt x="97" y="0"/>
                    <a:pt x="80" y="0"/>
                  </a:cubicBezTo>
                  <a:cubicBezTo>
                    <a:pt x="63" y="0"/>
                    <a:pt x="47" y="7"/>
                    <a:pt x="34" y="19"/>
                  </a:cubicBezTo>
                  <a:cubicBezTo>
                    <a:pt x="22" y="31"/>
                    <a:pt x="16" y="47"/>
                    <a:pt x="16" y="64"/>
                  </a:cubicBezTo>
                  <a:cubicBezTo>
                    <a:pt x="16" y="70"/>
                    <a:pt x="16" y="75"/>
                    <a:pt x="18" y="80"/>
                  </a:cubicBezTo>
                  <a:cubicBezTo>
                    <a:pt x="16" y="84"/>
                    <a:pt x="16" y="87"/>
                    <a:pt x="16" y="91"/>
                  </a:cubicBezTo>
                  <a:cubicBezTo>
                    <a:pt x="16" y="96"/>
                    <a:pt x="17" y="100"/>
                    <a:pt x="19" y="104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1" y="121"/>
                    <a:pt x="0" y="124"/>
                    <a:pt x="0" y="126"/>
                  </a:cubicBezTo>
                  <a:cubicBezTo>
                    <a:pt x="0" y="129"/>
                    <a:pt x="1" y="131"/>
                    <a:pt x="3" y="133"/>
                  </a:cubicBezTo>
                  <a:cubicBezTo>
                    <a:pt x="5" y="135"/>
                    <a:pt x="8" y="136"/>
                    <a:pt x="10" y="136"/>
                  </a:cubicBezTo>
                  <a:cubicBezTo>
                    <a:pt x="12" y="136"/>
                    <a:pt x="15" y="135"/>
                    <a:pt x="17" y="133"/>
                  </a:cubicBezTo>
                  <a:cubicBezTo>
                    <a:pt x="32" y="118"/>
                    <a:pt x="32" y="118"/>
                    <a:pt x="32" y="118"/>
                  </a:cubicBezTo>
                  <a:cubicBezTo>
                    <a:pt x="36" y="120"/>
                    <a:pt x="41" y="121"/>
                    <a:pt x="45" y="121"/>
                  </a:cubicBezTo>
                  <a:cubicBezTo>
                    <a:pt x="47" y="121"/>
                    <a:pt x="48" y="121"/>
                    <a:pt x="49" y="121"/>
                  </a:cubicBezTo>
                  <a:cubicBezTo>
                    <a:pt x="58" y="126"/>
                    <a:pt x="69" y="128"/>
                    <a:pt x="80" y="128"/>
                  </a:cubicBezTo>
                  <a:cubicBezTo>
                    <a:pt x="97" y="128"/>
                    <a:pt x="113" y="122"/>
                    <a:pt x="125" y="110"/>
                  </a:cubicBezTo>
                  <a:cubicBezTo>
                    <a:pt x="137" y="97"/>
                    <a:pt x="144" y="81"/>
                    <a:pt x="144" y="64"/>
                  </a:cubicBezTo>
                  <a:cubicBezTo>
                    <a:pt x="144" y="47"/>
                    <a:pt x="137" y="31"/>
                    <a:pt x="125" y="19"/>
                  </a:cubicBezTo>
                  <a:close/>
                  <a:moveTo>
                    <a:pt x="115" y="30"/>
                  </a:moveTo>
                  <a:cubicBezTo>
                    <a:pt x="115" y="30"/>
                    <a:pt x="114" y="31"/>
                    <a:pt x="113" y="32"/>
                  </a:cubicBezTo>
                  <a:cubicBezTo>
                    <a:pt x="112" y="32"/>
                    <a:pt x="112" y="32"/>
                    <a:pt x="111" y="33"/>
                  </a:cubicBezTo>
                  <a:cubicBezTo>
                    <a:pt x="110" y="34"/>
                    <a:pt x="109" y="36"/>
                    <a:pt x="108" y="37"/>
                  </a:cubicBezTo>
                  <a:cubicBezTo>
                    <a:pt x="108" y="37"/>
                    <a:pt x="107" y="38"/>
                    <a:pt x="107" y="38"/>
                  </a:cubicBezTo>
                  <a:cubicBezTo>
                    <a:pt x="107" y="37"/>
                    <a:pt x="106" y="34"/>
                    <a:pt x="106" y="33"/>
                  </a:cubicBezTo>
                  <a:cubicBezTo>
                    <a:pt x="106" y="31"/>
                    <a:pt x="106" y="30"/>
                    <a:pt x="105" y="29"/>
                  </a:cubicBezTo>
                  <a:cubicBezTo>
                    <a:pt x="104" y="27"/>
                    <a:pt x="103" y="26"/>
                    <a:pt x="101" y="25"/>
                  </a:cubicBezTo>
                  <a:cubicBezTo>
                    <a:pt x="100" y="24"/>
                    <a:pt x="99" y="23"/>
                    <a:pt x="99" y="23"/>
                  </a:cubicBezTo>
                  <a:cubicBezTo>
                    <a:pt x="99" y="22"/>
                    <a:pt x="100" y="22"/>
                    <a:pt x="102" y="21"/>
                  </a:cubicBezTo>
                  <a:cubicBezTo>
                    <a:pt x="102" y="21"/>
                    <a:pt x="103" y="21"/>
                    <a:pt x="103" y="21"/>
                  </a:cubicBezTo>
                  <a:cubicBezTo>
                    <a:pt x="104" y="21"/>
                    <a:pt x="105" y="21"/>
                    <a:pt x="105" y="20"/>
                  </a:cubicBezTo>
                  <a:cubicBezTo>
                    <a:pt x="112" y="19"/>
                    <a:pt x="115" y="19"/>
                    <a:pt x="117" y="22"/>
                  </a:cubicBezTo>
                  <a:cubicBezTo>
                    <a:pt x="117" y="24"/>
                    <a:pt x="117" y="28"/>
                    <a:pt x="115" y="30"/>
                  </a:cubicBezTo>
                  <a:close/>
                  <a:moveTo>
                    <a:pt x="13" y="129"/>
                  </a:moveTo>
                  <a:cubicBezTo>
                    <a:pt x="11" y="131"/>
                    <a:pt x="9" y="131"/>
                    <a:pt x="7" y="129"/>
                  </a:cubicBezTo>
                  <a:cubicBezTo>
                    <a:pt x="7" y="128"/>
                    <a:pt x="6" y="127"/>
                    <a:pt x="6" y="126"/>
                  </a:cubicBezTo>
                  <a:cubicBezTo>
                    <a:pt x="6" y="125"/>
                    <a:pt x="7" y="124"/>
                    <a:pt x="7" y="124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23" y="111"/>
                    <a:pt x="25" y="113"/>
                    <a:pt x="27" y="115"/>
                  </a:cubicBezTo>
                  <a:lnTo>
                    <a:pt x="13" y="129"/>
                  </a:lnTo>
                  <a:close/>
                  <a:moveTo>
                    <a:pt x="21" y="91"/>
                  </a:moveTo>
                  <a:cubicBezTo>
                    <a:pt x="21" y="78"/>
                    <a:pt x="32" y="67"/>
                    <a:pt x="45" y="67"/>
                  </a:cubicBezTo>
                  <a:cubicBezTo>
                    <a:pt x="59" y="67"/>
                    <a:pt x="69" y="78"/>
                    <a:pt x="69" y="91"/>
                  </a:cubicBezTo>
                  <a:cubicBezTo>
                    <a:pt x="69" y="104"/>
                    <a:pt x="59" y="115"/>
                    <a:pt x="45" y="115"/>
                  </a:cubicBezTo>
                  <a:cubicBezTo>
                    <a:pt x="32" y="115"/>
                    <a:pt x="21" y="104"/>
                    <a:pt x="21" y="91"/>
                  </a:cubicBezTo>
                  <a:close/>
                  <a:moveTo>
                    <a:pt x="80" y="123"/>
                  </a:moveTo>
                  <a:cubicBezTo>
                    <a:pt x="72" y="123"/>
                    <a:pt x="64" y="121"/>
                    <a:pt x="57" y="118"/>
                  </a:cubicBezTo>
                  <a:cubicBezTo>
                    <a:pt x="68" y="114"/>
                    <a:pt x="75" y="103"/>
                    <a:pt x="75" y="91"/>
                  </a:cubicBezTo>
                  <a:cubicBezTo>
                    <a:pt x="75" y="75"/>
                    <a:pt x="62" y="61"/>
                    <a:pt x="45" y="61"/>
                  </a:cubicBezTo>
                  <a:cubicBezTo>
                    <a:pt x="36" y="61"/>
                    <a:pt x="27" y="66"/>
                    <a:pt x="22" y="73"/>
                  </a:cubicBezTo>
                  <a:cubicBezTo>
                    <a:pt x="21" y="70"/>
                    <a:pt x="21" y="67"/>
                    <a:pt x="21" y="64"/>
                  </a:cubicBezTo>
                  <a:cubicBezTo>
                    <a:pt x="21" y="32"/>
                    <a:pt x="47" y="6"/>
                    <a:pt x="80" y="6"/>
                  </a:cubicBezTo>
                  <a:cubicBezTo>
                    <a:pt x="91" y="6"/>
                    <a:pt x="101" y="9"/>
                    <a:pt x="110" y="14"/>
                  </a:cubicBezTo>
                  <a:cubicBezTo>
                    <a:pt x="108" y="14"/>
                    <a:pt x="106" y="15"/>
                    <a:pt x="104" y="15"/>
                  </a:cubicBezTo>
                  <a:cubicBezTo>
                    <a:pt x="103" y="15"/>
                    <a:pt x="102" y="15"/>
                    <a:pt x="102" y="15"/>
                  </a:cubicBezTo>
                  <a:cubicBezTo>
                    <a:pt x="102" y="15"/>
                    <a:pt x="101" y="16"/>
                    <a:pt x="101" y="16"/>
                  </a:cubicBezTo>
                  <a:cubicBezTo>
                    <a:pt x="101" y="16"/>
                    <a:pt x="101" y="16"/>
                    <a:pt x="100" y="16"/>
                  </a:cubicBezTo>
                  <a:cubicBezTo>
                    <a:pt x="98" y="17"/>
                    <a:pt x="94" y="18"/>
                    <a:pt x="93" y="23"/>
                  </a:cubicBezTo>
                  <a:cubicBezTo>
                    <a:pt x="93" y="26"/>
                    <a:pt x="96" y="28"/>
                    <a:pt x="98" y="29"/>
                  </a:cubicBezTo>
                  <a:cubicBezTo>
                    <a:pt x="99" y="30"/>
                    <a:pt x="100" y="31"/>
                    <a:pt x="100" y="31"/>
                  </a:cubicBezTo>
                  <a:cubicBezTo>
                    <a:pt x="100" y="32"/>
                    <a:pt x="100" y="33"/>
                    <a:pt x="101" y="34"/>
                  </a:cubicBezTo>
                  <a:cubicBezTo>
                    <a:pt x="101" y="39"/>
                    <a:pt x="102" y="43"/>
                    <a:pt x="105" y="44"/>
                  </a:cubicBezTo>
                  <a:cubicBezTo>
                    <a:pt x="106" y="44"/>
                    <a:pt x="106" y="44"/>
                    <a:pt x="107" y="44"/>
                  </a:cubicBezTo>
                  <a:cubicBezTo>
                    <a:pt x="108" y="44"/>
                    <a:pt x="109" y="44"/>
                    <a:pt x="110" y="44"/>
                  </a:cubicBezTo>
                  <a:cubicBezTo>
                    <a:pt x="111" y="43"/>
                    <a:pt x="112" y="41"/>
                    <a:pt x="113" y="40"/>
                  </a:cubicBezTo>
                  <a:cubicBezTo>
                    <a:pt x="113" y="39"/>
                    <a:pt x="114" y="38"/>
                    <a:pt x="114" y="37"/>
                  </a:cubicBezTo>
                  <a:cubicBezTo>
                    <a:pt x="115" y="37"/>
                    <a:pt x="115" y="37"/>
                    <a:pt x="116" y="36"/>
                  </a:cubicBezTo>
                  <a:cubicBezTo>
                    <a:pt x="117" y="36"/>
                    <a:pt x="119" y="35"/>
                    <a:pt x="120" y="33"/>
                  </a:cubicBezTo>
                  <a:cubicBezTo>
                    <a:pt x="121" y="31"/>
                    <a:pt x="123" y="28"/>
                    <a:pt x="123" y="24"/>
                  </a:cubicBezTo>
                  <a:cubicBezTo>
                    <a:pt x="132" y="35"/>
                    <a:pt x="138" y="49"/>
                    <a:pt x="138" y="64"/>
                  </a:cubicBezTo>
                  <a:cubicBezTo>
                    <a:pt x="138" y="97"/>
                    <a:pt x="112" y="123"/>
                    <a:pt x="80" y="1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759;p48">
              <a:extLst>
                <a:ext uri="{FF2B5EF4-FFF2-40B4-BE49-F238E27FC236}">
                  <a16:creationId xmlns:a16="http://schemas.microsoft.com/office/drawing/2014/main" id="{83C529AA-E1BB-4D77-BAE5-8545B42EFC4A}"/>
                </a:ext>
              </a:extLst>
            </p:cNvPr>
            <p:cNvSpPr/>
            <p:nvPr/>
          </p:nvSpPr>
          <p:spPr>
            <a:xfrm>
              <a:off x="4884332" y="3218365"/>
              <a:ext cx="193042" cy="283495"/>
            </a:xfrm>
            <a:custGeom>
              <a:avLst/>
              <a:gdLst/>
              <a:ahLst/>
              <a:cxnLst/>
              <a:rect l="l" t="t" r="r" b="b"/>
              <a:pathLst>
                <a:path w="74" h="108" extrusionOk="0">
                  <a:moveTo>
                    <a:pt x="68" y="69"/>
                  </a:moveTo>
                  <a:cubicBezTo>
                    <a:pt x="67" y="68"/>
                    <a:pt x="66" y="68"/>
                    <a:pt x="65" y="67"/>
                  </a:cubicBezTo>
                  <a:cubicBezTo>
                    <a:pt x="63" y="65"/>
                    <a:pt x="57" y="61"/>
                    <a:pt x="52" y="61"/>
                  </a:cubicBezTo>
                  <a:cubicBezTo>
                    <a:pt x="51" y="61"/>
                    <a:pt x="50" y="62"/>
                    <a:pt x="49" y="62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6"/>
                    <a:pt x="44" y="56"/>
                    <a:pt x="44" y="55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4" y="55"/>
                    <a:pt x="45" y="55"/>
                    <a:pt x="46" y="55"/>
                  </a:cubicBezTo>
                  <a:cubicBezTo>
                    <a:pt x="49" y="53"/>
                    <a:pt x="51" y="51"/>
                    <a:pt x="53" y="48"/>
                  </a:cubicBezTo>
                  <a:cubicBezTo>
                    <a:pt x="54" y="47"/>
                    <a:pt x="54" y="47"/>
                    <a:pt x="55" y="46"/>
                  </a:cubicBezTo>
                  <a:cubicBezTo>
                    <a:pt x="55" y="46"/>
                    <a:pt x="55" y="45"/>
                    <a:pt x="56" y="45"/>
                  </a:cubicBezTo>
                  <a:cubicBezTo>
                    <a:pt x="58" y="42"/>
                    <a:pt x="62" y="39"/>
                    <a:pt x="60" y="33"/>
                  </a:cubicBezTo>
                  <a:cubicBezTo>
                    <a:pt x="59" y="31"/>
                    <a:pt x="56" y="28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7" y="28"/>
                    <a:pt x="59" y="27"/>
                    <a:pt x="60" y="25"/>
                  </a:cubicBezTo>
                  <a:cubicBezTo>
                    <a:pt x="61" y="24"/>
                    <a:pt x="60" y="21"/>
                    <a:pt x="59" y="19"/>
                  </a:cubicBezTo>
                  <a:cubicBezTo>
                    <a:pt x="58" y="18"/>
                    <a:pt x="56" y="17"/>
                    <a:pt x="54" y="16"/>
                  </a:cubicBezTo>
                  <a:cubicBezTo>
                    <a:pt x="52" y="15"/>
                    <a:pt x="52" y="14"/>
                    <a:pt x="51" y="14"/>
                  </a:cubicBezTo>
                  <a:cubicBezTo>
                    <a:pt x="52" y="13"/>
                    <a:pt x="53" y="13"/>
                    <a:pt x="53" y="12"/>
                  </a:cubicBezTo>
                  <a:cubicBezTo>
                    <a:pt x="56" y="10"/>
                    <a:pt x="58" y="8"/>
                    <a:pt x="58" y="5"/>
                  </a:cubicBezTo>
                  <a:cubicBezTo>
                    <a:pt x="58" y="4"/>
                    <a:pt x="57" y="3"/>
                    <a:pt x="55" y="2"/>
                  </a:cubicBezTo>
                  <a:cubicBezTo>
                    <a:pt x="50" y="0"/>
                    <a:pt x="46" y="2"/>
                    <a:pt x="42" y="4"/>
                  </a:cubicBezTo>
                  <a:cubicBezTo>
                    <a:pt x="42" y="4"/>
                    <a:pt x="42" y="4"/>
                    <a:pt x="41" y="4"/>
                  </a:cubicBezTo>
                  <a:cubicBezTo>
                    <a:pt x="40" y="5"/>
                    <a:pt x="38" y="5"/>
                    <a:pt x="37" y="6"/>
                  </a:cubicBezTo>
                  <a:cubicBezTo>
                    <a:pt x="34" y="7"/>
                    <a:pt x="31" y="8"/>
                    <a:pt x="28" y="10"/>
                  </a:cubicBezTo>
                  <a:cubicBezTo>
                    <a:pt x="25" y="11"/>
                    <a:pt x="23" y="13"/>
                    <a:pt x="22" y="16"/>
                  </a:cubicBezTo>
                  <a:cubicBezTo>
                    <a:pt x="21" y="17"/>
                    <a:pt x="21" y="17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19" y="19"/>
                    <a:pt x="16" y="19"/>
                    <a:pt x="14" y="18"/>
                  </a:cubicBezTo>
                  <a:cubicBezTo>
                    <a:pt x="12" y="18"/>
                    <a:pt x="10" y="17"/>
                    <a:pt x="9" y="17"/>
                  </a:cubicBezTo>
                  <a:cubicBezTo>
                    <a:pt x="5" y="17"/>
                    <a:pt x="2" y="20"/>
                    <a:pt x="1" y="24"/>
                  </a:cubicBezTo>
                  <a:cubicBezTo>
                    <a:pt x="0" y="28"/>
                    <a:pt x="1" y="32"/>
                    <a:pt x="4" y="34"/>
                  </a:cubicBezTo>
                  <a:cubicBezTo>
                    <a:pt x="7" y="35"/>
                    <a:pt x="11" y="34"/>
                    <a:pt x="11" y="34"/>
                  </a:cubicBezTo>
                  <a:cubicBezTo>
                    <a:pt x="12" y="34"/>
                    <a:pt x="13" y="34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4" y="33"/>
                    <a:pt x="15" y="33"/>
                    <a:pt x="16" y="34"/>
                  </a:cubicBezTo>
                  <a:cubicBezTo>
                    <a:pt x="18" y="36"/>
                    <a:pt x="21" y="39"/>
                    <a:pt x="22" y="41"/>
                  </a:cubicBezTo>
                  <a:cubicBezTo>
                    <a:pt x="22" y="41"/>
                    <a:pt x="22" y="42"/>
                    <a:pt x="22" y="43"/>
                  </a:cubicBezTo>
                  <a:cubicBezTo>
                    <a:pt x="22" y="44"/>
                    <a:pt x="22" y="45"/>
                    <a:pt x="22" y="46"/>
                  </a:cubicBezTo>
                  <a:cubicBezTo>
                    <a:pt x="23" y="50"/>
                    <a:pt x="25" y="51"/>
                    <a:pt x="26" y="52"/>
                  </a:cubicBezTo>
                  <a:cubicBezTo>
                    <a:pt x="27" y="52"/>
                    <a:pt x="27" y="52"/>
                    <a:pt x="27" y="53"/>
                  </a:cubicBezTo>
                  <a:cubicBezTo>
                    <a:pt x="28" y="54"/>
                    <a:pt x="29" y="55"/>
                    <a:pt x="30" y="57"/>
                  </a:cubicBezTo>
                  <a:cubicBezTo>
                    <a:pt x="31" y="58"/>
                    <a:pt x="33" y="60"/>
                    <a:pt x="35" y="62"/>
                  </a:cubicBezTo>
                  <a:cubicBezTo>
                    <a:pt x="37" y="64"/>
                    <a:pt x="40" y="65"/>
                    <a:pt x="43" y="67"/>
                  </a:cubicBezTo>
                  <a:cubicBezTo>
                    <a:pt x="44" y="67"/>
                    <a:pt x="45" y="67"/>
                    <a:pt x="46" y="67"/>
                  </a:cubicBezTo>
                  <a:cubicBezTo>
                    <a:pt x="45" y="69"/>
                    <a:pt x="45" y="70"/>
                    <a:pt x="45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4" y="71"/>
                    <a:pt x="44" y="72"/>
                    <a:pt x="44" y="74"/>
                  </a:cubicBezTo>
                  <a:cubicBezTo>
                    <a:pt x="45" y="77"/>
                    <a:pt x="46" y="79"/>
                    <a:pt x="47" y="80"/>
                  </a:cubicBezTo>
                  <a:cubicBezTo>
                    <a:pt x="48" y="81"/>
                    <a:pt x="48" y="81"/>
                    <a:pt x="49" y="82"/>
                  </a:cubicBezTo>
                  <a:cubicBezTo>
                    <a:pt x="49" y="82"/>
                    <a:pt x="50" y="83"/>
                    <a:pt x="50" y="83"/>
                  </a:cubicBezTo>
                  <a:cubicBezTo>
                    <a:pt x="50" y="84"/>
                    <a:pt x="49" y="89"/>
                    <a:pt x="49" y="91"/>
                  </a:cubicBezTo>
                  <a:cubicBezTo>
                    <a:pt x="49" y="92"/>
                    <a:pt x="48" y="94"/>
                    <a:pt x="48" y="95"/>
                  </a:cubicBezTo>
                  <a:cubicBezTo>
                    <a:pt x="48" y="95"/>
                    <a:pt x="48" y="96"/>
                    <a:pt x="48" y="97"/>
                  </a:cubicBezTo>
                  <a:cubicBezTo>
                    <a:pt x="47" y="99"/>
                    <a:pt x="47" y="102"/>
                    <a:pt x="48" y="105"/>
                  </a:cubicBezTo>
                  <a:cubicBezTo>
                    <a:pt x="48" y="107"/>
                    <a:pt x="50" y="108"/>
                    <a:pt x="52" y="108"/>
                  </a:cubicBezTo>
                  <a:cubicBezTo>
                    <a:pt x="52" y="108"/>
                    <a:pt x="52" y="108"/>
                    <a:pt x="52" y="108"/>
                  </a:cubicBezTo>
                  <a:cubicBezTo>
                    <a:pt x="54" y="108"/>
                    <a:pt x="56" y="106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7" y="103"/>
                    <a:pt x="57" y="101"/>
                    <a:pt x="58" y="100"/>
                  </a:cubicBezTo>
                  <a:cubicBezTo>
                    <a:pt x="60" y="96"/>
                    <a:pt x="64" y="91"/>
                    <a:pt x="67" y="88"/>
                  </a:cubicBezTo>
                  <a:cubicBezTo>
                    <a:pt x="70" y="85"/>
                    <a:pt x="72" y="82"/>
                    <a:pt x="73" y="78"/>
                  </a:cubicBezTo>
                  <a:cubicBezTo>
                    <a:pt x="74" y="76"/>
                    <a:pt x="73" y="73"/>
                    <a:pt x="72" y="72"/>
                  </a:cubicBezTo>
                  <a:cubicBezTo>
                    <a:pt x="71" y="71"/>
                    <a:pt x="69" y="70"/>
                    <a:pt x="68" y="69"/>
                  </a:cubicBezTo>
                  <a:close/>
                  <a:moveTo>
                    <a:pt x="53" y="27"/>
                  </a:moveTo>
                  <a:cubicBezTo>
                    <a:pt x="53" y="27"/>
                    <a:pt x="52" y="27"/>
                    <a:pt x="52" y="27"/>
                  </a:cubicBezTo>
                  <a:cubicBezTo>
                    <a:pt x="50" y="27"/>
                    <a:pt x="49" y="27"/>
                    <a:pt x="47" y="29"/>
                  </a:cubicBezTo>
                  <a:cubicBezTo>
                    <a:pt x="47" y="30"/>
                    <a:pt x="46" y="31"/>
                    <a:pt x="46" y="31"/>
                  </a:cubicBezTo>
                  <a:cubicBezTo>
                    <a:pt x="46" y="31"/>
                    <a:pt x="46" y="32"/>
                    <a:pt x="46" y="32"/>
                  </a:cubicBezTo>
                  <a:cubicBezTo>
                    <a:pt x="46" y="32"/>
                    <a:pt x="46" y="32"/>
                    <a:pt x="45" y="31"/>
                  </a:cubicBezTo>
                  <a:cubicBezTo>
                    <a:pt x="45" y="31"/>
                    <a:pt x="45" y="30"/>
                    <a:pt x="45" y="29"/>
                  </a:cubicBezTo>
                  <a:cubicBezTo>
                    <a:pt x="45" y="28"/>
                    <a:pt x="46" y="27"/>
                    <a:pt x="47" y="26"/>
                  </a:cubicBezTo>
                  <a:cubicBezTo>
                    <a:pt x="48" y="26"/>
                    <a:pt x="48" y="25"/>
                    <a:pt x="49" y="25"/>
                  </a:cubicBezTo>
                  <a:cubicBezTo>
                    <a:pt x="49" y="25"/>
                    <a:pt x="49" y="25"/>
                    <a:pt x="49" y="25"/>
                  </a:cubicBezTo>
                  <a:cubicBezTo>
                    <a:pt x="50" y="25"/>
                    <a:pt x="50" y="26"/>
                    <a:pt x="51" y="26"/>
                  </a:cubicBezTo>
                  <a:cubicBezTo>
                    <a:pt x="51" y="26"/>
                    <a:pt x="52" y="27"/>
                    <a:pt x="53" y="27"/>
                  </a:cubicBezTo>
                  <a:close/>
                  <a:moveTo>
                    <a:pt x="43" y="49"/>
                  </a:moveTo>
                  <a:cubicBezTo>
                    <a:pt x="42" y="50"/>
                    <a:pt x="41" y="50"/>
                    <a:pt x="39" y="51"/>
                  </a:cubicBezTo>
                  <a:cubicBezTo>
                    <a:pt x="39" y="51"/>
                    <a:pt x="37" y="53"/>
                    <a:pt x="38" y="56"/>
                  </a:cubicBezTo>
                  <a:cubicBezTo>
                    <a:pt x="38" y="57"/>
                    <a:pt x="39" y="58"/>
                    <a:pt x="39" y="58"/>
                  </a:cubicBezTo>
                  <a:cubicBezTo>
                    <a:pt x="39" y="58"/>
                    <a:pt x="38" y="58"/>
                    <a:pt x="38" y="57"/>
                  </a:cubicBezTo>
                  <a:cubicBezTo>
                    <a:pt x="37" y="57"/>
                    <a:pt x="36" y="55"/>
                    <a:pt x="35" y="54"/>
                  </a:cubicBezTo>
                  <a:cubicBezTo>
                    <a:pt x="34" y="52"/>
                    <a:pt x="33" y="50"/>
                    <a:pt x="31" y="49"/>
                  </a:cubicBezTo>
                  <a:cubicBezTo>
                    <a:pt x="31" y="48"/>
                    <a:pt x="30" y="48"/>
                    <a:pt x="30" y="47"/>
                  </a:cubicBezTo>
                  <a:cubicBezTo>
                    <a:pt x="28" y="46"/>
                    <a:pt x="28" y="46"/>
                    <a:pt x="28" y="45"/>
                  </a:cubicBezTo>
                  <a:cubicBezTo>
                    <a:pt x="28" y="44"/>
                    <a:pt x="28" y="44"/>
                    <a:pt x="28" y="43"/>
                  </a:cubicBezTo>
                  <a:cubicBezTo>
                    <a:pt x="28" y="42"/>
                    <a:pt x="28" y="41"/>
                    <a:pt x="27" y="39"/>
                  </a:cubicBezTo>
                  <a:cubicBezTo>
                    <a:pt x="26" y="35"/>
                    <a:pt x="22" y="31"/>
                    <a:pt x="19" y="30"/>
                  </a:cubicBezTo>
                  <a:cubicBezTo>
                    <a:pt x="18" y="29"/>
                    <a:pt x="16" y="27"/>
                    <a:pt x="13" y="27"/>
                  </a:cubicBezTo>
                  <a:cubicBezTo>
                    <a:pt x="13" y="27"/>
                    <a:pt x="13" y="27"/>
                    <a:pt x="12" y="28"/>
                  </a:cubicBezTo>
                  <a:cubicBezTo>
                    <a:pt x="11" y="28"/>
                    <a:pt x="10" y="29"/>
                    <a:pt x="10" y="29"/>
                  </a:cubicBezTo>
                  <a:cubicBezTo>
                    <a:pt x="9" y="29"/>
                    <a:pt x="8" y="29"/>
                    <a:pt x="7" y="29"/>
                  </a:cubicBezTo>
                  <a:cubicBezTo>
                    <a:pt x="6" y="28"/>
                    <a:pt x="6" y="27"/>
                    <a:pt x="6" y="25"/>
                  </a:cubicBezTo>
                  <a:cubicBezTo>
                    <a:pt x="7" y="24"/>
                    <a:pt x="7" y="23"/>
                    <a:pt x="9" y="23"/>
                  </a:cubicBezTo>
                  <a:cubicBezTo>
                    <a:pt x="10" y="23"/>
                    <a:pt x="11" y="23"/>
                    <a:pt x="13" y="24"/>
                  </a:cubicBezTo>
                  <a:cubicBezTo>
                    <a:pt x="16" y="24"/>
                    <a:pt x="19" y="25"/>
                    <a:pt x="23" y="24"/>
                  </a:cubicBezTo>
                  <a:cubicBezTo>
                    <a:pt x="25" y="23"/>
                    <a:pt x="26" y="21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17"/>
                    <a:pt x="29" y="16"/>
                    <a:pt x="31" y="15"/>
                  </a:cubicBezTo>
                  <a:cubicBezTo>
                    <a:pt x="33" y="13"/>
                    <a:pt x="36" y="12"/>
                    <a:pt x="39" y="11"/>
                  </a:cubicBezTo>
                  <a:cubicBezTo>
                    <a:pt x="41" y="11"/>
                    <a:pt x="42" y="10"/>
                    <a:pt x="44" y="9"/>
                  </a:cubicBezTo>
                  <a:cubicBezTo>
                    <a:pt x="44" y="9"/>
                    <a:pt x="44" y="9"/>
                    <a:pt x="45" y="9"/>
                  </a:cubicBezTo>
                  <a:cubicBezTo>
                    <a:pt x="47" y="8"/>
                    <a:pt x="49" y="7"/>
                    <a:pt x="51" y="7"/>
                  </a:cubicBezTo>
                  <a:cubicBezTo>
                    <a:pt x="50" y="7"/>
                    <a:pt x="50" y="8"/>
                    <a:pt x="50" y="8"/>
                  </a:cubicBezTo>
                  <a:cubicBezTo>
                    <a:pt x="48" y="10"/>
                    <a:pt x="46" y="11"/>
                    <a:pt x="46" y="13"/>
                  </a:cubicBezTo>
                  <a:cubicBezTo>
                    <a:pt x="45" y="16"/>
                    <a:pt x="48" y="18"/>
                    <a:pt x="50" y="20"/>
                  </a:cubicBezTo>
                  <a:cubicBezTo>
                    <a:pt x="48" y="20"/>
                    <a:pt x="46" y="20"/>
                    <a:pt x="45" y="21"/>
                  </a:cubicBezTo>
                  <a:cubicBezTo>
                    <a:pt x="42" y="23"/>
                    <a:pt x="40" y="25"/>
                    <a:pt x="39" y="28"/>
                  </a:cubicBezTo>
                  <a:cubicBezTo>
                    <a:pt x="39" y="30"/>
                    <a:pt x="40" y="33"/>
                    <a:pt x="41" y="35"/>
                  </a:cubicBezTo>
                  <a:cubicBezTo>
                    <a:pt x="42" y="36"/>
                    <a:pt x="44" y="37"/>
                    <a:pt x="46" y="37"/>
                  </a:cubicBezTo>
                  <a:cubicBezTo>
                    <a:pt x="50" y="37"/>
                    <a:pt x="51" y="35"/>
                    <a:pt x="51" y="33"/>
                  </a:cubicBezTo>
                  <a:cubicBezTo>
                    <a:pt x="51" y="33"/>
                    <a:pt x="51" y="33"/>
                    <a:pt x="52" y="33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2" y="33"/>
                    <a:pt x="54" y="34"/>
                    <a:pt x="55" y="36"/>
                  </a:cubicBezTo>
                  <a:cubicBezTo>
                    <a:pt x="55" y="37"/>
                    <a:pt x="55" y="38"/>
                    <a:pt x="52" y="41"/>
                  </a:cubicBezTo>
                  <a:cubicBezTo>
                    <a:pt x="52" y="42"/>
                    <a:pt x="51" y="42"/>
                    <a:pt x="51" y="42"/>
                  </a:cubicBezTo>
                  <a:cubicBezTo>
                    <a:pt x="50" y="43"/>
                    <a:pt x="50" y="44"/>
                    <a:pt x="49" y="44"/>
                  </a:cubicBezTo>
                  <a:cubicBezTo>
                    <a:pt x="48" y="46"/>
                    <a:pt x="46" y="49"/>
                    <a:pt x="44" y="49"/>
                  </a:cubicBezTo>
                  <a:cubicBezTo>
                    <a:pt x="44" y="49"/>
                    <a:pt x="43" y="49"/>
                    <a:pt x="43" y="49"/>
                  </a:cubicBezTo>
                  <a:close/>
                  <a:moveTo>
                    <a:pt x="68" y="76"/>
                  </a:moveTo>
                  <a:cubicBezTo>
                    <a:pt x="67" y="79"/>
                    <a:pt x="65" y="82"/>
                    <a:pt x="63" y="84"/>
                  </a:cubicBezTo>
                  <a:cubicBezTo>
                    <a:pt x="59" y="88"/>
                    <a:pt x="55" y="94"/>
                    <a:pt x="54" y="96"/>
                  </a:cubicBezTo>
                  <a:cubicBezTo>
                    <a:pt x="54" y="96"/>
                    <a:pt x="54" y="96"/>
                    <a:pt x="54" y="95"/>
                  </a:cubicBezTo>
                  <a:cubicBezTo>
                    <a:pt x="54" y="95"/>
                    <a:pt x="54" y="94"/>
                    <a:pt x="54" y="92"/>
                  </a:cubicBezTo>
                  <a:cubicBezTo>
                    <a:pt x="55" y="88"/>
                    <a:pt x="56" y="83"/>
                    <a:pt x="55" y="80"/>
                  </a:cubicBezTo>
                  <a:cubicBezTo>
                    <a:pt x="54" y="79"/>
                    <a:pt x="53" y="78"/>
                    <a:pt x="53" y="78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1" y="76"/>
                    <a:pt x="50" y="74"/>
                    <a:pt x="50" y="73"/>
                  </a:cubicBezTo>
                  <a:cubicBezTo>
                    <a:pt x="50" y="73"/>
                    <a:pt x="50" y="73"/>
                    <a:pt x="50" y="72"/>
                  </a:cubicBezTo>
                  <a:cubicBezTo>
                    <a:pt x="50" y="72"/>
                    <a:pt x="50" y="71"/>
                    <a:pt x="51" y="71"/>
                  </a:cubicBezTo>
                  <a:cubicBezTo>
                    <a:pt x="51" y="71"/>
                    <a:pt x="51" y="68"/>
                    <a:pt x="52" y="68"/>
                  </a:cubicBezTo>
                  <a:cubicBezTo>
                    <a:pt x="52" y="67"/>
                    <a:pt x="53" y="67"/>
                    <a:pt x="53" y="67"/>
                  </a:cubicBezTo>
                  <a:cubicBezTo>
                    <a:pt x="55" y="67"/>
                    <a:pt x="59" y="69"/>
                    <a:pt x="61" y="71"/>
                  </a:cubicBezTo>
                  <a:cubicBezTo>
                    <a:pt x="62" y="72"/>
                    <a:pt x="64" y="73"/>
                    <a:pt x="65" y="74"/>
                  </a:cubicBezTo>
                  <a:cubicBezTo>
                    <a:pt x="66" y="75"/>
                    <a:pt x="67" y="75"/>
                    <a:pt x="68" y="76"/>
                  </a:cubicBezTo>
                  <a:cubicBezTo>
                    <a:pt x="68" y="76"/>
                    <a:pt x="68" y="76"/>
                    <a:pt x="68" y="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760;p48">
              <a:extLst>
                <a:ext uri="{FF2B5EF4-FFF2-40B4-BE49-F238E27FC236}">
                  <a16:creationId xmlns:a16="http://schemas.microsoft.com/office/drawing/2014/main" id="{30B1C94F-DAA5-4DEC-A021-9E445B6590B6}"/>
                </a:ext>
              </a:extLst>
            </p:cNvPr>
            <p:cNvSpPr/>
            <p:nvPr/>
          </p:nvSpPr>
          <p:spPr>
            <a:xfrm>
              <a:off x="4901982" y="3383829"/>
              <a:ext cx="13237" cy="13237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5"/>
                    <a:pt x="5" y="4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761;p48">
              <a:extLst>
                <a:ext uri="{FF2B5EF4-FFF2-40B4-BE49-F238E27FC236}">
                  <a16:creationId xmlns:a16="http://schemas.microsoft.com/office/drawing/2014/main" id="{27EAB05A-A45D-47D0-9EE3-98AC22EF54D2}"/>
                </a:ext>
              </a:extLst>
            </p:cNvPr>
            <p:cNvSpPr/>
            <p:nvPr/>
          </p:nvSpPr>
          <p:spPr>
            <a:xfrm>
              <a:off x="4860064" y="3391550"/>
              <a:ext cx="97072" cy="89351"/>
            </a:xfrm>
            <a:custGeom>
              <a:avLst/>
              <a:gdLst/>
              <a:ahLst/>
              <a:cxnLst/>
              <a:rect l="l" t="t" r="r" b="b"/>
              <a:pathLst>
                <a:path w="37" h="34" extrusionOk="0">
                  <a:moveTo>
                    <a:pt x="30" y="1"/>
                  </a:moveTo>
                  <a:cubicBezTo>
                    <a:pt x="28" y="0"/>
                    <a:pt x="27" y="0"/>
                    <a:pt x="26" y="1"/>
                  </a:cubicBezTo>
                  <a:cubicBezTo>
                    <a:pt x="25" y="2"/>
                    <a:pt x="25" y="4"/>
                    <a:pt x="26" y="5"/>
                  </a:cubicBezTo>
                  <a:cubicBezTo>
                    <a:pt x="29" y="7"/>
                    <a:pt x="31" y="11"/>
                    <a:pt x="31" y="15"/>
                  </a:cubicBezTo>
                  <a:cubicBezTo>
                    <a:pt x="31" y="22"/>
                    <a:pt x="25" y="28"/>
                    <a:pt x="18" y="28"/>
                  </a:cubicBezTo>
                  <a:cubicBezTo>
                    <a:pt x="11" y="28"/>
                    <a:pt x="5" y="22"/>
                    <a:pt x="5" y="15"/>
                  </a:cubicBezTo>
                  <a:cubicBezTo>
                    <a:pt x="5" y="11"/>
                    <a:pt x="7" y="8"/>
                    <a:pt x="10" y="6"/>
                  </a:cubicBezTo>
                  <a:cubicBezTo>
                    <a:pt x="11" y="5"/>
                    <a:pt x="11" y="3"/>
                    <a:pt x="10" y="2"/>
                  </a:cubicBezTo>
                  <a:cubicBezTo>
                    <a:pt x="9" y="0"/>
                    <a:pt x="7" y="0"/>
                    <a:pt x="6" y="1"/>
                  </a:cubicBezTo>
                  <a:cubicBezTo>
                    <a:pt x="2" y="5"/>
                    <a:pt x="0" y="10"/>
                    <a:pt x="0" y="15"/>
                  </a:cubicBezTo>
                  <a:cubicBezTo>
                    <a:pt x="0" y="25"/>
                    <a:pt x="8" y="34"/>
                    <a:pt x="18" y="34"/>
                  </a:cubicBezTo>
                  <a:cubicBezTo>
                    <a:pt x="29" y="34"/>
                    <a:pt x="37" y="25"/>
                    <a:pt x="37" y="15"/>
                  </a:cubicBezTo>
                  <a:cubicBezTo>
                    <a:pt x="37" y="9"/>
                    <a:pt x="34" y="4"/>
                    <a:pt x="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762;p48">
              <a:extLst>
                <a:ext uri="{FF2B5EF4-FFF2-40B4-BE49-F238E27FC236}">
                  <a16:creationId xmlns:a16="http://schemas.microsoft.com/office/drawing/2014/main" id="{39AC08EE-B314-488A-801F-8601DFF3D618}"/>
                </a:ext>
              </a:extLst>
            </p:cNvPr>
            <p:cNvSpPr/>
            <p:nvPr/>
          </p:nvSpPr>
          <p:spPr>
            <a:xfrm>
              <a:off x="5086198" y="3379416"/>
              <a:ext cx="44124" cy="75010"/>
            </a:xfrm>
            <a:custGeom>
              <a:avLst/>
              <a:gdLst/>
              <a:ahLst/>
              <a:cxnLst/>
              <a:rect l="l" t="t" r="r" b="b"/>
              <a:pathLst>
                <a:path w="17" h="29" extrusionOk="0">
                  <a:moveTo>
                    <a:pt x="15" y="1"/>
                  </a:moveTo>
                  <a:cubicBezTo>
                    <a:pt x="13" y="0"/>
                    <a:pt x="12" y="1"/>
                    <a:pt x="12" y="3"/>
                  </a:cubicBezTo>
                  <a:cubicBezTo>
                    <a:pt x="10" y="11"/>
                    <a:pt x="6" y="18"/>
                    <a:pt x="1" y="24"/>
                  </a:cubicBezTo>
                  <a:cubicBezTo>
                    <a:pt x="0" y="25"/>
                    <a:pt x="0" y="27"/>
                    <a:pt x="1" y="28"/>
                  </a:cubicBezTo>
                  <a:cubicBezTo>
                    <a:pt x="2" y="28"/>
                    <a:pt x="2" y="29"/>
                    <a:pt x="3" y="29"/>
                  </a:cubicBezTo>
                  <a:cubicBezTo>
                    <a:pt x="4" y="29"/>
                    <a:pt x="5" y="28"/>
                    <a:pt x="5" y="28"/>
                  </a:cubicBezTo>
                  <a:cubicBezTo>
                    <a:pt x="11" y="21"/>
                    <a:pt x="15" y="13"/>
                    <a:pt x="17" y="4"/>
                  </a:cubicBezTo>
                  <a:cubicBezTo>
                    <a:pt x="17" y="3"/>
                    <a:pt x="17" y="1"/>
                    <a:pt x="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763;p48">
              <a:extLst>
                <a:ext uri="{FF2B5EF4-FFF2-40B4-BE49-F238E27FC236}">
                  <a16:creationId xmlns:a16="http://schemas.microsoft.com/office/drawing/2014/main" id="{A6FA6485-3732-47A8-A124-3F0D4F56ABFE}"/>
                </a:ext>
              </a:extLst>
            </p:cNvPr>
            <p:cNvSpPr/>
            <p:nvPr/>
          </p:nvSpPr>
          <p:spPr>
            <a:xfrm>
              <a:off x="5119290" y="3352942"/>
              <a:ext cx="13237" cy="15443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6"/>
                    <a:pt x="5" y="5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4" y="0"/>
                    <a:pt x="2" y="1"/>
                  </a:cubicBezTo>
                  <a:cubicBezTo>
                    <a:pt x="1" y="1"/>
                    <a:pt x="0" y="2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676;p48">
            <a:extLst>
              <a:ext uri="{FF2B5EF4-FFF2-40B4-BE49-F238E27FC236}">
                <a16:creationId xmlns:a16="http://schemas.microsoft.com/office/drawing/2014/main" id="{BA998125-DA09-4DA8-88D4-54836E72CFA7}"/>
              </a:ext>
            </a:extLst>
          </p:cNvPr>
          <p:cNvGrpSpPr/>
          <p:nvPr/>
        </p:nvGrpSpPr>
        <p:grpSpPr>
          <a:xfrm>
            <a:off x="7556950" y="2665825"/>
            <a:ext cx="806307" cy="784651"/>
            <a:chOff x="7185384" y="3777632"/>
            <a:chExt cx="389392" cy="380567"/>
          </a:xfrm>
        </p:grpSpPr>
        <p:sp>
          <p:nvSpPr>
            <p:cNvPr id="22" name="Google Shape;677;p48">
              <a:extLst>
                <a:ext uri="{FF2B5EF4-FFF2-40B4-BE49-F238E27FC236}">
                  <a16:creationId xmlns:a16="http://schemas.microsoft.com/office/drawing/2014/main" id="{F42C025D-0D10-4BD7-A581-6D36849EFAEE}"/>
                </a:ext>
              </a:extLst>
            </p:cNvPr>
            <p:cNvSpPr/>
            <p:nvPr/>
          </p:nvSpPr>
          <p:spPr>
            <a:xfrm>
              <a:off x="7240538" y="3821756"/>
              <a:ext cx="15443" cy="16547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6"/>
                  </a:moveTo>
                  <a:cubicBezTo>
                    <a:pt x="4" y="6"/>
                    <a:pt x="4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4"/>
                    <a:pt x="6" y="2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78;p48">
              <a:extLst>
                <a:ext uri="{FF2B5EF4-FFF2-40B4-BE49-F238E27FC236}">
                  <a16:creationId xmlns:a16="http://schemas.microsoft.com/office/drawing/2014/main" id="{C09A1125-42F6-4068-B0D7-B9842D5A29EC}"/>
                </a:ext>
              </a:extLst>
            </p:cNvPr>
            <p:cNvSpPr/>
            <p:nvPr/>
          </p:nvSpPr>
          <p:spPr>
            <a:xfrm>
              <a:off x="7237229" y="3819550"/>
              <a:ext cx="220619" cy="220618"/>
            </a:xfrm>
            <a:custGeom>
              <a:avLst/>
              <a:gdLst/>
              <a:ahLst/>
              <a:cxnLst/>
              <a:rect l="l" t="t" r="r" b="b"/>
              <a:pathLst>
                <a:path w="84" h="84" extrusionOk="0">
                  <a:moveTo>
                    <a:pt x="42" y="84"/>
                  </a:moveTo>
                  <a:cubicBezTo>
                    <a:pt x="65" y="84"/>
                    <a:pt x="84" y="65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65"/>
                    <a:pt x="19" y="84"/>
                    <a:pt x="42" y="84"/>
                  </a:cubicBezTo>
                  <a:close/>
                  <a:moveTo>
                    <a:pt x="42" y="5"/>
                  </a:moveTo>
                  <a:cubicBezTo>
                    <a:pt x="62" y="5"/>
                    <a:pt x="78" y="22"/>
                    <a:pt x="78" y="42"/>
                  </a:cubicBezTo>
                  <a:cubicBezTo>
                    <a:pt x="78" y="62"/>
                    <a:pt x="62" y="78"/>
                    <a:pt x="42" y="78"/>
                  </a:cubicBezTo>
                  <a:cubicBezTo>
                    <a:pt x="22" y="78"/>
                    <a:pt x="6" y="62"/>
                    <a:pt x="6" y="42"/>
                  </a:cubicBezTo>
                  <a:cubicBezTo>
                    <a:pt x="6" y="22"/>
                    <a:pt x="22" y="5"/>
                    <a:pt x="4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679;p48">
              <a:extLst>
                <a:ext uri="{FF2B5EF4-FFF2-40B4-BE49-F238E27FC236}">
                  <a16:creationId xmlns:a16="http://schemas.microsoft.com/office/drawing/2014/main" id="{E23DFE3A-DA25-44B4-B6FE-891E5EB74E0A}"/>
                </a:ext>
              </a:extLst>
            </p:cNvPr>
            <p:cNvSpPr/>
            <p:nvPr/>
          </p:nvSpPr>
          <p:spPr>
            <a:xfrm>
              <a:off x="7185384" y="3777632"/>
              <a:ext cx="389392" cy="380567"/>
            </a:xfrm>
            <a:custGeom>
              <a:avLst/>
              <a:gdLst/>
              <a:ahLst/>
              <a:cxnLst/>
              <a:rect l="l" t="t" r="r" b="b"/>
              <a:pathLst>
                <a:path w="149" h="145" extrusionOk="0">
                  <a:moveTo>
                    <a:pt x="145" y="124"/>
                  </a:moveTo>
                  <a:cubicBezTo>
                    <a:pt x="129" y="107"/>
                    <a:pt x="129" y="107"/>
                    <a:pt x="129" y="107"/>
                  </a:cubicBezTo>
                  <a:cubicBezTo>
                    <a:pt x="129" y="107"/>
                    <a:pt x="129" y="107"/>
                    <a:pt x="129" y="107"/>
                  </a:cubicBezTo>
                  <a:cubicBezTo>
                    <a:pt x="130" y="106"/>
                    <a:pt x="130" y="104"/>
                    <a:pt x="129" y="103"/>
                  </a:cubicBezTo>
                  <a:cubicBezTo>
                    <a:pt x="128" y="102"/>
                    <a:pt x="126" y="102"/>
                    <a:pt x="125" y="103"/>
                  </a:cubicBezTo>
                  <a:cubicBezTo>
                    <a:pt x="125" y="103"/>
                    <a:pt x="125" y="103"/>
                    <a:pt x="125" y="103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20" y="95"/>
                    <a:pt x="120" y="92"/>
                    <a:pt x="118" y="90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23" y="63"/>
                    <a:pt x="120" y="36"/>
                    <a:pt x="102" y="18"/>
                  </a:cubicBezTo>
                  <a:cubicBezTo>
                    <a:pt x="93" y="9"/>
                    <a:pt x="80" y="3"/>
                    <a:pt x="67" y="2"/>
                  </a:cubicBezTo>
                  <a:cubicBezTo>
                    <a:pt x="54" y="0"/>
                    <a:pt x="41" y="4"/>
                    <a:pt x="31" y="11"/>
                  </a:cubicBezTo>
                  <a:cubicBezTo>
                    <a:pt x="29" y="12"/>
                    <a:pt x="29" y="13"/>
                    <a:pt x="30" y="15"/>
                  </a:cubicBezTo>
                  <a:cubicBezTo>
                    <a:pt x="31" y="16"/>
                    <a:pt x="33" y="16"/>
                    <a:pt x="34" y="15"/>
                  </a:cubicBezTo>
                  <a:cubicBezTo>
                    <a:pt x="54" y="2"/>
                    <a:pt x="81" y="5"/>
                    <a:pt x="98" y="22"/>
                  </a:cubicBezTo>
                  <a:cubicBezTo>
                    <a:pt x="118" y="42"/>
                    <a:pt x="118" y="74"/>
                    <a:pt x="98" y="94"/>
                  </a:cubicBezTo>
                  <a:cubicBezTo>
                    <a:pt x="78" y="114"/>
                    <a:pt x="46" y="114"/>
                    <a:pt x="26" y="94"/>
                  </a:cubicBezTo>
                  <a:cubicBezTo>
                    <a:pt x="9" y="77"/>
                    <a:pt x="6" y="50"/>
                    <a:pt x="20" y="29"/>
                  </a:cubicBezTo>
                  <a:cubicBezTo>
                    <a:pt x="21" y="28"/>
                    <a:pt x="20" y="26"/>
                    <a:pt x="19" y="26"/>
                  </a:cubicBezTo>
                  <a:cubicBezTo>
                    <a:pt x="18" y="25"/>
                    <a:pt x="16" y="25"/>
                    <a:pt x="15" y="26"/>
                  </a:cubicBezTo>
                  <a:cubicBezTo>
                    <a:pt x="0" y="49"/>
                    <a:pt x="3" y="79"/>
                    <a:pt x="22" y="98"/>
                  </a:cubicBezTo>
                  <a:cubicBezTo>
                    <a:pt x="33" y="109"/>
                    <a:pt x="48" y="114"/>
                    <a:pt x="62" y="114"/>
                  </a:cubicBezTo>
                  <a:cubicBezTo>
                    <a:pt x="71" y="114"/>
                    <a:pt x="80" y="112"/>
                    <a:pt x="89" y="108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6" y="115"/>
                    <a:pt x="98" y="116"/>
                    <a:pt x="99" y="116"/>
                  </a:cubicBezTo>
                  <a:cubicBezTo>
                    <a:pt x="100" y="116"/>
                    <a:pt x="101" y="115"/>
                    <a:pt x="102" y="115"/>
                  </a:cubicBezTo>
                  <a:cubicBezTo>
                    <a:pt x="108" y="121"/>
                    <a:pt x="108" y="121"/>
                    <a:pt x="108" y="121"/>
                  </a:cubicBezTo>
                  <a:cubicBezTo>
                    <a:pt x="107" y="121"/>
                    <a:pt x="107" y="121"/>
                    <a:pt x="107" y="121"/>
                  </a:cubicBezTo>
                  <a:cubicBezTo>
                    <a:pt x="106" y="122"/>
                    <a:pt x="106" y="124"/>
                    <a:pt x="107" y="125"/>
                  </a:cubicBezTo>
                  <a:cubicBezTo>
                    <a:pt x="108" y="125"/>
                    <a:pt x="109" y="126"/>
                    <a:pt x="109" y="126"/>
                  </a:cubicBezTo>
                  <a:cubicBezTo>
                    <a:pt x="110" y="126"/>
                    <a:pt x="111" y="125"/>
                    <a:pt x="111" y="125"/>
                  </a:cubicBezTo>
                  <a:cubicBezTo>
                    <a:pt x="112" y="125"/>
                    <a:pt x="112" y="125"/>
                    <a:pt x="112" y="125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30" y="144"/>
                    <a:pt x="134" y="145"/>
                    <a:pt x="137" y="145"/>
                  </a:cubicBezTo>
                  <a:cubicBezTo>
                    <a:pt x="140" y="145"/>
                    <a:pt x="143" y="144"/>
                    <a:pt x="145" y="141"/>
                  </a:cubicBezTo>
                  <a:cubicBezTo>
                    <a:pt x="148" y="139"/>
                    <a:pt x="149" y="136"/>
                    <a:pt x="149" y="133"/>
                  </a:cubicBezTo>
                  <a:cubicBezTo>
                    <a:pt x="149" y="129"/>
                    <a:pt x="148" y="126"/>
                    <a:pt x="145" y="124"/>
                  </a:cubicBezTo>
                  <a:close/>
                  <a:moveTo>
                    <a:pt x="99" y="110"/>
                  </a:moveTo>
                  <a:cubicBezTo>
                    <a:pt x="94" y="105"/>
                    <a:pt x="94" y="105"/>
                    <a:pt x="94" y="105"/>
                  </a:cubicBezTo>
                  <a:cubicBezTo>
                    <a:pt x="97" y="103"/>
                    <a:pt x="99" y="101"/>
                    <a:pt x="102" y="98"/>
                  </a:cubicBezTo>
                  <a:cubicBezTo>
                    <a:pt x="105" y="95"/>
                    <a:pt x="107" y="92"/>
                    <a:pt x="109" y="89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14" y="95"/>
                    <a:pt x="114" y="95"/>
                    <a:pt x="114" y="96"/>
                  </a:cubicBezTo>
                  <a:cubicBezTo>
                    <a:pt x="100" y="110"/>
                    <a:pt x="100" y="110"/>
                    <a:pt x="100" y="110"/>
                  </a:cubicBezTo>
                  <a:cubicBezTo>
                    <a:pt x="100" y="110"/>
                    <a:pt x="99" y="110"/>
                    <a:pt x="99" y="110"/>
                  </a:cubicBezTo>
                  <a:close/>
                  <a:moveTo>
                    <a:pt x="106" y="111"/>
                  </a:moveTo>
                  <a:cubicBezTo>
                    <a:pt x="116" y="102"/>
                    <a:pt x="116" y="102"/>
                    <a:pt x="116" y="102"/>
                  </a:cubicBezTo>
                  <a:cubicBezTo>
                    <a:pt x="121" y="107"/>
                    <a:pt x="121" y="107"/>
                    <a:pt x="121" y="107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106" y="111"/>
                  </a:lnTo>
                  <a:close/>
                  <a:moveTo>
                    <a:pt x="141" y="137"/>
                  </a:moveTo>
                  <a:cubicBezTo>
                    <a:pt x="139" y="140"/>
                    <a:pt x="135" y="140"/>
                    <a:pt x="132" y="137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25" y="111"/>
                    <a:pt x="125" y="111"/>
                    <a:pt x="125" y="111"/>
                  </a:cubicBezTo>
                  <a:cubicBezTo>
                    <a:pt x="141" y="128"/>
                    <a:pt x="141" y="128"/>
                    <a:pt x="141" y="128"/>
                  </a:cubicBezTo>
                  <a:cubicBezTo>
                    <a:pt x="144" y="130"/>
                    <a:pt x="144" y="135"/>
                    <a:pt x="141" y="1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680;p48">
              <a:extLst>
                <a:ext uri="{FF2B5EF4-FFF2-40B4-BE49-F238E27FC236}">
                  <a16:creationId xmlns:a16="http://schemas.microsoft.com/office/drawing/2014/main" id="{0EE37A1F-4E7B-4E83-8035-DBAC8F564142}"/>
                </a:ext>
              </a:extLst>
            </p:cNvPr>
            <p:cNvSpPr/>
            <p:nvPr/>
          </p:nvSpPr>
          <p:spPr>
            <a:xfrm>
              <a:off x="7339817" y="3853746"/>
              <a:ext cx="83835" cy="83835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3" y="6"/>
                  </a:moveTo>
                  <a:cubicBezTo>
                    <a:pt x="16" y="6"/>
                    <a:pt x="26" y="16"/>
                    <a:pt x="26" y="29"/>
                  </a:cubicBezTo>
                  <a:cubicBezTo>
                    <a:pt x="26" y="30"/>
                    <a:pt x="27" y="32"/>
                    <a:pt x="29" y="32"/>
                  </a:cubicBezTo>
                  <a:cubicBezTo>
                    <a:pt x="30" y="32"/>
                    <a:pt x="32" y="30"/>
                    <a:pt x="32" y="29"/>
                  </a:cubicBezTo>
                  <a:cubicBezTo>
                    <a:pt x="32" y="13"/>
                    <a:pt x="19" y="0"/>
                    <a:pt x="3" y="0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681;p48">
              <a:extLst>
                <a:ext uri="{FF2B5EF4-FFF2-40B4-BE49-F238E27FC236}">
                  <a16:creationId xmlns:a16="http://schemas.microsoft.com/office/drawing/2014/main" id="{4EF76640-AE2C-45C2-870B-D38B89EA47B6}"/>
                </a:ext>
              </a:extLst>
            </p:cNvPr>
            <p:cNvSpPr/>
            <p:nvPr/>
          </p:nvSpPr>
          <p:spPr>
            <a:xfrm>
              <a:off x="7307827" y="3861468"/>
              <a:ext cx="18753" cy="15443"/>
            </a:xfrm>
            <a:custGeom>
              <a:avLst/>
              <a:gdLst/>
              <a:ahLst/>
              <a:cxnLst/>
              <a:rect l="l" t="t" r="r" b="b"/>
              <a:pathLst>
                <a:path w="7" h="6" extrusionOk="0">
                  <a:moveTo>
                    <a:pt x="3" y="6"/>
                  </a:moveTo>
                  <a:cubicBezTo>
                    <a:pt x="4" y="6"/>
                    <a:pt x="4" y="6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5"/>
                    <a:pt x="7" y="3"/>
                    <a:pt x="6" y="2"/>
                  </a:cubicBezTo>
                  <a:cubicBezTo>
                    <a:pt x="5" y="0"/>
                    <a:pt x="4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3"/>
                    <a:pt x="1" y="4"/>
                  </a:cubicBezTo>
                  <a:cubicBezTo>
                    <a:pt x="1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249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"/>
          <p:cNvSpPr txBox="1">
            <a:spLocks noGrp="1"/>
          </p:cNvSpPr>
          <p:nvPr>
            <p:ph type="title"/>
          </p:nvPr>
        </p:nvSpPr>
        <p:spPr>
          <a:xfrm>
            <a:off x="1541975" y="1937500"/>
            <a:ext cx="6576000" cy="10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CEPAL</a:t>
            </a:r>
            <a:endParaRPr sz="8000" dirty="0"/>
          </a:p>
        </p:txBody>
      </p:sp>
      <p:sp>
        <p:nvSpPr>
          <p:cNvPr id="352" name="Google Shape;352;p33"/>
          <p:cNvSpPr txBox="1">
            <a:spLocks noGrp="1"/>
          </p:cNvSpPr>
          <p:nvPr>
            <p:ph type="subTitle" idx="1"/>
          </p:nvPr>
        </p:nvSpPr>
        <p:spPr>
          <a:xfrm>
            <a:off x="1541975" y="28319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Comisión Economica Para America Latina</a:t>
            </a:r>
            <a:endParaRPr dirty="0"/>
          </a:p>
        </p:txBody>
      </p:sp>
      <p:sp>
        <p:nvSpPr>
          <p:cNvPr id="353" name="Google Shape;353;p33"/>
          <p:cNvSpPr/>
          <p:nvPr/>
        </p:nvSpPr>
        <p:spPr>
          <a:xfrm rot="5400000">
            <a:off x="7857762" y="-2187993"/>
            <a:ext cx="2720976" cy="4967292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B0D9FF-9F43-4177-84B7-296EED9BE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48" y="1288447"/>
            <a:ext cx="3825662" cy="23379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Teoria de CEPAL</a:t>
            </a:r>
            <a:endParaRPr dirty="0"/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b="0" i="0" dirty="0">
                <a:solidFill>
                  <a:srgbClr val="333333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Explica el subdesarrollo de América Latina a partir del comercio desigual con los países altamente desarrollados.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2" name="Google Shape;342;p32"/>
          <p:cNvSpPr txBox="1">
            <a:spLocks noGrp="1"/>
          </p:cNvSpPr>
          <p:nvPr>
            <p:ph type="subTitle" idx="2"/>
          </p:nvPr>
        </p:nvSpPr>
        <p:spPr>
          <a:xfrm>
            <a:off x="720000" y="3219416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 la sociologia Latinoamericana el subdesarrollo es producto de una combinacion de factores de orden estructural, economicos, sociales, politicos y culturales que han hecho de esta parte de America, una amplia zona geogracia y poblacional viviendo en condiciones de desigualdad y sub desarrolllo.</a:t>
            </a:r>
            <a:endParaRPr dirty="0"/>
          </a:p>
        </p:txBody>
      </p:sp>
      <p:sp>
        <p:nvSpPr>
          <p:cNvPr id="344" name="Google Shape;344;p32"/>
          <p:cNvSpPr txBox="1">
            <a:spLocks noGrp="1"/>
          </p:cNvSpPr>
          <p:nvPr>
            <p:ph type="subTitle" idx="4"/>
          </p:nvPr>
        </p:nvSpPr>
        <p:spPr>
          <a:xfrm>
            <a:off x="720025" y="1232826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 que consiste</a:t>
            </a:r>
            <a:endParaRPr dirty="0"/>
          </a:p>
        </p:txBody>
      </p:sp>
      <p:sp>
        <p:nvSpPr>
          <p:cNvPr id="345" name="Google Shape;345;p32"/>
          <p:cNvSpPr txBox="1">
            <a:spLocks noGrp="1"/>
          </p:cNvSpPr>
          <p:nvPr>
            <p:ph type="subTitle" idx="5"/>
          </p:nvPr>
        </p:nvSpPr>
        <p:spPr>
          <a:xfrm>
            <a:off x="720000" y="2651889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¿Como se presenta en Latino America?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2239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785AE-0438-4DE3-8D5C-727C96DB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59161"/>
            <a:ext cx="7704000" cy="572700"/>
          </a:xfrm>
        </p:spPr>
        <p:txBody>
          <a:bodyPr/>
          <a:lstStyle/>
          <a:p>
            <a:r>
              <a:rPr lang="es-HN" dirty="0"/>
              <a:t>Divide a los países en:</a:t>
            </a:r>
          </a:p>
        </p:txBody>
      </p:sp>
      <p:sp>
        <p:nvSpPr>
          <p:cNvPr id="3" name="Google Shape;10060;p64">
            <a:extLst>
              <a:ext uri="{FF2B5EF4-FFF2-40B4-BE49-F238E27FC236}">
                <a16:creationId xmlns:a16="http://schemas.microsoft.com/office/drawing/2014/main" id="{117AE8C0-F646-4F69-B730-3DC379F3B392}"/>
              </a:ext>
            </a:extLst>
          </p:cNvPr>
          <p:cNvSpPr/>
          <p:nvPr/>
        </p:nvSpPr>
        <p:spPr>
          <a:xfrm>
            <a:off x="3350418" y="1192015"/>
            <a:ext cx="2443163" cy="1858366"/>
          </a:xfrm>
          <a:custGeom>
            <a:avLst/>
            <a:gdLst/>
            <a:ahLst/>
            <a:cxnLst/>
            <a:rect l="l" t="t" r="r" b="b"/>
            <a:pathLst>
              <a:path w="13038" h="11907" extrusionOk="0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10404;p64">
            <a:extLst>
              <a:ext uri="{FF2B5EF4-FFF2-40B4-BE49-F238E27FC236}">
                <a16:creationId xmlns:a16="http://schemas.microsoft.com/office/drawing/2014/main" id="{6A7248E1-ED45-4CD6-BADD-666B71B6B91D}"/>
              </a:ext>
            </a:extLst>
          </p:cNvPr>
          <p:cNvGrpSpPr/>
          <p:nvPr/>
        </p:nvGrpSpPr>
        <p:grpSpPr>
          <a:xfrm>
            <a:off x="1498669" y="3050381"/>
            <a:ext cx="1207636" cy="1179353"/>
            <a:chOff x="2640993" y="3357835"/>
            <a:chExt cx="365348" cy="36496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" name="Google Shape;10405;p64">
              <a:extLst>
                <a:ext uri="{FF2B5EF4-FFF2-40B4-BE49-F238E27FC236}">
                  <a16:creationId xmlns:a16="http://schemas.microsoft.com/office/drawing/2014/main" id="{A702E005-109B-4E3F-A9BF-52753DBC49EE}"/>
                </a:ext>
              </a:extLst>
            </p:cNvPr>
            <p:cNvSpPr/>
            <p:nvPr/>
          </p:nvSpPr>
          <p:spPr>
            <a:xfrm>
              <a:off x="2640993" y="3455227"/>
              <a:ext cx="365348" cy="267574"/>
            </a:xfrm>
            <a:custGeom>
              <a:avLst/>
              <a:gdLst/>
              <a:ahLst/>
              <a:cxnLst/>
              <a:rect l="l" t="t" r="r" b="b"/>
              <a:pathLst>
                <a:path w="11479" h="8407" extrusionOk="0">
                  <a:moveTo>
                    <a:pt x="5168" y="2311"/>
                  </a:moveTo>
                  <a:lnTo>
                    <a:pt x="5335" y="4859"/>
                  </a:lnTo>
                  <a:lnTo>
                    <a:pt x="4620" y="4859"/>
                  </a:lnTo>
                  <a:lnTo>
                    <a:pt x="4763" y="2311"/>
                  </a:lnTo>
                  <a:close/>
                  <a:moveTo>
                    <a:pt x="6966" y="2311"/>
                  </a:moveTo>
                  <a:lnTo>
                    <a:pt x="7133" y="4859"/>
                  </a:lnTo>
                  <a:lnTo>
                    <a:pt x="6418" y="4859"/>
                  </a:lnTo>
                  <a:lnTo>
                    <a:pt x="6561" y="2311"/>
                  </a:lnTo>
                  <a:close/>
                  <a:moveTo>
                    <a:pt x="8764" y="2311"/>
                  </a:moveTo>
                  <a:lnTo>
                    <a:pt x="8931" y="4859"/>
                  </a:lnTo>
                  <a:lnTo>
                    <a:pt x="8216" y="4859"/>
                  </a:lnTo>
                  <a:lnTo>
                    <a:pt x="8371" y="2311"/>
                  </a:lnTo>
                  <a:close/>
                  <a:moveTo>
                    <a:pt x="2156" y="5894"/>
                  </a:moveTo>
                  <a:lnTo>
                    <a:pt x="2144" y="6287"/>
                  </a:lnTo>
                  <a:lnTo>
                    <a:pt x="1549" y="6287"/>
                  </a:lnTo>
                  <a:cubicBezTo>
                    <a:pt x="1453" y="6287"/>
                    <a:pt x="1382" y="6359"/>
                    <a:pt x="1382" y="6442"/>
                  </a:cubicBezTo>
                  <a:cubicBezTo>
                    <a:pt x="1382" y="6537"/>
                    <a:pt x="1453" y="6609"/>
                    <a:pt x="1549" y="6609"/>
                  </a:cubicBezTo>
                  <a:lnTo>
                    <a:pt x="2132" y="6609"/>
                  </a:lnTo>
                  <a:lnTo>
                    <a:pt x="2096" y="8073"/>
                  </a:lnTo>
                  <a:lnTo>
                    <a:pt x="822" y="8073"/>
                  </a:lnTo>
                  <a:lnTo>
                    <a:pt x="822" y="6609"/>
                  </a:lnTo>
                  <a:lnTo>
                    <a:pt x="834" y="6609"/>
                  </a:lnTo>
                  <a:cubicBezTo>
                    <a:pt x="918" y="6609"/>
                    <a:pt x="1001" y="6537"/>
                    <a:pt x="1001" y="6442"/>
                  </a:cubicBezTo>
                  <a:cubicBezTo>
                    <a:pt x="1001" y="6359"/>
                    <a:pt x="918" y="6287"/>
                    <a:pt x="834" y="6287"/>
                  </a:cubicBezTo>
                  <a:cubicBezTo>
                    <a:pt x="727" y="6287"/>
                    <a:pt x="644" y="6192"/>
                    <a:pt x="644" y="6085"/>
                  </a:cubicBezTo>
                  <a:cubicBezTo>
                    <a:pt x="644" y="5990"/>
                    <a:pt x="727" y="5894"/>
                    <a:pt x="834" y="5894"/>
                  </a:cubicBezTo>
                  <a:close/>
                  <a:moveTo>
                    <a:pt x="3382" y="334"/>
                  </a:moveTo>
                  <a:lnTo>
                    <a:pt x="3489" y="4859"/>
                  </a:lnTo>
                  <a:lnTo>
                    <a:pt x="3192" y="4859"/>
                  </a:lnTo>
                  <a:cubicBezTo>
                    <a:pt x="2894" y="4859"/>
                    <a:pt x="2668" y="5097"/>
                    <a:pt x="2668" y="5371"/>
                  </a:cubicBezTo>
                  <a:cubicBezTo>
                    <a:pt x="2668" y="5537"/>
                    <a:pt x="2739" y="5668"/>
                    <a:pt x="2846" y="5775"/>
                  </a:cubicBezTo>
                  <a:lnTo>
                    <a:pt x="2846" y="8085"/>
                  </a:lnTo>
                  <a:lnTo>
                    <a:pt x="2454" y="8085"/>
                  </a:lnTo>
                  <a:lnTo>
                    <a:pt x="2632" y="334"/>
                  </a:lnTo>
                  <a:close/>
                  <a:moveTo>
                    <a:pt x="10359" y="5180"/>
                  </a:moveTo>
                  <a:cubicBezTo>
                    <a:pt x="10466" y="5180"/>
                    <a:pt x="10550" y="5275"/>
                    <a:pt x="10550" y="5371"/>
                  </a:cubicBezTo>
                  <a:cubicBezTo>
                    <a:pt x="10550" y="5478"/>
                    <a:pt x="10466" y="5573"/>
                    <a:pt x="10359" y="5573"/>
                  </a:cubicBezTo>
                  <a:lnTo>
                    <a:pt x="10002" y="5573"/>
                  </a:lnTo>
                  <a:cubicBezTo>
                    <a:pt x="9919" y="5573"/>
                    <a:pt x="9835" y="5644"/>
                    <a:pt x="9835" y="5728"/>
                  </a:cubicBezTo>
                  <a:cubicBezTo>
                    <a:pt x="9835" y="5823"/>
                    <a:pt x="9919" y="5894"/>
                    <a:pt x="10002" y="5894"/>
                  </a:cubicBezTo>
                  <a:lnTo>
                    <a:pt x="10371" y="5894"/>
                  </a:lnTo>
                  <a:lnTo>
                    <a:pt x="10371" y="8085"/>
                  </a:lnTo>
                  <a:lnTo>
                    <a:pt x="3156" y="8085"/>
                  </a:lnTo>
                  <a:lnTo>
                    <a:pt x="3156" y="5894"/>
                  </a:lnTo>
                  <a:lnTo>
                    <a:pt x="9288" y="5894"/>
                  </a:lnTo>
                  <a:cubicBezTo>
                    <a:pt x="9383" y="5894"/>
                    <a:pt x="9454" y="5823"/>
                    <a:pt x="9454" y="5728"/>
                  </a:cubicBezTo>
                  <a:cubicBezTo>
                    <a:pt x="9454" y="5644"/>
                    <a:pt x="9383" y="5573"/>
                    <a:pt x="9288" y="5573"/>
                  </a:cubicBezTo>
                  <a:lnTo>
                    <a:pt x="3168" y="5573"/>
                  </a:lnTo>
                  <a:cubicBezTo>
                    <a:pt x="3073" y="5573"/>
                    <a:pt x="2977" y="5478"/>
                    <a:pt x="2977" y="5371"/>
                  </a:cubicBezTo>
                  <a:cubicBezTo>
                    <a:pt x="2977" y="5275"/>
                    <a:pt x="3073" y="5180"/>
                    <a:pt x="3168" y="5180"/>
                  </a:cubicBezTo>
                  <a:close/>
                  <a:moveTo>
                    <a:pt x="2489" y="1"/>
                  </a:moveTo>
                  <a:cubicBezTo>
                    <a:pt x="2394" y="1"/>
                    <a:pt x="2323" y="72"/>
                    <a:pt x="2323" y="168"/>
                  </a:cubicBezTo>
                  <a:lnTo>
                    <a:pt x="2203" y="5561"/>
                  </a:lnTo>
                  <a:lnTo>
                    <a:pt x="882" y="5561"/>
                  </a:lnTo>
                  <a:cubicBezTo>
                    <a:pt x="584" y="5561"/>
                    <a:pt x="358" y="5799"/>
                    <a:pt x="358" y="6085"/>
                  </a:cubicBezTo>
                  <a:cubicBezTo>
                    <a:pt x="358" y="6252"/>
                    <a:pt x="429" y="6383"/>
                    <a:pt x="537" y="6490"/>
                  </a:cubicBezTo>
                  <a:lnTo>
                    <a:pt x="537" y="8085"/>
                  </a:lnTo>
                  <a:lnTo>
                    <a:pt x="168" y="8085"/>
                  </a:lnTo>
                  <a:cubicBezTo>
                    <a:pt x="72" y="8085"/>
                    <a:pt x="1" y="8157"/>
                    <a:pt x="1" y="8252"/>
                  </a:cubicBezTo>
                  <a:cubicBezTo>
                    <a:pt x="1" y="8335"/>
                    <a:pt x="72" y="8407"/>
                    <a:pt x="168" y="8407"/>
                  </a:cubicBezTo>
                  <a:lnTo>
                    <a:pt x="11312" y="8407"/>
                  </a:lnTo>
                  <a:cubicBezTo>
                    <a:pt x="11395" y="8407"/>
                    <a:pt x="11478" y="8335"/>
                    <a:pt x="11478" y="8252"/>
                  </a:cubicBezTo>
                  <a:cubicBezTo>
                    <a:pt x="11431" y="8157"/>
                    <a:pt x="11359" y="8085"/>
                    <a:pt x="11264" y="8085"/>
                  </a:cubicBezTo>
                  <a:lnTo>
                    <a:pt x="10716" y="8085"/>
                  </a:lnTo>
                  <a:lnTo>
                    <a:pt x="10716" y="5775"/>
                  </a:lnTo>
                  <a:cubicBezTo>
                    <a:pt x="10824" y="5668"/>
                    <a:pt x="10895" y="5537"/>
                    <a:pt x="10895" y="5371"/>
                  </a:cubicBezTo>
                  <a:cubicBezTo>
                    <a:pt x="10895" y="5073"/>
                    <a:pt x="10657" y="4859"/>
                    <a:pt x="10371" y="4859"/>
                  </a:cubicBezTo>
                  <a:lnTo>
                    <a:pt x="9276" y="4859"/>
                  </a:lnTo>
                  <a:lnTo>
                    <a:pt x="9109" y="2132"/>
                  </a:lnTo>
                  <a:cubicBezTo>
                    <a:pt x="9109" y="2037"/>
                    <a:pt x="9038" y="1965"/>
                    <a:pt x="8942" y="1965"/>
                  </a:cubicBezTo>
                  <a:lnTo>
                    <a:pt x="8228" y="1965"/>
                  </a:lnTo>
                  <a:cubicBezTo>
                    <a:pt x="8145" y="1965"/>
                    <a:pt x="8073" y="2037"/>
                    <a:pt x="8073" y="2132"/>
                  </a:cubicBezTo>
                  <a:lnTo>
                    <a:pt x="7907" y="4859"/>
                  </a:lnTo>
                  <a:lnTo>
                    <a:pt x="7502" y="4859"/>
                  </a:lnTo>
                  <a:lnTo>
                    <a:pt x="7335" y="2132"/>
                  </a:lnTo>
                  <a:cubicBezTo>
                    <a:pt x="7335" y="2037"/>
                    <a:pt x="7264" y="1965"/>
                    <a:pt x="7168" y="1965"/>
                  </a:cubicBezTo>
                  <a:lnTo>
                    <a:pt x="6466" y="1965"/>
                  </a:lnTo>
                  <a:cubicBezTo>
                    <a:pt x="6371" y="1965"/>
                    <a:pt x="6299" y="2037"/>
                    <a:pt x="6299" y="2132"/>
                  </a:cubicBezTo>
                  <a:lnTo>
                    <a:pt x="6133" y="4859"/>
                  </a:lnTo>
                  <a:lnTo>
                    <a:pt x="5728" y="4859"/>
                  </a:lnTo>
                  <a:lnTo>
                    <a:pt x="5561" y="2132"/>
                  </a:lnTo>
                  <a:cubicBezTo>
                    <a:pt x="5561" y="2037"/>
                    <a:pt x="5490" y="1965"/>
                    <a:pt x="5406" y="1965"/>
                  </a:cubicBezTo>
                  <a:lnTo>
                    <a:pt x="4620" y="1965"/>
                  </a:lnTo>
                  <a:cubicBezTo>
                    <a:pt x="4525" y="1965"/>
                    <a:pt x="4454" y="2037"/>
                    <a:pt x="4454" y="2132"/>
                  </a:cubicBezTo>
                  <a:lnTo>
                    <a:pt x="4287" y="4859"/>
                  </a:lnTo>
                  <a:lnTo>
                    <a:pt x="3823" y="4859"/>
                  </a:lnTo>
                  <a:lnTo>
                    <a:pt x="3716" y="168"/>
                  </a:lnTo>
                  <a:cubicBezTo>
                    <a:pt x="3716" y="72"/>
                    <a:pt x="3644" y="1"/>
                    <a:pt x="35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406;p64">
              <a:extLst>
                <a:ext uri="{FF2B5EF4-FFF2-40B4-BE49-F238E27FC236}">
                  <a16:creationId xmlns:a16="http://schemas.microsoft.com/office/drawing/2014/main" id="{87C8C81F-3F33-44AD-A0A6-D1763F9EC0BC}"/>
                </a:ext>
              </a:extLst>
            </p:cNvPr>
            <p:cNvSpPr/>
            <p:nvPr/>
          </p:nvSpPr>
          <p:spPr>
            <a:xfrm>
              <a:off x="2724763" y="3357835"/>
              <a:ext cx="280050" cy="136476"/>
            </a:xfrm>
            <a:custGeom>
              <a:avLst/>
              <a:gdLst/>
              <a:ahLst/>
              <a:cxnLst/>
              <a:rect l="l" t="t" r="r" b="b"/>
              <a:pathLst>
                <a:path w="8799" h="4288" extrusionOk="0">
                  <a:moveTo>
                    <a:pt x="6656" y="1"/>
                  </a:moveTo>
                  <a:cubicBezTo>
                    <a:pt x="6156" y="1"/>
                    <a:pt x="5656" y="180"/>
                    <a:pt x="5286" y="501"/>
                  </a:cubicBezTo>
                  <a:cubicBezTo>
                    <a:pt x="5001" y="299"/>
                    <a:pt x="4679" y="168"/>
                    <a:pt x="4322" y="168"/>
                  </a:cubicBezTo>
                  <a:cubicBezTo>
                    <a:pt x="3905" y="168"/>
                    <a:pt x="3501" y="334"/>
                    <a:pt x="3191" y="632"/>
                  </a:cubicBezTo>
                  <a:cubicBezTo>
                    <a:pt x="3036" y="561"/>
                    <a:pt x="2858" y="525"/>
                    <a:pt x="2691" y="525"/>
                  </a:cubicBezTo>
                  <a:cubicBezTo>
                    <a:pt x="2191" y="525"/>
                    <a:pt x="1750" y="822"/>
                    <a:pt x="1548" y="1275"/>
                  </a:cubicBezTo>
                  <a:cubicBezTo>
                    <a:pt x="1476" y="1263"/>
                    <a:pt x="1417" y="1239"/>
                    <a:pt x="1346" y="1239"/>
                  </a:cubicBezTo>
                  <a:cubicBezTo>
                    <a:pt x="1000" y="1239"/>
                    <a:pt x="703" y="1465"/>
                    <a:pt x="584" y="1775"/>
                  </a:cubicBezTo>
                  <a:lnTo>
                    <a:pt x="524" y="1775"/>
                  </a:lnTo>
                  <a:cubicBezTo>
                    <a:pt x="226" y="1775"/>
                    <a:pt x="0" y="2013"/>
                    <a:pt x="0" y="2299"/>
                  </a:cubicBezTo>
                  <a:cubicBezTo>
                    <a:pt x="0" y="2394"/>
                    <a:pt x="72" y="2466"/>
                    <a:pt x="167" y="2466"/>
                  </a:cubicBezTo>
                  <a:cubicBezTo>
                    <a:pt x="262" y="2466"/>
                    <a:pt x="333" y="2394"/>
                    <a:pt x="333" y="2299"/>
                  </a:cubicBezTo>
                  <a:cubicBezTo>
                    <a:pt x="333" y="2192"/>
                    <a:pt x="417" y="2108"/>
                    <a:pt x="524" y="2108"/>
                  </a:cubicBezTo>
                  <a:cubicBezTo>
                    <a:pt x="560" y="2108"/>
                    <a:pt x="584" y="2120"/>
                    <a:pt x="631" y="2144"/>
                  </a:cubicBezTo>
                  <a:cubicBezTo>
                    <a:pt x="649" y="2156"/>
                    <a:pt x="679" y="2162"/>
                    <a:pt x="710" y="2162"/>
                  </a:cubicBezTo>
                  <a:cubicBezTo>
                    <a:pt x="741" y="2162"/>
                    <a:pt x="774" y="2156"/>
                    <a:pt x="798" y="2144"/>
                  </a:cubicBezTo>
                  <a:cubicBezTo>
                    <a:pt x="834" y="2108"/>
                    <a:pt x="881" y="2061"/>
                    <a:pt x="881" y="2001"/>
                  </a:cubicBezTo>
                  <a:cubicBezTo>
                    <a:pt x="893" y="1763"/>
                    <a:pt x="1095" y="1573"/>
                    <a:pt x="1346" y="1573"/>
                  </a:cubicBezTo>
                  <a:cubicBezTo>
                    <a:pt x="1417" y="1573"/>
                    <a:pt x="1488" y="1584"/>
                    <a:pt x="1572" y="1632"/>
                  </a:cubicBezTo>
                  <a:cubicBezTo>
                    <a:pt x="1591" y="1652"/>
                    <a:pt x="1618" y="1661"/>
                    <a:pt x="1646" y="1661"/>
                  </a:cubicBezTo>
                  <a:cubicBezTo>
                    <a:pt x="1669" y="1661"/>
                    <a:pt x="1693" y="1655"/>
                    <a:pt x="1715" y="1644"/>
                  </a:cubicBezTo>
                  <a:cubicBezTo>
                    <a:pt x="1762" y="1632"/>
                    <a:pt x="1810" y="1584"/>
                    <a:pt x="1822" y="1525"/>
                  </a:cubicBezTo>
                  <a:cubicBezTo>
                    <a:pt x="1929" y="1132"/>
                    <a:pt x="2286" y="858"/>
                    <a:pt x="2703" y="858"/>
                  </a:cubicBezTo>
                  <a:cubicBezTo>
                    <a:pt x="2846" y="858"/>
                    <a:pt x="3012" y="906"/>
                    <a:pt x="3143" y="977"/>
                  </a:cubicBezTo>
                  <a:cubicBezTo>
                    <a:pt x="3173" y="997"/>
                    <a:pt x="3207" y="1007"/>
                    <a:pt x="3240" y="1007"/>
                  </a:cubicBezTo>
                  <a:cubicBezTo>
                    <a:pt x="3286" y="1007"/>
                    <a:pt x="3330" y="988"/>
                    <a:pt x="3358" y="953"/>
                  </a:cubicBezTo>
                  <a:cubicBezTo>
                    <a:pt x="3596" y="668"/>
                    <a:pt x="3953" y="501"/>
                    <a:pt x="4322" y="501"/>
                  </a:cubicBezTo>
                  <a:cubicBezTo>
                    <a:pt x="4632" y="501"/>
                    <a:pt x="4941" y="620"/>
                    <a:pt x="5167" y="834"/>
                  </a:cubicBezTo>
                  <a:cubicBezTo>
                    <a:pt x="5197" y="864"/>
                    <a:pt x="5239" y="879"/>
                    <a:pt x="5281" y="879"/>
                  </a:cubicBezTo>
                  <a:cubicBezTo>
                    <a:pt x="5322" y="879"/>
                    <a:pt x="5364" y="864"/>
                    <a:pt x="5394" y="834"/>
                  </a:cubicBezTo>
                  <a:cubicBezTo>
                    <a:pt x="5739" y="501"/>
                    <a:pt x="6179" y="322"/>
                    <a:pt x="6644" y="322"/>
                  </a:cubicBezTo>
                  <a:cubicBezTo>
                    <a:pt x="7644" y="322"/>
                    <a:pt x="8454" y="1144"/>
                    <a:pt x="8454" y="2144"/>
                  </a:cubicBezTo>
                  <a:cubicBezTo>
                    <a:pt x="8454" y="3132"/>
                    <a:pt x="7644" y="3954"/>
                    <a:pt x="6644" y="3954"/>
                  </a:cubicBezTo>
                  <a:cubicBezTo>
                    <a:pt x="5977" y="3954"/>
                    <a:pt x="5382" y="3597"/>
                    <a:pt x="5048" y="3013"/>
                  </a:cubicBezTo>
                  <a:cubicBezTo>
                    <a:pt x="5013" y="2960"/>
                    <a:pt x="4957" y="2933"/>
                    <a:pt x="4891" y="2933"/>
                  </a:cubicBezTo>
                  <a:cubicBezTo>
                    <a:pt x="4869" y="2933"/>
                    <a:pt x="4846" y="2936"/>
                    <a:pt x="4822" y="2942"/>
                  </a:cubicBezTo>
                  <a:cubicBezTo>
                    <a:pt x="4667" y="3013"/>
                    <a:pt x="4489" y="3061"/>
                    <a:pt x="4286" y="3061"/>
                  </a:cubicBezTo>
                  <a:cubicBezTo>
                    <a:pt x="3917" y="3061"/>
                    <a:pt x="3572" y="2894"/>
                    <a:pt x="3322" y="2620"/>
                  </a:cubicBezTo>
                  <a:cubicBezTo>
                    <a:pt x="3284" y="2583"/>
                    <a:pt x="3242" y="2559"/>
                    <a:pt x="3198" y="2559"/>
                  </a:cubicBezTo>
                  <a:cubicBezTo>
                    <a:pt x="3172" y="2559"/>
                    <a:pt x="3146" y="2567"/>
                    <a:pt x="3120" y="2585"/>
                  </a:cubicBezTo>
                  <a:cubicBezTo>
                    <a:pt x="2977" y="2656"/>
                    <a:pt x="2822" y="2704"/>
                    <a:pt x="2667" y="2704"/>
                  </a:cubicBezTo>
                  <a:cubicBezTo>
                    <a:pt x="2381" y="2704"/>
                    <a:pt x="2119" y="2573"/>
                    <a:pt x="1953" y="2346"/>
                  </a:cubicBezTo>
                  <a:cubicBezTo>
                    <a:pt x="1929" y="2299"/>
                    <a:pt x="1881" y="2287"/>
                    <a:pt x="1822" y="2287"/>
                  </a:cubicBezTo>
                  <a:cubicBezTo>
                    <a:pt x="1774" y="2287"/>
                    <a:pt x="1715" y="2323"/>
                    <a:pt x="1691" y="2346"/>
                  </a:cubicBezTo>
                  <a:cubicBezTo>
                    <a:pt x="1596" y="2466"/>
                    <a:pt x="1465" y="2525"/>
                    <a:pt x="1334" y="2525"/>
                  </a:cubicBezTo>
                  <a:cubicBezTo>
                    <a:pt x="1238" y="2525"/>
                    <a:pt x="1167" y="2596"/>
                    <a:pt x="1167" y="2692"/>
                  </a:cubicBezTo>
                  <a:cubicBezTo>
                    <a:pt x="1167" y="2775"/>
                    <a:pt x="1238" y="2858"/>
                    <a:pt x="1334" y="2858"/>
                  </a:cubicBezTo>
                  <a:cubicBezTo>
                    <a:pt x="1512" y="2858"/>
                    <a:pt x="1667" y="2799"/>
                    <a:pt x="1822" y="2692"/>
                  </a:cubicBezTo>
                  <a:cubicBezTo>
                    <a:pt x="2060" y="2918"/>
                    <a:pt x="2358" y="3037"/>
                    <a:pt x="2679" y="3037"/>
                  </a:cubicBezTo>
                  <a:cubicBezTo>
                    <a:pt x="2846" y="3037"/>
                    <a:pt x="3024" y="3001"/>
                    <a:pt x="3179" y="2930"/>
                  </a:cubicBezTo>
                  <a:cubicBezTo>
                    <a:pt x="3477" y="3228"/>
                    <a:pt x="3870" y="3394"/>
                    <a:pt x="4310" y="3394"/>
                  </a:cubicBezTo>
                  <a:cubicBezTo>
                    <a:pt x="4489" y="3394"/>
                    <a:pt x="4667" y="3358"/>
                    <a:pt x="4846" y="3299"/>
                  </a:cubicBezTo>
                  <a:cubicBezTo>
                    <a:pt x="5227" y="3906"/>
                    <a:pt x="5918" y="4287"/>
                    <a:pt x="6644" y="4287"/>
                  </a:cubicBezTo>
                  <a:cubicBezTo>
                    <a:pt x="7834" y="4287"/>
                    <a:pt x="8787" y="3311"/>
                    <a:pt x="8787" y="2144"/>
                  </a:cubicBezTo>
                  <a:cubicBezTo>
                    <a:pt x="8799" y="965"/>
                    <a:pt x="7834" y="1"/>
                    <a:pt x="66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0407;p64">
              <a:extLst>
                <a:ext uri="{FF2B5EF4-FFF2-40B4-BE49-F238E27FC236}">
                  <a16:creationId xmlns:a16="http://schemas.microsoft.com/office/drawing/2014/main" id="{21C29E07-5EFD-47D2-A6EA-6A6BB50F3684}"/>
                </a:ext>
              </a:extLst>
            </p:cNvPr>
            <p:cNvSpPr/>
            <p:nvPr/>
          </p:nvSpPr>
          <p:spPr>
            <a:xfrm>
              <a:off x="2771359" y="3655327"/>
              <a:ext cx="10280" cy="21611"/>
            </a:xfrm>
            <a:custGeom>
              <a:avLst/>
              <a:gdLst/>
              <a:ahLst/>
              <a:cxnLst/>
              <a:rect l="l" t="t" r="r" b="b"/>
              <a:pathLst>
                <a:path w="323" h="679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72" y="679"/>
                    <a:pt x="167" y="679"/>
                  </a:cubicBezTo>
                  <a:cubicBezTo>
                    <a:pt x="251" y="679"/>
                    <a:pt x="322" y="608"/>
                    <a:pt x="322" y="512"/>
                  </a:cubicBezTo>
                  <a:lnTo>
                    <a:pt x="322" y="179"/>
                  </a:lnTo>
                  <a:cubicBezTo>
                    <a:pt x="322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408;p64">
              <a:extLst>
                <a:ext uri="{FF2B5EF4-FFF2-40B4-BE49-F238E27FC236}">
                  <a16:creationId xmlns:a16="http://schemas.microsoft.com/office/drawing/2014/main" id="{0D1E14A6-3F9B-4C82-894E-A806CE7E5EA5}"/>
                </a:ext>
              </a:extLst>
            </p:cNvPr>
            <p:cNvSpPr/>
            <p:nvPr/>
          </p:nvSpPr>
          <p:spPr>
            <a:xfrm>
              <a:off x="2794084" y="3655327"/>
              <a:ext cx="10280" cy="21611"/>
            </a:xfrm>
            <a:custGeom>
              <a:avLst/>
              <a:gdLst/>
              <a:ahLst/>
              <a:cxnLst/>
              <a:rect l="l" t="t" r="r" b="b"/>
              <a:pathLst>
                <a:path w="323" h="679" extrusionOk="0">
                  <a:moveTo>
                    <a:pt x="168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72" y="679"/>
                    <a:pt x="168" y="679"/>
                  </a:cubicBezTo>
                  <a:cubicBezTo>
                    <a:pt x="251" y="679"/>
                    <a:pt x="322" y="608"/>
                    <a:pt x="322" y="512"/>
                  </a:cubicBezTo>
                  <a:lnTo>
                    <a:pt x="322" y="179"/>
                  </a:lnTo>
                  <a:cubicBezTo>
                    <a:pt x="322" y="72"/>
                    <a:pt x="251" y="0"/>
                    <a:pt x="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409;p64">
              <a:extLst>
                <a:ext uri="{FF2B5EF4-FFF2-40B4-BE49-F238E27FC236}">
                  <a16:creationId xmlns:a16="http://schemas.microsoft.com/office/drawing/2014/main" id="{33C14099-8612-47C6-8234-E7C045D709DA}"/>
                </a:ext>
              </a:extLst>
            </p:cNvPr>
            <p:cNvSpPr/>
            <p:nvPr/>
          </p:nvSpPr>
          <p:spPr>
            <a:xfrm>
              <a:off x="2816840" y="3655327"/>
              <a:ext cx="11012" cy="21611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512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22" y="608"/>
                    <a:pt x="322" y="512"/>
                  </a:cubicBezTo>
                  <a:lnTo>
                    <a:pt x="322" y="179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410;p64">
              <a:extLst>
                <a:ext uri="{FF2B5EF4-FFF2-40B4-BE49-F238E27FC236}">
                  <a16:creationId xmlns:a16="http://schemas.microsoft.com/office/drawing/2014/main" id="{1E8B844E-A51C-47E5-8116-904335883197}"/>
                </a:ext>
              </a:extLst>
            </p:cNvPr>
            <p:cNvSpPr/>
            <p:nvPr/>
          </p:nvSpPr>
          <p:spPr>
            <a:xfrm>
              <a:off x="2839947" y="3655327"/>
              <a:ext cx="10630" cy="21611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72" y="679"/>
                    <a:pt x="167" y="679"/>
                  </a:cubicBezTo>
                  <a:cubicBezTo>
                    <a:pt x="251" y="679"/>
                    <a:pt x="334" y="608"/>
                    <a:pt x="334" y="512"/>
                  </a:cubicBezTo>
                  <a:lnTo>
                    <a:pt x="334" y="179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411;p64">
              <a:extLst>
                <a:ext uri="{FF2B5EF4-FFF2-40B4-BE49-F238E27FC236}">
                  <a16:creationId xmlns:a16="http://schemas.microsoft.com/office/drawing/2014/main" id="{5F5903F3-B8E5-4F8D-BDD0-6C35EEE07C37}"/>
                </a:ext>
              </a:extLst>
            </p:cNvPr>
            <p:cNvSpPr/>
            <p:nvPr/>
          </p:nvSpPr>
          <p:spPr>
            <a:xfrm>
              <a:off x="2862672" y="3655327"/>
              <a:ext cx="10662" cy="21611"/>
            </a:xfrm>
            <a:custGeom>
              <a:avLst/>
              <a:gdLst/>
              <a:ahLst/>
              <a:cxnLst/>
              <a:rect l="l" t="t" r="r" b="b"/>
              <a:pathLst>
                <a:path w="335" h="679" extrusionOk="0">
                  <a:moveTo>
                    <a:pt x="168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72" y="679"/>
                    <a:pt x="168" y="679"/>
                  </a:cubicBezTo>
                  <a:cubicBezTo>
                    <a:pt x="251" y="679"/>
                    <a:pt x="334" y="608"/>
                    <a:pt x="334" y="512"/>
                  </a:cubicBezTo>
                  <a:lnTo>
                    <a:pt x="334" y="179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412;p64">
              <a:extLst>
                <a:ext uri="{FF2B5EF4-FFF2-40B4-BE49-F238E27FC236}">
                  <a16:creationId xmlns:a16="http://schemas.microsoft.com/office/drawing/2014/main" id="{36236C59-84AA-4597-840B-24DC75408EA3}"/>
                </a:ext>
              </a:extLst>
            </p:cNvPr>
            <p:cNvSpPr/>
            <p:nvPr/>
          </p:nvSpPr>
          <p:spPr>
            <a:xfrm>
              <a:off x="2885429" y="3655327"/>
              <a:ext cx="11012" cy="21611"/>
            </a:xfrm>
            <a:custGeom>
              <a:avLst/>
              <a:gdLst/>
              <a:ahLst/>
              <a:cxnLst/>
              <a:rect l="l" t="t" r="r" b="b"/>
              <a:pathLst>
                <a:path w="346" h="679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lnTo>
                    <a:pt x="0" y="512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34" y="608"/>
                    <a:pt x="334" y="512"/>
                  </a:cubicBezTo>
                  <a:lnTo>
                    <a:pt x="334" y="179"/>
                  </a:lnTo>
                  <a:cubicBezTo>
                    <a:pt x="346" y="72"/>
                    <a:pt x="274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413;p64">
              <a:extLst>
                <a:ext uri="{FF2B5EF4-FFF2-40B4-BE49-F238E27FC236}">
                  <a16:creationId xmlns:a16="http://schemas.microsoft.com/office/drawing/2014/main" id="{29D1A176-B5B8-4509-A44A-53043A825E01}"/>
                </a:ext>
              </a:extLst>
            </p:cNvPr>
            <p:cNvSpPr/>
            <p:nvPr/>
          </p:nvSpPr>
          <p:spPr>
            <a:xfrm>
              <a:off x="2908535" y="3655327"/>
              <a:ext cx="10630" cy="21611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lnTo>
                    <a:pt x="1" y="512"/>
                  </a:lnTo>
                  <a:cubicBezTo>
                    <a:pt x="1" y="608"/>
                    <a:pt x="84" y="679"/>
                    <a:pt x="167" y="679"/>
                  </a:cubicBezTo>
                  <a:cubicBezTo>
                    <a:pt x="263" y="679"/>
                    <a:pt x="334" y="608"/>
                    <a:pt x="334" y="512"/>
                  </a:cubicBezTo>
                  <a:lnTo>
                    <a:pt x="334" y="179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414;p64">
              <a:extLst>
                <a:ext uri="{FF2B5EF4-FFF2-40B4-BE49-F238E27FC236}">
                  <a16:creationId xmlns:a16="http://schemas.microsoft.com/office/drawing/2014/main" id="{E75D7BAB-619B-48FC-9A48-091652A99A9F}"/>
                </a:ext>
              </a:extLst>
            </p:cNvPr>
            <p:cNvSpPr/>
            <p:nvPr/>
          </p:nvSpPr>
          <p:spPr>
            <a:xfrm>
              <a:off x="2931292" y="3655327"/>
              <a:ext cx="10630" cy="21611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71" y="0"/>
                    <a:pt x="0" y="72"/>
                    <a:pt x="0" y="155"/>
                  </a:cubicBezTo>
                  <a:lnTo>
                    <a:pt x="0" y="512"/>
                  </a:lnTo>
                  <a:cubicBezTo>
                    <a:pt x="0" y="608"/>
                    <a:pt x="71" y="679"/>
                    <a:pt x="167" y="679"/>
                  </a:cubicBezTo>
                  <a:cubicBezTo>
                    <a:pt x="262" y="679"/>
                    <a:pt x="333" y="608"/>
                    <a:pt x="333" y="512"/>
                  </a:cubicBezTo>
                  <a:lnTo>
                    <a:pt x="333" y="179"/>
                  </a:lnTo>
                  <a:cubicBezTo>
                    <a:pt x="333" y="72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1115;p65">
            <a:extLst>
              <a:ext uri="{FF2B5EF4-FFF2-40B4-BE49-F238E27FC236}">
                <a16:creationId xmlns:a16="http://schemas.microsoft.com/office/drawing/2014/main" id="{F100358F-04F2-4C28-9BB1-0E081FD2E567}"/>
              </a:ext>
            </a:extLst>
          </p:cNvPr>
          <p:cNvSpPr/>
          <p:nvPr/>
        </p:nvSpPr>
        <p:spPr>
          <a:xfrm>
            <a:off x="6270684" y="3074902"/>
            <a:ext cx="1434031" cy="1154832"/>
          </a:xfrm>
          <a:custGeom>
            <a:avLst/>
            <a:gdLst/>
            <a:ahLst/>
            <a:cxnLst/>
            <a:rect l="l" t="t" r="r" b="b"/>
            <a:pathLst>
              <a:path w="11419" h="11443" extrusionOk="0">
                <a:moveTo>
                  <a:pt x="4644" y="3560"/>
                </a:moveTo>
                <a:lnTo>
                  <a:pt x="4727" y="3655"/>
                </a:lnTo>
                <a:lnTo>
                  <a:pt x="4132" y="4263"/>
                </a:lnTo>
                <a:cubicBezTo>
                  <a:pt x="3989" y="4084"/>
                  <a:pt x="3965" y="3834"/>
                  <a:pt x="4108" y="3655"/>
                </a:cubicBezTo>
                <a:lnTo>
                  <a:pt x="4120" y="3655"/>
                </a:lnTo>
                <a:cubicBezTo>
                  <a:pt x="4298" y="3655"/>
                  <a:pt x="4465" y="3620"/>
                  <a:pt x="4644" y="3560"/>
                </a:cubicBezTo>
                <a:close/>
                <a:moveTo>
                  <a:pt x="8751" y="5739"/>
                </a:moveTo>
                <a:lnTo>
                  <a:pt x="8918" y="5906"/>
                </a:lnTo>
                <a:cubicBezTo>
                  <a:pt x="8944" y="5932"/>
                  <a:pt x="8994" y="5951"/>
                  <a:pt x="9043" y="5951"/>
                </a:cubicBezTo>
                <a:cubicBezTo>
                  <a:pt x="9061" y="5951"/>
                  <a:pt x="9080" y="5948"/>
                  <a:pt x="9097" y="5941"/>
                </a:cubicBezTo>
                <a:cubicBezTo>
                  <a:pt x="9275" y="5894"/>
                  <a:pt x="9430" y="5858"/>
                  <a:pt x="9597" y="5846"/>
                </a:cubicBezTo>
                <a:lnTo>
                  <a:pt x="9704" y="5858"/>
                </a:lnTo>
                <a:cubicBezTo>
                  <a:pt x="10478" y="5918"/>
                  <a:pt x="11073" y="6561"/>
                  <a:pt x="11073" y="7335"/>
                </a:cubicBezTo>
                <a:cubicBezTo>
                  <a:pt x="11085" y="7454"/>
                  <a:pt x="11073" y="7585"/>
                  <a:pt x="11025" y="7716"/>
                </a:cubicBezTo>
                <a:lnTo>
                  <a:pt x="10121" y="6811"/>
                </a:lnTo>
                <a:cubicBezTo>
                  <a:pt x="10061" y="6739"/>
                  <a:pt x="9966" y="6692"/>
                  <a:pt x="9870" y="6644"/>
                </a:cubicBezTo>
                <a:cubicBezTo>
                  <a:pt x="9787" y="6620"/>
                  <a:pt x="9704" y="6608"/>
                  <a:pt x="9609" y="6608"/>
                </a:cubicBezTo>
                <a:cubicBezTo>
                  <a:pt x="9418" y="6608"/>
                  <a:pt x="9239" y="6680"/>
                  <a:pt x="9108" y="6811"/>
                </a:cubicBezTo>
                <a:cubicBezTo>
                  <a:pt x="8918" y="7001"/>
                  <a:pt x="8858" y="7299"/>
                  <a:pt x="8942" y="7573"/>
                </a:cubicBezTo>
                <a:cubicBezTo>
                  <a:pt x="8978" y="7680"/>
                  <a:pt x="9037" y="7763"/>
                  <a:pt x="9108" y="7823"/>
                </a:cubicBezTo>
                <a:lnTo>
                  <a:pt x="10013" y="8728"/>
                </a:lnTo>
                <a:cubicBezTo>
                  <a:pt x="9882" y="8775"/>
                  <a:pt x="9751" y="8787"/>
                  <a:pt x="9609" y="8787"/>
                </a:cubicBezTo>
                <a:cubicBezTo>
                  <a:pt x="8835" y="8787"/>
                  <a:pt x="8204" y="8180"/>
                  <a:pt x="8156" y="7418"/>
                </a:cubicBezTo>
                <a:lnTo>
                  <a:pt x="8144" y="7323"/>
                </a:lnTo>
                <a:cubicBezTo>
                  <a:pt x="8144" y="7156"/>
                  <a:pt x="8168" y="6977"/>
                  <a:pt x="8227" y="6811"/>
                </a:cubicBezTo>
                <a:cubicBezTo>
                  <a:pt x="8263" y="6751"/>
                  <a:pt x="8239" y="6680"/>
                  <a:pt x="8180" y="6632"/>
                </a:cubicBezTo>
                <a:lnTo>
                  <a:pt x="8025" y="6465"/>
                </a:lnTo>
                <a:lnTo>
                  <a:pt x="8751" y="5739"/>
                </a:lnTo>
                <a:close/>
                <a:moveTo>
                  <a:pt x="2393" y="6537"/>
                </a:moveTo>
                <a:lnTo>
                  <a:pt x="2751" y="6894"/>
                </a:lnTo>
                <a:lnTo>
                  <a:pt x="4632" y="8775"/>
                </a:lnTo>
                <a:lnTo>
                  <a:pt x="4894" y="9037"/>
                </a:lnTo>
                <a:lnTo>
                  <a:pt x="4358" y="9573"/>
                </a:lnTo>
                <a:lnTo>
                  <a:pt x="1858" y="7084"/>
                </a:lnTo>
                <a:lnTo>
                  <a:pt x="2393" y="6537"/>
                </a:lnTo>
                <a:close/>
                <a:moveTo>
                  <a:pt x="4155" y="0"/>
                </a:moveTo>
                <a:cubicBezTo>
                  <a:pt x="3882" y="0"/>
                  <a:pt x="3632" y="60"/>
                  <a:pt x="3382" y="179"/>
                </a:cubicBezTo>
                <a:cubicBezTo>
                  <a:pt x="3334" y="203"/>
                  <a:pt x="3286" y="250"/>
                  <a:pt x="3286" y="298"/>
                </a:cubicBezTo>
                <a:cubicBezTo>
                  <a:pt x="3274" y="357"/>
                  <a:pt x="3298" y="393"/>
                  <a:pt x="3334" y="441"/>
                </a:cubicBezTo>
                <a:lnTo>
                  <a:pt x="4417" y="1524"/>
                </a:lnTo>
                <a:cubicBezTo>
                  <a:pt x="4453" y="1560"/>
                  <a:pt x="4477" y="1608"/>
                  <a:pt x="4513" y="1667"/>
                </a:cubicBezTo>
                <a:cubicBezTo>
                  <a:pt x="4548" y="1810"/>
                  <a:pt x="4525" y="1965"/>
                  <a:pt x="4417" y="2060"/>
                </a:cubicBezTo>
                <a:cubicBezTo>
                  <a:pt x="4346" y="2143"/>
                  <a:pt x="4251" y="2167"/>
                  <a:pt x="4155" y="2167"/>
                </a:cubicBezTo>
                <a:cubicBezTo>
                  <a:pt x="4108" y="2167"/>
                  <a:pt x="4060" y="2155"/>
                  <a:pt x="4013" y="2143"/>
                </a:cubicBezTo>
                <a:cubicBezTo>
                  <a:pt x="3953" y="2108"/>
                  <a:pt x="3917" y="2096"/>
                  <a:pt x="3882" y="2048"/>
                </a:cubicBezTo>
                <a:lnTo>
                  <a:pt x="2798" y="965"/>
                </a:lnTo>
                <a:cubicBezTo>
                  <a:pt x="2762" y="928"/>
                  <a:pt x="2725" y="913"/>
                  <a:pt x="2684" y="913"/>
                </a:cubicBezTo>
                <a:cubicBezTo>
                  <a:pt x="2671" y="913"/>
                  <a:pt x="2657" y="914"/>
                  <a:pt x="2643" y="917"/>
                </a:cubicBezTo>
                <a:cubicBezTo>
                  <a:pt x="2584" y="929"/>
                  <a:pt x="2548" y="965"/>
                  <a:pt x="2524" y="1012"/>
                </a:cubicBezTo>
                <a:cubicBezTo>
                  <a:pt x="2405" y="1262"/>
                  <a:pt x="2346" y="1512"/>
                  <a:pt x="2346" y="1786"/>
                </a:cubicBezTo>
                <a:cubicBezTo>
                  <a:pt x="2346" y="2239"/>
                  <a:pt x="2524" y="2679"/>
                  <a:pt x="2846" y="3013"/>
                </a:cubicBezTo>
                <a:cubicBezTo>
                  <a:pt x="3096" y="3286"/>
                  <a:pt x="3417" y="3465"/>
                  <a:pt x="3798" y="3548"/>
                </a:cubicBezTo>
                <a:cubicBezTo>
                  <a:pt x="3655" y="3846"/>
                  <a:pt x="3715" y="4203"/>
                  <a:pt x="3941" y="4465"/>
                </a:cubicBezTo>
                <a:lnTo>
                  <a:pt x="3560" y="4846"/>
                </a:lnTo>
                <a:cubicBezTo>
                  <a:pt x="3405" y="5001"/>
                  <a:pt x="3334" y="5191"/>
                  <a:pt x="3334" y="5394"/>
                </a:cubicBezTo>
                <a:cubicBezTo>
                  <a:pt x="3334" y="5596"/>
                  <a:pt x="3405" y="5775"/>
                  <a:pt x="3524" y="5906"/>
                </a:cubicBezTo>
                <a:lnTo>
                  <a:pt x="2917" y="6513"/>
                </a:lnTo>
                <a:lnTo>
                  <a:pt x="2560" y="6156"/>
                </a:lnTo>
                <a:cubicBezTo>
                  <a:pt x="2530" y="6126"/>
                  <a:pt x="2486" y="6111"/>
                  <a:pt x="2441" y="6111"/>
                </a:cubicBezTo>
                <a:cubicBezTo>
                  <a:pt x="2396" y="6111"/>
                  <a:pt x="2352" y="6126"/>
                  <a:pt x="2322" y="6156"/>
                </a:cubicBezTo>
                <a:lnTo>
                  <a:pt x="1417" y="7061"/>
                </a:lnTo>
                <a:lnTo>
                  <a:pt x="60" y="8418"/>
                </a:lnTo>
                <a:cubicBezTo>
                  <a:pt x="0" y="8478"/>
                  <a:pt x="0" y="8597"/>
                  <a:pt x="60" y="8656"/>
                </a:cubicBezTo>
                <a:lnTo>
                  <a:pt x="1096" y="9704"/>
                </a:lnTo>
                <a:cubicBezTo>
                  <a:pt x="1125" y="9734"/>
                  <a:pt x="1170" y="9748"/>
                  <a:pt x="1215" y="9748"/>
                </a:cubicBezTo>
                <a:cubicBezTo>
                  <a:pt x="1259" y="9748"/>
                  <a:pt x="1304" y="9734"/>
                  <a:pt x="1334" y="9704"/>
                </a:cubicBezTo>
                <a:cubicBezTo>
                  <a:pt x="1393" y="9644"/>
                  <a:pt x="1393" y="9525"/>
                  <a:pt x="1334" y="9466"/>
                </a:cubicBezTo>
                <a:lnTo>
                  <a:pt x="417" y="8537"/>
                </a:lnTo>
                <a:lnTo>
                  <a:pt x="1667" y="7287"/>
                </a:lnTo>
                <a:lnTo>
                  <a:pt x="4167" y="9787"/>
                </a:lnTo>
                <a:lnTo>
                  <a:pt x="2917" y="11037"/>
                </a:lnTo>
                <a:lnTo>
                  <a:pt x="1810" y="9942"/>
                </a:lnTo>
                <a:cubicBezTo>
                  <a:pt x="1780" y="9912"/>
                  <a:pt x="1736" y="9897"/>
                  <a:pt x="1691" y="9897"/>
                </a:cubicBezTo>
                <a:cubicBezTo>
                  <a:pt x="1646" y="9897"/>
                  <a:pt x="1602" y="9912"/>
                  <a:pt x="1572" y="9942"/>
                </a:cubicBezTo>
                <a:cubicBezTo>
                  <a:pt x="1512" y="10002"/>
                  <a:pt x="1512" y="10121"/>
                  <a:pt x="1572" y="10180"/>
                </a:cubicBezTo>
                <a:lnTo>
                  <a:pt x="2798" y="11395"/>
                </a:lnTo>
                <a:cubicBezTo>
                  <a:pt x="2822" y="11430"/>
                  <a:pt x="2870" y="11442"/>
                  <a:pt x="2917" y="11442"/>
                </a:cubicBezTo>
                <a:cubicBezTo>
                  <a:pt x="2965" y="11442"/>
                  <a:pt x="3001" y="11430"/>
                  <a:pt x="3036" y="11395"/>
                </a:cubicBezTo>
                <a:lnTo>
                  <a:pt x="4394" y="10037"/>
                </a:lnTo>
                <a:lnTo>
                  <a:pt x="5298" y="9132"/>
                </a:lnTo>
                <a:cubicBezTo>
                  <a:pt x="5322" y="9109"/>
                  <a:pt x="5346" y="9061"/>
                  <a:pt x="5346" y="9013"/>
                </a:cubicBezTo>
                <a:cubicBezTo>
                  <a:pt x="5346" y="8966"/>
                  <a:pt x="5322" y="8930"/>
                  <a:pt x="5298" y="8894"/>
                </a:cubicBezTo>
                <a:lnTo>
                  <a:pt x="5025" y="8632"/>
                </a:lnTo>
                <a:lnTo>
                  <a:pt x="5644" y="8013"/>
                </a:lnTo>
                <a:cubicBezTo>
                  <a:pt x="5770" y="8094"/>
                  <a:pt x="5916" y="8135"/>
                  <a:pt x="6062" y="8135"/>
                </a:cubicBezTo>
                <a:cubicBezTo>
                  <a:pt x="6217" y="8135"/>
                  <a:pt x="6372" y="8088"/>
                  <a:pt x="6501" y="7989"/>
                </a:cubicBezTo>
                <a:cubicBezTo>
                  <a:pt x="6572" y="7930"/>
                  <a:pt x="6596" y="7823"/>
                  <a:pt x="6537" y="7751"/>
                </a:cubicBezTo>
                <a:cubicBezTo>
                  <a:pt x="6500" y="7708"/>
                  <a:pt x="6446" y="7682"/>
                  <a:pt x="6393" y="7682"/>
                </a:cubicBezTo>
                <a:cubicBezTo>
                  <a:pt x="6360" y="7682"/>
                  <a:pt x="6326" y="7692"/>
                  <a:pt x="6299" y="7716"/>
                </a:cubicBezTo>
                <a:cubicBezTo>
                  <a:pt x="6220" y="7778"/>
                  <a:pt x="6131" y="7806"/>
                  <a:pt x="6041" y="7806"/>
                </a:cubicBezTo>
                <a:cubicBezTo>
                  <a:pt x="5927" y="7806"/>
                  <a:pt x="5814" y="7760"/>
                  <a:pt x="5727" y="7680"/>
                </a:cubicBezTo>
                <a:cubicBezTo>
                  <a:pt x="5703" y="7644"/>
                  <a:pt x="5656" y="7632"/>
                  <a:pt x="5608" y="7632"/>
                </a:cubicBezTo>
                <a:cubicBezTo>
                  <a:pt x="5560" y="7632"/>
                  <a:pt x="5525" y="7644"/>
                  <a:pt x="5489" y="7680"/>
                </a:cubicBezTo>
                <a:lnTo>
                  <a:pt x="4763" y="8406"/>
                </a:lnTo>
                <a:lnTo>
                  <a:pt x="3108" y="6799"/>
                </a:lnTo>
                <a:lnTo>
                  <a:pt x="3834" y="6072"/>
                </a:lnTo>
                <a:cubicBezTo>
                  <a:pt x="3894" y="6013"/>
                  <a:pt x="3894" y="5894"/>
                  <a:pt x="3834" y="5834"/>
                </a:cubicBezTo>
                <a:lnTo>
                  <a:pt x="3751" y="5739"/>
                </a:lnTo>
                <a:cubicBezTo>
                  <a:pt x="3655" y="5644"/>
                  <a:pt x="3620" y="5549"/>
                  <a:pt x="3620" y="5430"/>
                </a:cubicBezTo>
                <a:cubicBezTo>
                  <a:pt x="3620" y="5310"/>
                  <a:pt x="3655" y="5203"/>
                  <a:pt x="3751" y="5108"/>
                </a:cubicBezTo>
                <a:lnTo>
                  <a:pt x="4251" y="4608"/>
                </a:lnTo>
                <a:lnTo>
                  <a:pt x="5096" y="3763"/>
                </a:lnTo>
                <a:lnTo>
                  <a:pt x="6013" y="2846"/>
                </a:lnTo>
                <a:cubicBezTo>
                  <a:pt x="6025" y="2834"/>
                  <a:pt x="6037" y="2822"/>
                  <a:pt x="6049" y="2822"/>
                </a:cubicBezTo>
                <a:cubicBezTo>
                  <a:pt x="6106" y="2780"/>
                  <a:pt x="6170" y="2761"/>
                  <a:pt x="6233" y="2761"/>
                </a:cubicBezTo>
                <a:cubicBezTo>
                  <a:pt x="6314" y="2761"/>
                  <a:pt x="6393" y="2792"/>
                  <a:pt x="6453" y="2846"/>
                </a:cubicBezTo>
                <a:lnTo>
                  <a:pt x="6477" y="2870"/>
                </a:lnTo>
                <a:cubicBezTo>
                  <a:pt x="6572" y="2965"/>
                  <a:pt x="6596" y="3132"/>
                  <a:pt x="6501" y="3263"/>
                </a:cubicBezTo>
                <a:cubicBezTo>
                  <a:pt x="6489" y="3286"/>
                  <a:pt x="6477" y="3298"/>
                  <a:pt x="6477" y="3310"/>
                </a:cubicBezTo>
                <a:lnTo>
                  <a:pt x="5477" y="4310"/>
                </a:lnTo>
                <a:cubicBezTo>
                  <a:pt x="5418" y="4370"/>
                  <a:pt x="5418" y="4489"/>
                  <a:pt x="5477" y="4548"/>
                </a:cubicBezTo>
                <a:cubicBezTo>
                  <a:pt x="5501" y="4584"/>
                  <a:pt x="5549" y="4596"/>
                  <a:pt x="5596" y="4596"/>
                </a:cubicBezTo>
                <a:cubicBezTo>
                  <a:pt x="5644" y="4596"/>
                  <a:pt x="5679" y="4572"/>
                  <a:pt x="5715" y="4548"/>
                </a:cubicBezTo>
                <a:lnTo>
                  <a:pt x="6715" y="3548"/>
                </a:lnTo>
                <a:cubicBezTo>
                  <a:pt x="6727" y="3536"/>
                  <a:pt x="6739" y="3525"/>
                  <a:pt x="6751" y="3525"/>
                </a:cubicBezTo>
                <a:cubicBezTo>
                  <a:pt x="6805" y="3481"/>
                  <a:pt x="6872" y="3460"/>
                  <a:pt x="6939" y="3460"/>
                </a:cubicBezTo>
                <a:cubicBezTo>
                  <a:pt x="7018" y="3460"/>
                  <a:pt x="7098" y="3490"/>
                  <a:pt x="7156" y="3548"/>
                </a:cubicBezTo>
                <a:lnTo>
                  <a:pt x="7168" y="3560"/>
                </a:lnTo>
                <a:cubicBezTo>
                  <a:pt x="7275" y="3667"/>
                  <a:pt x="7287" y="3834"/>
                  <a:pt x="7203" y="3965"/>
                </a:cubicBezTo>
                <a:cubicBezTo>
                  <a:pt x="7192" y="3989"/>
                  <a:pt x="7192" y="4001"/>
                  <a:pt x="7168" y="4013"/>
                </a:cubicBezTo>
                <a:lnTo>
                  <a:pt x="6180" y="5013"/>
                </a:lnTo>
                <a:cubicBezTo>
                  <a:pt x="6120" y="5072"/>
                  <a:pt x="6120" y="5191"/>
                  <a:pt x="6180" y="5251"/>
                </a:cubicBezTo>
                <a:cubicBezTo>
                  <a:pt x="6203" y="5275"/>
                  <a:pt x="6251" y="5299"/>
                  <a:pt x="6299" y="5299"/>
                </a:cubicBezTo>
                <a:cubicBezTo>
                  <a:pt x="6334" y="5299"/>
                  <a:pt x="6382" y="5275"/>
                  <a:pt x="6418" y="5251"/>
                </a:cubicBezTo>
                <a:lnTo>
                  <a:pt x="7406" y="4251"/>
                </a:lnTo>
                <a:cubicBezTo>
                  <a:pt x="7430" y="4239"/>
                  <a:pt x="7442" y="4215"/>
                  <a:pt x="7454" y="4215"/>
                </a:cubicBezTo>
                <a:cubicBezTo>
                  <a:pt x="7506" y="4179"/>
                  <a:pt x="7569" y="4160"/>
                  <a:pt x="7633" y="4160"/>
                </a:cubicBezTo>
                <a:cubicBezTo>
                  <a:pt x="7715" y="4160"/>
                  <a:pt x="7798" y="4191"/>
                  <a:pt x="7858" y="4251"/>
                </a:cubicBezTo>
                <a:lnTo>
                  <a:pt x="7870" y="4263"/>
                </a:lnTo>
                <a:cubicBezTo>
                  <a:pt x="7977" y="4370"/>
                  <a:pt x="7989" y="4537"/>
                  <a:pt x="7906" y="4668"/>
                </a:cubicBezTo>
                <a:cubicBezTo>
                  <a:pt x="7882" y="4679"/>
                  <a:pt x="7882" y="4703"/>
                  <a:pt x="7870" y="4715"/>
                </a:cubicBezTo>
                <a:lnTo>
                  <a:pt x="6870" y="5715"/>
                </a:lnTo>
                <a:cubicBezTo>
                  <a:pt x="6811" y="5775"/>
                  <a:pt x="6811" y="5894"/>
                  <a:pt x="6870" y="5953"/>
                </a:cubicBezTo>
                <a:cubicBezTo>
                  <a:pt x="6906" y="5977"/>
                  <a:pt x="6953" y="5989"/>
                  <a:pt x="6989" y="5989"/>
                </a:cubicBezTo>
                <a:cubicBezTo>
                  <a:pt x="7037" y="5989"/>
                  <a:pt x="7084" y="5977"/>
                  <a:pt x="7108" y="5953"/>
                </a:cubicBezTo>
                <a:lnTo>
                  <a:pt x="8108" y="4953"/>
                </a:lnTo>
                <a:cubicBezTo>
                  <a:pt x="8120" y="4941"/>
                  <a:pt x="8144" y="4918"/>
                  <a:pt x="8156" y="4918"/>
                </a:cubicBezTo>
                <a:cubicBezTo>
                  <a:pt x="8208" y="4881"/>
                  <a:pt x="8272" y="4863"/>
                  <a:pt x="8335" y="4863"/>
                </a:cubicBezTo>
                <a:cubicBezTo>
                  <a:pt x="8418" y="4863"/>
                  <a:pt x="8501" y="4893"/>
                  <a:pt x="8561" y="4953"/>
                </a:cubicBezTo>
                <a:lnTo>
                  <a:pt x="8573" y="4965"/>
                </a:lnTo>
                <a:cubicBezTo>
                  <a:pt x="8680" y="5072"/>
                  <a:pt x="8692" y="5239"/>
                  <a:pt x="8597" y="5370"/>
                </a:cubicBezTo>
                <a:cubicBezTo>
                  <a:pt x="8585" y="5382"/>
                  <a:pt x="8573" y="5394"/>
                  <a:pt x="8573" y="5418"/>
                </a:cubicBezTo>
                <a:lnTo>
                  <a:pt x="6715" y="7275"/>
                </a:lnTo>
                <a:cubicBezTo>
                  <a:pt x="6656" y="7335"/>
                  <a:pt x="6656" y="7454"/>
                  <a:pt x="6715" y="7513"/>
                </a:cubicBezTo>
                <a:cubicBezTo>
                  <a:pt x="6739" y="7537"/>
                  <a:pt x="6787" y="7561"/>
                  <a:pt x="6834" y="7561"/>
                </a:cubicBezTo>
                <a:cubicBezTo>
                  <a:pt x="6870" y="7561"/>
                  <a:pt x="6918" y="7537"/>
                  <a:pt x="6953" y="7513"/>
                </a:cubicBezTo>
                <a:lnTo>
                  <a:pt x="7787" y="6680"/>
                </a:lnTo>
                <a:lnTo>
                  <a:pt x="7870" y="6763"/>
                </a:lnTo>
                <a:cubicBezTo>
                  <a:pt x="7811" y="6942"/>
                  <a:pt x="7787" y="7120"/>
                  <a:pt x="7787" y="7287"/>
                </a:cubicBezTo>
                <a:lnTo>
                  <a:pt x="7787" y="7299"/>
                </a:lnTo>
                <a:lnTo>
                  <a:pt x="7799" y="7406"/>
                </a:lnTo>
                <a:cubicBezTo>
                  <a:pt x="7823" y="7870"/>
                  <a:pt x="8037" y="8287"/>
                  <a:pt x="8358" y="8597"/>
                </a:cubicBezTo>
                <a:cubicBezTo>
                  <a:pt x="8692" y="8906"/>
                  <a:pt x="9132" y="9085"/>
                  <a:pt x="9597" y="9085"/>
                </a:cubicBezTo>
                <a:cubicBezTo>
                  <a:pt x="9870" y="9085"/>
                  <a:pt x="10121" y="9025"/>
                  <a:pt x="10371" y="8906"/>
                </a:cubicBezTo>
                <a:cubicBezTo>
                  <a:pt x="10418" y="8882"/>
                  <a:pt x="10466" y="8835"/>
                  <a:pt x="10466" y="8787"/>
                </a:cubicBezTo>
                <a:cubicBezTo>
                  <a:pt x="10478" y="8728"/>
                  <a:pt x="10442" y="8692"/>
                  <a:pt x="10418" y="8644"/>
                </a:cubicBezTo>
                <a:lnTo>
                  <a:pt x="9335" y="7537"/>
                </a:lnTo>
                <a:cubicBezTo>
                  <a:pt x="9287" y="7501"/>
                  <a:pt x="9251" y="7454"/>
                  <a:pt x="9251" y="7406"/>
                </a:cubicBezTo>
                <a:cubicBezTo>
                  <a:pt x="9192" y="7263"/>
                  <a:pt x="9239" y="7108"/>
                  <a:pt x="9347" y="7001"/>
                </a:cubicBezTo>
                <a:cubicBezTo>
                  <a:pt x="9418" y="6930"/>
                  <a:pt x="9513" y="6882"/>
                  <a:pt x="9609" y="6882"/>
                </a:cubicBezTo>
                <a:cubicBezTo>
                  <a:pt x="9656" y="6882"/>
                  <a:pt x="9704" y="6906"/>
                  <a:pt x="9751" y="6918"/>
                </a:cubicBezTo>
                <a:cubicBezTo>
                  <a:pt x="9811" y="6942"/>
                  <a:pt x="9847" y="6965"/>
                  <a:pt x="9882" y="7001"/>
                </a:cubicBezTo>
                <a:lnTo>
                  <a:pt x="10966" y="8097"/>
                </a:lnTo>
                <a:cubicBezTo>
                  <a:pt x="11000" y="8122"/>
                  <a:pt x="11034" y="8142"/>
                  <a:pt x="11073" y="8142"/>
                </a:cubicBezTo>
                <a:cubicBezTo>
                  <a:pt x="11088" y="8142"/>
                  <a:pt x="11104" y="8139"/>
                  <a:pt x="11121" y="8132"/>
                </a:cubicBezTo>
                <a:cubicBezTo>
                  <a:pt x="11180" y="8120"/>
                  <a:pt x="11216" y="8097"/>
                  <a:pt x="11240" y="8049"/>
                </a:cubicBezTo>
                <a:cubicBezTo>
                  <a:pt x="11359" y="7799"/>
                  <a:pt x="11418" y="7537"/>
                  <a:pt x="11418" y="7275"/>
                </a:cubicBezTo>
                <a:cubicBezTo>
                  <a:pt x="11418" y="6858"/>
                  <a:pt x="11252" y="6430"/>
                  <a:pt x="10918" y="6084"/>
                </a:cubicBezTo>
                <a:cubicBezTo>
                  <a:pt x="10609" y="5751"/>
                  <a:pt x="10180" y="5549"/>
                  <a:pt x="9728" y="5513"/>
                </a:cubicBezTo>
                <a:lnTo>
                  <a:pt x="9632" y="5501"/>
                </a:lnTo>
                <a:lnTo>
                  <a:pt x="9609" y="5501"/>
                </a:lnTo>
                <a:cubicBezTo>
                  <a:pt x="9454" y="5501"/>
                  <a:pt x="9275" y="5537"/>
                  <a:pt x="9097" y="5596"/>
                </a:cubicBezTo>
                <a:lnTo>
                  <a:pt x="8954" y="5453"/>
                </a:lnTo>
                <a:cubicBezTo>
                  <a:pt x="9049" y="5215"/>
                  <a:pt x="9001" y="4953"/>
                  <a:pt x="8811" y="4763"/>
                </a:cubicBezTo>
                <a:lnTo>
                  <a:pt x="8799" y="4739"/>
                </a:lnTo>
                <a:cubicBezTo>
                  <a:pt x="8656" y="4608"/>
                  <a:pt x="8477" y="4548"/>
                  <a:pt x="8299" y="4548"/>
                </a:cubicBezTo>
                <a:cubicBezTo>
                  <a:pt x="8323" y="4370"/>
                  <a:pt x="8239" y="4191"/>
                  <a:pt x="8108" y="4060"/>
                </a:cubicBezTo>
                <a:lnTo>
                  <a:pt x="8096" y="4048"/>
                </a:lnTo>
                <a:cubicBezTo>
                  <a:pt x="7965" y="3906"/>
                  <a:pt x="7775" y="3846"/>
                  <a:pt x="7596" y="3846"/>
                </a:cubicBezTo>
                <a:cubicBezTo>
                  <a:pt x="7620" y="3667"/>
                  <a:pt x="7537" y="3489"/>
                  <a:pt x="7406" y="3358"/>
                </a:cubicBezTo>
                <a:lnTo>
                  <a:pt x="7394" y="3346"/>
                </a:lnTo>
                <a:cubicBezTo>
                  <a:pt x="7263" y="3215"/>
                  <a:pt x="7084" y="3155"/>
                  <a:pt x="6906" y="3155"/>
                </a:cubicBezTo>
                <a:cubicBezTo>
                  <a:pt x="6918" y="2977"/>
                  <a:pt x="6846" y="2798"/>
                  <a:pt x="6703" y="2655"/>
                </a:cubicBezTo>
                <a:lnTo>
                  <a:pt x="6692" y="2643"/>
                </a:lnTo>
                <a:cubicBezTo>
                  <a:pt x="6565" y="2516"/>
                  <a:pt x="6400" y="2453"/>
                  <a:pt x="6235" y="2453"/>
                </a:cubicBezTo>
                <a:cubicBezTo>
                  <a:pt x="6152" y="2453"/>
                  <a:pt x="6068" y="2469"/>
                  <a:pt x="5989" y="2501"/>
                </a:cubicBezTo>
                <a:lnTo>
                  <a:pt x="5858" y="2358"/>
                </a:lnTo>
                <a:cubicBezTo>
                  <a:pt x="5918" y="2179"/>
                  <a:pt x="5953" y="2001"/>
                  <a:pt x="5953" y="1846"/>
                </a:cubicBezTo>
                <a:lnTo>
                  <a:pt x="5953" y="1822"/>
                </a:lnTo>
                <a:lnTo>
                  <a:pt x="5930" y="1727"/>
                </a:lnTo>
                <a:cubicBezTo>
                  <a:pt x="5918" y="1465"/>
                  <a:pt x="5846" y="1215"/>
                  <a:pt x="5727" y="988"/>
                </a:cubicBezTo>
                <a:cubicBezTo>
                  <a:pt x="5693" y="937"/>
                  <a:pt x="5628" y="898"/>
                  <a:pt x="5567" y="898"/>
                </a:cubicBezTo>
                <a:cubicBezTo>
                  <a:pt x="5544" y="898"/>
                  <a:pt x="5521" y="904"/>
                  <a:pt x="5501" y="917"/>
                </a:cubicBezTo>
                <a:cubicBezTo>
                  <a:pt x="5429" y="965"/>
                  <a:pt x="5382" y="1072"/>
                  <a:pt x="5429" y="1143"/>
                </a:cubicBezTo>
                <a:cubicBezTo>
                  <a:pt x="5537" y="1334"/>
                  <a:pt x="5596" y="1524"/>
                  <a:pt x="5608" y="1739"/>
                </a:cubicBezTo>
                <a:lnTo>
                  <a:pt x="5620" y="1846"/>
                </a:lnTo>
                <a:cubicBezTo>
                  <a:pt x="5620" y="2001"/>
                  <a:pt x="5596" y="2167"/>
                  <a:pt x="5513" y="2346"/>
                </a:cubicBezTo>
                <a:cubicBezTo>
                  <a:pt x="5489" y="2405"/>
                  <a:pt x="5513" y="2477"/>
                  <a:pt x="5560" y="2524"/>
                </a:cubicBezTo>
                <a:lnTo>
                  <a:pt x="5727" y="2691"/>
                </a:lnTo>
                <a:lnTo>
                  <a:pt x="5001" y="3417"/>
                </a:lnTo>
                <a:lnTo>
                  <a:pt x="4834" y="3251"/>
                </a:lnTo>
                <a:cubicBezTo>
                  <a:pt x="4800" y="3225"/>
                  <a:pt x="4753" y="3205"/>
                  <a:pt x="4707" y="3205"/>
                </a:cubicBezTo>
                <a:cubicBezTo>
                  <a:pt x="4690" y="3205"/>
                  <a:pt x="4672" y="3208"/>
                  <a:pt x="4656" y="3215"/>
                </a:cubicBezTo>
                <a:cubicBezTo>
                  <a:pt x="4477" y="3274"/>
                  <a:pt x="4310" y="3298"/>
                  <a:pt x="4155" y="3298"/>
                </a:cubicBezTo>
                <a:lnTo>
                  <a:pt x="4048" y="3286"/>
                </a:lnTo>
                <a:cubicBezTo>
                  <a:pt x="3274" y="3227"/>
                  <a:pt x="2679" y="2584"/>
                  <a:pt x="2679" y="1822"/>
                </a:cubicBezTo>
                <a:cubicBezTo>
                  <a:pt x="2679" y="1691"/>
                  <a:pt x="2691" y="1560"/>
                  <a:pt x="2739" y="1429"/>
                </a:cubicBezTo>
                <a:lnTo>
                  <a:pt x="3644" y="2334"/>
                </a:lnTo>
                <a:cubicBezTo>
                  <a:pt x="3703" y="2405"/>
                  <a:pt x="3798" y="2453"/>
                  <a:pt x="3894" y="2501"/>
                </a:cubicBezTo>
                <a:cubicBezTo>
                  <a:pt x="3989" y="2524"/>
                  <a:pt x="4060" y="2536"/>
                  <a:pt x="4155" y="2536"/>
                </a:cubicBezTo>
                <a:cubicBezTo>
                  <a:pt x="4346" y="2536"/>
                  <a:pt x="4525" y="2465"/>
                  <a:pt x="4656" y="2334"/>
                </a:cubicBezTo>
                <a:cubicBezTo>
                  <a:pt x="4846" y="2143"/>
                  <a:pt x="4929" y="1846"/>
                  <a:pt x="4822" y="1572"/>
                </a:cubicBezTo>
                <a:lnTo>
                  <a:pt x="4822" y="1560"/>
                </a:lnTo>
                <a:cubicBezTo>
                  <a:pt x="4787" y="1489"/>
                  <a:pt x="4751" y="1393"/>
                  <a:pt x="4656" y="1310"/>
                </a:cubicBezTo>
                <a:lnTo>
                  <a:pt x="3751" y="393"/>
                </a:lnTo>
                <a:cubicBezTo>
                  <a:pt x="3882" y="357"/>
                  <a:pt x="4013" y="334"/>
                  <a:pt x="4144" y="334"/>
                </a:cubicBezTo>
                <a:cubicBezTo>
                  <a:pt x="4489" y="334"/>
                  <a:pt x="4798" y="441"/>
                  <a:pt x="5060" y="655"/>
                </a:cubicBezTo>
                <a:cubicBezTo>
                  <a:pt x="5088" y="678"/>
                  <a:pt x="5121" y="689"/>
                  <a:pt x="5155" y="689"/>
                </a:cubicBezTo>
                <a:cubicBezTo>
                  <a:pt x="5208" y="689"/>
                  <a:pt x="5262" y="663"/>
                  <a:pt x="5298" y="619"/>
                </a:cubicBezTo>
                <a:cubicBezTo>
                  <a:pt x="5358" y="548"/>
                  <a:pt x="5346" y="441"/>
                  <a:pt x="5263" y="381"/>
                </a:cubicBezTo>
                <a:cubicBezTo>
                  <a:pt x="4941" y="131"/>
                  <a:pt x="4548" y="0"/>
                  <a:pt x="4155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0DB1507-B8ED-4752-9CC6-DAFBA57BCA72}"/>
              </a:ext>
            </a:extLst>
          </p:cNvPr>
          <p:cNvSpPr txBox="1"/>
          <p:nvPr/>
        </p:nvSpPr>
        <p:spPr>
          <a:xfrm>
            <a:off x="584675" y="4329143"/>
            <a:ext cx="314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sz="1800" b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PAISES CENTRALES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C0B828F-83B6-4135-A193-6623D5BBD7F2}"/>
              </a:ext>
            </a:extLst>
          </p:cNvPr>
          <p:cNvSpPr txBox="1"/>
          <p:nvPr/>
        </p:nvSpPr>
        <p:spPr>
          <a:xfrm>
            <a:off x="5280750" y="4329143"/>
            <a:ext cx="314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sz="1800" b="1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PAISES PERIFERICOS</a:t>
            </a:r>
          </a:p>
        </p:txBody>
      </p:sp>
    </p:spTree>
    <p:extLst>
      <p:ext uri="{BB962C8B-B14F-4D97-AF65-F5344CB8AC3E}">
        <p14:creationId xmlns:p14="http://schemas.microsoft.com/office/powerpoint/2010/main" val="2869515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Principales aportes</a:t>
            </a:r>
            <a:endParaRPr dirty="0"/>
          </a:p>
        </p:txBody>
      </p:sp>
      <p:sp>
        <p:nvSpPr>
          <p:cNvPr id="482" name="Google Shape;482;p41"/>
          <p:cNvSpPr txBox="1"/>
          <p:nvPr/>
        </p:nvSpPr>
        <p:spPr>
          <a:xfrm>
            <a:off x="5537805" y="1227450"/>
            <a:ext cx="28929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Fue la primera teoria en hacer un anális en America Latina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" name="Google Shape;483;p41"/>
          <p:cNvSpPr txBox="1"/>
          <p:nvPr/>
        </p:nvSpPr>
        <p:spPr>
          <a:xfrm>
            <a:off x="5534377" y="2058529"/>
            <a:ext cx="28929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Desarrollo la teoria centro-periferia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4" name="Google Shape;484;p41"/>
          <p:cNvSpPr txBox="1"/>
          <p:nvPr/>
        </p:nvSpPr>
        <p:spPr>
          <a:xfrm>
            <a:off x="5534374" y="2892308"/>
            <a:ext cx="28929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Propuso como estrategia el modelo ISI ( Industralizacion pos Sustitución de importaciones )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" name="Google Shape;485;p41"/>
          <p:cNvSpPr txBox="1"/>
          <p:nvPr/>
        </p:nvSpPr>
        <p:spPr>
          <a:xfrm>
            <a:off x="5537805" y="3719175"/>
            <a:ext cx="28929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Nos brinda una perspectiva más completa de economica de los grupos sociales.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41"/>
          <p:cNvSpPr txBox="1"/>
          <p:nvPr/>
        </p:nvSpPr>
        <p:spPr>
          <a:xfrm>
            <a:off x="745800" y="2586275"/>
            <a:ext cx="11832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Aportes</a:t>
            </a:r>
            <a:endParaRPr sz="18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41"/>
          <p:cNvSpPr txBox="1"/>
          <p:nvPr/>
        </p:nvSpPr>
        <p:spPr>
          <a:xfrm>
            <a:off x="2964875" y="1227450"/>
            <a:ext cx="2569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Primera de LATAM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8" name="Google Shape;488;p41"/>
          <p:cNvSpPr txBox="1"/>
          <p:nvPr/>
        </p:nvSpPr>
        <p:spPr>
          <a:xfrm>
            <a:off x="2964875" y="2058025"/>
            <a:ext cx="2569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Teoria centro-periferia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9" name="Google Shape;489;p41"/>
          <p:cNvSpPr txBox="1"/>
          <p:nvPr/>
        </p:nvSpPr>
        <p:spPr>
          <a:xfrm>
            <a:off x="2964875" y="2888600"/>
            <a:ext cx="2569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Modelo ISI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0" name="Google Shape;490;p41"/>
          <p:cNvSpPr txBox="1"/>
          <p:nvPr/>
        </p:nvSpPr>
        <p:spPr>
          <a:xfrm>
            <a:off x="2964875" y="3719175"/>
            <a:ext cx="2569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Mejor perspectiva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1" name="Google Shape;491;p41"/>
          <p:cNvSpPr/>
          <p:nvPr/>
        </p:nvSpPr>
        <p:spPr>
          <a:xfrm>
            <a:off x="2353658" y="1305173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" name="Google Shape;492;p41"/>
          <p:cNvSpPr/>
          <p:nvPr/>
        </p:nvSpPr>
        <p:spPr>
          <a:xfrm>
            <a:off x="2353658" y="213574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p41"/>
          <p:cNvSpPr/>
          <p:nvPr/>
        </p:nvSpPr>
        <p:spPr>
          <a:xfrm>
            <a:off x="2353658" y="296630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2353658" y="379687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07" name="Google Shape;507;p41"/>
          <p:cNvGrpSpPr/>
          <p:nvPr/>
        </p:nvGrpSpPr>
        <p:grpSpPr>
          <a:xfrm>
            <a:off x="2439930" y="2220911"/>
            <a:ext cx="376155" cy="378361"/>
            <a:chOff x="6455136" y="2584086"/>
            <a:chExt cx="376155" cy="378361"/>
          </a:xfrm>
        </p:grpSpPr>
        <p:sp>
          <p:nvSpPr>
            <p:cNvPr id="508" name="Google Shape;508;p41"/>
            <p:cNvSpPr/>
            <p:nvPr/>
          </p:nvSpPr>
          <p:spPr>
            <a:xfrm>
              <a:off x="6455136" y="2584086"/>
              <a:ext cx="376155" cy="378361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29" y="107"/>
                  </a:moveTo>
                  <a:cubicBezTo>
                    <a:pt x="129" y="46"/>
                    <a:pt x="129" y="46"/>
                    <a:pt x="129" y="46"/>
                  </a:cubicBezTo>
                  <a:cubicBezTo>
                    <a:pt x="129" y="45"/>
                    <a:pt x="128" y="44"/>
                    <a:pt x="128" y="44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6" y="35"/>
                    <a:pt x="126" y="35"/>
                    <a:pt x="126" y="35"/>
                  </a:cubicBezTo>
                  <a:cubicBezTo>
                    <a:pt x="127" y="35"/>
                    <a:pt x="127" y="34"/>
                    <a:pt x="127" y="33"/>
                  </a:cubicBezTo>
                  <a:cubicBezTo>
                    <a:pt x="127" y="32"/>
                    <a:pt x="127" y="31"/>
                    <a:pt x="126" y="31"/>
                  </a:cubicBezTo>
                  <a:cubicBezTo>
                    <a:pt x="121" y="27"/>
                    <a:pt x="121" y="27"/>
                    <a:pt x="121" y="27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6" y="25"/>
                    <a:pt x="126" y="25"/>
                    <a:pt x="126" y="25"/>
                  </a:cubicBezTo>
                  <a:cubicBezTo>
                    <a:pt x="128" y="25"/>
                    <a:pt x="129" y="24"/>
                    <a:pt x="129" y="22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8"/>
                    <a:pt x="121" y="0"/>
                    <a:pt x="112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2" y="0"/>
                    <a:pt x="8" y="3"/>
                    <a:pt x="5" y="6"/>
                  </a:cubicBezTo>
                  <a:cubicBezTo>
                    <a:pt x="2" y="10"/>
                    <a:pt x="0" y="15"/>
                    <a:pt x="0" y="20"/>
                  </a:cubicBezTo>
                  <a:cubicBezTo>
                    <a:pt x="0" y="30"/>
                    <a:pt x="7" y="37"/>
                    <a:pt x="14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82"/>
                    <a:pt x="30" y="82"/>
                    <a:pt x="30" y="82"/>
                  </a:cubicBezTo>
                  <a:cubicBezTo>
                    <a:pt x="30" y="83"/>
                    <a:pt x="30" y="84"/>
                    <a:pt x="31" y="84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1" y="93"/>
                    <a:pt x="31" y="93"/>
                    <a:pt x="31" y="93"/>
                  </a:cubicBezTo>
                  <a:cubicBezTo>
                    <a:pt x="30" y="93"/>
                    <a:pt x="30" y="94"/>
                    <a:pt x="30" y="95"/>
                  </a:cubicBezTo>
                  <a:cubicBezTo>
                    <a:pt x="30" y="119"/>
                    <a:pt x="30" y="119"/>
                    <a:pt x="30" y="119"/>
                  </a:cubicBezTo>
                  <a:cubicBezTo>
                    <a:pt x="30" y="119"/>
                    <a:pt x="30" y="119"/>
                    <a:pt x="30" y="120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30" y="127"/>
                    <a:pt x="31" y="133"/>
                    <a:pt x="35" y="137"/>
                  </a:cubicBezTo>
                  <a:cubicBezTo>
                    <a:pt x="38" y="141"/>
                    <a:pt x="43" y="144"/>
                    <a:pt x="48" y="144"/>
                  </a:cubicBezTo>
                  <a:cubicBezTo>
                    <a:pt x="125" y="144"/>
                    <a:pt x="125" y="144"/>
                    <a:pt x="125" y="144"/>
                  </a:cubicBezTo>
                  <a:cubicBezTo>
                    <a:pt x="135" y="144"/>
                    <a:pt x="143" y="136"/>
                    <a:pt x="144" y="126"/>
                  </a:cubicBezTo>
                  <a:cubicBezTo>
                    <a:pt x="144" y="117"/>
                    <a:pt x="138" y="109"/>
                    <a:pt x="129" y="107"/>
                  </a:cubicBezTo>
                  <a:close/>
                  <a:moveTo>
                    <a:pt x="23" y="32"/>
                  </a:moveTo>
                  <a:cubicBezTo>
                    <a:pt x="24" y="30"/>
                    <a:pt x="25" y="28"/>
                    <a:pt x="25" y="26"/>
                  </a:cubicBezTo>
                  <a:cubicBezTo>
                    <a:pt x="25" y="20"/>
                    <a:pt x="21" y="16"/>
                    <a:pt x="15" y="15"/>
                  </a:cubicBezTo>
                  <a:cubicBezTo>
                    <a:pt x="13" y="15"/>
                    <a:pt x="12" y="16"/>
                    <a:pt x="12" y="18"/>
                  </a:cubicBezTo>
                  <a:cubicBezTo>
                    <a:pt x="12" y="20"/>
                    <a:pt x="13" y="21"/>
                    <a:pt x="15" y="21"/>
                  </a:cubicBezTo>
                  <a:cubicBezTo>
                    <a:pt x="17" y="21"/>
                    <a:pt x="19" y="23"/>
                    <a:pt x="19" y="26"/>
                  </a:cubicBezTo>
                  <a:cubicBezTo>
                    <a:pt x="19" y="30"/>
                    <a:pt x="17" y="32"/>
                    <a:pt x="14" y="32"/>
                  </a:cubicBezTo>
                  <a:cubicBezTo>
                    <a:pt x="10" y="32"/>
                    <a:pt x="6" y="26"/>
                    <a:pt x="6" y="20"/>
                  </a:cubicBezTo>
                  <a:cubicBezTo>
                    <a:pt x="6" y="12"/>
                    <a:pt x="11" y="6"/>
                    <a:pt x="16" y="6"/>
                  </a:cubicBezTo>
                  <a:cubicBezTo>
                    <a:pt x="20" y="6"/>
                    <a:pt x="24" y="7"/>
                    <a:pt x="26" y="10"/>
                  </a:cubicBezTo>
                  <a:cubicBezTo>
                    <a:pt x="28" y="13"/>
                    <a:pt x="30" y="17"/>
                    <a:pt x="30" y="24"/>
                  </a:cubicBezTo>
                  <a:cubicBezTo>
                    <a:pt x="30" y="32"/>
                    <a:pt x="30" y="32"/>
                    <a:pt x="30" y="32"/>
                  </a:cubicBezTo>
                  <a:lnTo>
                    <a:pt x="23" y="32"/>
                  </a:lnTo>
                  <a:close/>
                  <a:moveTo>
                    <a:pt x="39" y="134"/>
                  </a:moveTo>
                  <a:cubicBezTo>
                    <a:pt x="37" y="131"/>
                    <a:pt x="35" y="126"/>
                    <a:pt x="35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4" y="89"/>
                    <a:pt x="44" y="88"/>
                    <a:pt x="44" y="87"/>
                  </a:cubicBezTo>
                  <a:cubicBezTo>
                    <a:pt x="44" y="86"/>
                    <a:pt x="43" y="85"/>
                    <a:pt x="43" y="85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16"/>
                    <a:pt x="33" y="10"/>
                    <a:pt x="30" y="6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8" y="6"/>
                    <a:pt x="123" y="11"/>
                    <a:pt x="123" y="17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7" y="20"/>
                    <a:pt x="116" y="21"/>
                    <a:pt x="116" y="22"/>
                  </a:cubicBezTo>
                  <a:cubicBezTo>
                    <a:pt x="116" y="28"/>
                    <a:pt x="116" y="28"/>
                    <a:pt x="116" y="28"/>
                  </a:cubicBezTo>
                  <a:cubicBezTo>
                    <a:pt x="116" y="29"/>
                    <a:pt x="116" y="30"/>
                    <a:pt x="117" y="3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14" y="36"/>
                    <a:pt x="114" y="36"/>
                    <a:pt x="114" y="36"/>
                  </a:cubicBezTo>
                  <a:cubicBezTo>
                    <a:pt x="113" y="37"/>
                    <a:pt x="113" y="38"/>
                    <a:pt x="113" y="39"/>
                  </a:cubicBezTo>
                  <a:cubicBezTo>
                    <a:pt x="113" y="40"/>
                    <a:pt x="113" y="40"/>
                    <a:pt x="114" y="4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107"/>
                    <a:pt x="123" y="107"/>
                    <a:pt x="123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5" y="107"/>
                    <a:pt x="40" y="112"/>
                    <a:pt x="40" y="118"/>
                  </a:cubicBezTo>
                  <a:cubicBezTo>
                    <a:pt x="40" y="124"/>
                    <a:pt x="44" y="129"/>
                    <a:pt x="50" y="129"/>
                  </a:cubicBezTo>
                  <a:cubicBezTo>
                    <a:pt x="52" y="129"/>
                    <a:pt x="53" y="128"/>
                    <a:pt x="53" y="126"/>
                  </a:cubicBezTo>
                  <a:cubicBezTo>
                    <a:pt x="53" y="124"/>
                    <a:pt x="52" y="123"/>
                    <a:pt x="50" y="123"/>
                  </a:cubicBezTo>
                  <a:cubicBezTo>
                    <a:pt x="47" y="123"/>
                    <a:pt x="46" y="121"/>
                    <a:pt x="46" y="118"/>
                  </a:cubicBezTo>
                  <a:cubicBezTo>
                    <a:pt x="46" y="114"/>
                    <a:pt x="48" y="112"/>
                    <a:pt x="51" y="112"/>
                  </a:cubicBezTo>
                  <a:cubicBezTo>
                    <a:pt x="55" y="112"/>
                    <a:pt x="59" y="118"/>
                    <a:pt x="59" y="124"/>
                  </a:cubicBezTo>
                  <a:cubicBezTo>
                    <a:pt x="59" y="132"/>
                    <a:pt x="54" y="138"/>
                    <a:pt x="48" y="138"/>
                  </a:cubicBezTo>
                  <a:cubicBezTo>
                    <a:pt x="45" y="138"/>
                    <a:pt x="42" y="137"/>
                    <a:pt x="39" y="134"/>
                  </a:cubicBezTo>
                  <a:close/>
                  <a:moveTo>
                    <a:pt x="125" y="138"/>
                  </a:moveTo>
                  <a:cubicBezTo>
                    <a:pt x="60" y="138"/>
                    <a:pt x="60" y="138"/>
                    <a:pt x="60" y="138"/>
                  </a:cubicBezTo>
                  <a:cubicBezTo>
                    <a:pt x="60" y="138"/>
                    <a:pt x="60" y="138"/>
                    <a:pt x="60" y="138"/>
                  </a:cubicBezTo>
                  <a:cubicBezTo>
                    <a:pt x="63" y="134"/>
                    <a:pt x="64" y="130"/>
                    <a:pt x="64" y="125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10" y="125"/>
                    <a:pt x="111" y="123"/>
                    <a:pt x="111" y="122"/>
                  </a:cubicBezTo>
                  <a:cubicBezTo>
                    <a:pt x="111" y="120"/>
                    <a:pt x="110" y="119"/>
                    <a:pt x="108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3" y="117"/>
                    <a:pt x="62" y="114"/>
                    <a:pt x="61" y="112"/>
                  </a:cubicBezTo>
                  <a:cubicBezTo>
                    <a:pt x="125" y="112"/>
                    <a:pt x="125" y="112"/>
                    <a:pt x="125" y="112"/>
                  </a:cubicBezTo>
                  <a:cubicBezTo>
                    <a:pt x="133" y="112"/>
                    <a:pt x="138" y="118"/>
                    <a:pt x="138" y="125"/>
                  </a:cubicBezTo>
                  <a:cubicBezTo>
                    <a:pt x="138" y="132"/>
                    <a:pt x="133" y="138"/>
                    <a:pt x="125" y="1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1"/>
            <p:cNvSpPr/>
            <p:nvPr/>
          </p:nvSpPr>
          <p:spPr>
            <a:xfrm>
              <a:off x="6588610" y="2641447"/>
              <a:ext cx="13237" cy="16547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3" y="6"/>
                  </a:moveTo>
                  <a:cubicBezTo>
                    <a:pt x="3" y="6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1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1"/>
            <p:cNvSpPr/>
            <p:nvPr/>
          </p:nvSpPr>
          <p:spPr>
            <a:xfrm>
              <a:off x="6619497" y="2641447"/>
              <a:ext cx="120237" cy="16547"/>
            </a:xfrm>
            <a:custGeom>
              <a:avLst/>
              <a:gdLst/>
              <a:ahLst/>
              <a:cxnLst/>
              <a:rect l="l" t="t" r="r" b="b"/>
              <a:pathLst>
                <a:path w="46" h="6" extrusionOk="0">
                  <a:moveTo>
                    <a:pt x="2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4" y="6"/>
                    <a:pt x="46" y="5"/>
                    <a:pt x="46" y="3"/>
                  </a:cubicBezTo>
                  <a:cubicBezTo>
                    <a:pt x="46" y="1"/>
                    <a:pt x="44" y="0"/>
                    <a:pt x="4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1"/>
            <p:cNvSpPr/>
            <p:nvPr/>
          </p:nvSpPr>
          <p:spPr>
            <a:xfrm>
              <a:off x="6588610" y="2684468"/>
              <a:ext cx="151124" cy="12134"/>
            </a:xfrm>
            <a:custGeom>
              <a:avLst/>
              <a:gdLst/>
              <a:ahLst/>
              <a:cxnLst/>
              <a:rect l="l" t="t" r="r" b="b"/>
              <a:pathLst>
                <a:path w="58" h="5" extrusionOk="0">
                  <a:moveTo>
                    <a:pt x="3" y="5"/>
                  </a:moveTo>
                  <a:cubicBezTo>
                    <a:pt x="55" y="5"/>
                    <a:pt x="55" y="5"/>
                    <a:pt x="55" y="5"/>
                  </a:cubicBezTo>
                  <a:cubicBezTo>
                    <a:pt x="56" y="5"/>
                    <a:pt x="58" y="4"/>
                    <a:pt x="58" y="3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6588610" y="2726385"/>
              <a:ext cx="151124" cy="12134"/>
            </a:xfrm>
            <a:custGeom>
              <a:avLst/>
              <a:gdLst/>
              <a:ahLst/>
              <a:cxnLst/>
              <a:rect l="l" t="t" r="r" b="b"/>
              <a:pathLst>
                <a:path w="58" h="5" extrusionOk="0">
                  <a:moveTo>
                    <a:pt x="3" y="5"/>
                  </a:moveTo>
                  <a:cubicBezTo>
                    <a:pt x="55" y="5"/>
                    <a:pt x="55" y="5"/>
                    <a:pt x="55" y="5"/>
                  </a:cubicBezTo>
                  <a:cubicBezTo>
                    <a:pt x="56" y="5"/>
                    <a:pt x="58" y="4"/>
                    <a:pt x="58" y="2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6588610" y="2764993"/>
              <a:ext cx="151124" cy="15443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3" y="6"/>
                  </a:moveTo>
                  <a:cubicBezTo>
                    <a:pt x="55" y="6"/>
                    <a:pt x="55" y="6"/>
                    <a:pt x="55" y="6"/>
                  </a:cubicBezTo>
                  <a:cubicBezTo>
                    <a:pt x="56" y="6"/>
                    <a:pt x="58" y="5"/>
                    <a:pt x="58" y="3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1"/>
            <p:cNvSpPr/>
            <p:nvPr/>
          </p:nvSpPr>
          <p:spPr>
            <a:xfrm>
              <a:off x="6588610" y="2806911"/>
              <a:ext cx="151124" cy="16547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3" y="6"/>
                  </a:moveTo>
                  <a:cubicBezTo>
                    <a:pt x="55" y="6"/>
                    <a:pt x="55" y="6"/>
                    <a:pt x="55" y="6"/>
                  </a:cubicBezTo>
                  <a:cubicBezTo>
                    <a:pt x="56" y="6"/>
                    <a:pt x="58" y="4"/>
                    <a:pt x="58" y="3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6758486" y="2896262"/>
              <a:ext cx="15443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5"/>
                    <a:pt x="2" y="6"/>
                    <a:pt x="3" y="6"/>
                  </a:cubicBezTo>
                  <a:cubicBezTo>
                    <a:pt x="4" y="6"/>
                    <a:pt x="4" y="5"/>
                    <a:pt x="5" y="5"/>
                  </a:cubicBezTo>
                  <a:cubicBezTo>
                    <a:pt x="5" y="4"/>
                    <a:pt x="6" y="4"/>
                    <a:pt x="6" y="3"/>
                  </a:cubicBezTo>
                  <a:cubicBezTo>
                    <a:pt x="6" y="2"/>
                    <a:pt x="5" y="1"/>
                    <a:pt x="5" y="1"/>
                  </a:cubicBezTo>
                  <a:cubicBezTo>
                    <a:pt x="4" y="0"/>
                    <a:pt x="4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19" name="Google Shape;519;p41"/>
          <p:cNvCxnSpPr>
            <a:stCxn id="486" idx="3"/>
            <a:endCxn id="491" idx="1"/>
          </p:cNvCxnSpPr>
          <p:nvPr/>
        </p:nvCxnSpPr>
        <p:spPr>
          <a:xfrm rot="10800000" flipH="1">
            <a:off x="1929000" y="1579475"/>
            <a:ext cx="424800" cy="1245900"/>
          </a:xfrm>
          <a:prstGeom prst="bentConnector3">
            <a:avLst>
              <a:gd name="adj1" fmla="val 4998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0" name="Google Shape;520;p41"/>
          <p:cNvCxnSpPr>
            <a:stCxn id="486" idx="3"/>
            <a:endCxn id="492" idx="1"/>
          </p:cNvCxnSpPr>
          <p:nvPr/>
        </p:nvCxnSpPr>
        <p:spPr>
          <a:xfrm rot="10800000" flipH="1">
            <a:off x="1929000" y="2410175"/>
            <a:ext cx="424800" cy="415200"/>
          </a:xfrm>
          <a:prstGeom prst="bentConnector3">
            <a:avLst>
              <a:gd name="adj1" fmla="val 4998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1" name="Google Shape;521;p41"/>
          <p:cNvCxnSpPr>
            <a:stCxn id="486" idx="3"/>
            <a:endCxn id="493" idx="1"/>
          </p:cNvCxnSpPr>
          <p:nvPr/>
        </p:nvCxnSpPr>
        <p:spPr>
          <a:xfrm>
            <a:off x="1929000" y="2825375"/>
            <a:ext cx="424800" cy="415200"/>
          </a:xfrm>
          <a:prstGeom prst="bentConnector3">
            <a:avLst>
              <a:gd name="adj1" fmla="val 4998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2" name="Google Shape;522;p41"/>
          <p:cNvCxnSpPr>
            <a:stCxn id="486" idx="3"/>
            <a:endCxn id="494" idx="1"/>
          </p:cNvCxnSpPr>
          <p:nvPr/>
        </p:nvCxnSpPr>
        <p:spPr>
          <a:xfrm>
            <a:off x="1929000" y="2825375"/>
            <a:ext cx="424800" cy="1245900"/>
          </a:xfrm>
          <a:prstGeom prst="bentConnector3">
            <a:avLst>
              <a:gd name="adj1" fmla="val 4998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4" name="Google Shape;1023;p48">
            <a:extLst>
              <a:ext uri="{FF2B5EF4-FFF2-40B4-BE49-F238E27FC236}">
                <a16:creationId xmlns:a16="http://schemas.microsoft.com/office/drawing/2014/main" id="{8E30281A-9221-4E3A-BAE7-4ACF0C5C000C}"/>
              </a:ext>
            </a:extLst>
          </p:cNvPr>
          <p:cNvGrpSpPr/>
          <p:nvPr/>
        </p:nvGrpSpPr>
        <p:grpSpPr>
          <a:xfrm>
            <a:off x="2487098" y="1387275"/>
            <a:ext cx="354621" cy="377258"/>
            <a:chOff x="1470834" y="1378406"/>
            <a:chExt cx="354621" cy="377258"/>
          </a:xfrm>
        </p:grpSpPr>
        <p:sp>
          <p:nvSpPr>
            <p:cNvPr id="45" name="Google Shape;1024;p48">
              <a:extLst>
                <a:ext uri="{FF2B5EF4-FFF2-40B4-BE49-F238E27FC236}">
                  <a16:creationId xmlns:a16="http://schemas.microsoft.com/office/drawing/2014/main" id="{56EDA95D-8B03-42D6-A12E-A2034C3A62F4}"/>
                </a:ext>
              </a:extLst>
            </p:cNvPr>
            <p:cNvSpPr/>
            <p:nvPr/>
          </p:nvSpPr>
          <p:spPr>
            <a:xfrm>
              <a:off x="1688672" y="1637632"/>
              <a:ext cx="79423" cy="78320"/>
            </a:xfrm>
            <a:custGeom>
              <a:avLst/>
              <a:gdLst/>
              <a:ahLst/>
              <a:cxnLst/>
              <a:rect l="l" t="t" r="r" b="b"/>
              <a:pathLst>
                <a:path w="30" h="30" extrusionOk="0">
                  <a:moveTo>
                    <a:pt x="15" y="0"/>
                  </a:moveTo>
                  <a:cubicBezTo>
                    <a:pt x="7" y="0"/>
                    <a:pt x="0" y="7"/>
                    <a:pt x="0" y="15"/>
                  </a:cubicBezTo>
                  <a:cubicBezTo>
                    <a:pt x="0" y="24"/>
                    <a:pt x="7" y="30"/>
                    <a:pt x="15" y="30"/>
                  </a:cubicBezTo>
                  <a:cubicBezTo>
                    <a:pt x="23" y="30"/>
                    <a:pt x="30" y="24"/>
                    <a:pt x="30" y="15"/>
                  </a:cubicBezTo>
                  <a:cubicBezTo>
                    <a:pt x="30" y="7"/>
                    <a:pt x="23" y="0"/>
                    <a:pt x="15" y="0"/>
                  </a:cubicBezTo>
                  <a:close/>
                  <a:moveTo>
                    <a:pt x="15" y="25"/>
                  </a:moveTo>
                  <a:cubicBezTo>
                    <a:pt x="10" y="25"/>
                    <a:pt x="5" y="20"/>
                    <a:pt x="5" y="15"/>
                  </a:cubicBezTo>
                  <a:cubicBezTo>
                    <a:pt x="5" y="10"/>
                    <a:pt x="10" y="6"/>
                    <a:pt x="15" y="6"/>
                  </a:cubicBezTo>
                  <a:cubicBezTo>
                    <a:pt x="20" y="6"/>
                    <a:pt x="24" y="10"/>
                    <a:pt x="24" y="15"/>
                  </a:cubicBezTo>
                  <a:cubicBezTo>
                    <a:pt x="24" y="20"/>
                    <a:pt x="20" y="25"/>
                    <a:pt x="15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" name="Google Shape;1025;p48">
              <a:extLst>
                <a:ext uri="{FF2B5EF4-FFF2-40B4-BE49-F238E27FC236}">
                  <a16:creationId xmlns:a16="http://schemas.microsoft.com/office/drawing/2014/main" id="{99113152-7DA2-4C68-A790-A2F33F23D3F9}"/>
                </a:ext>
              </a:extLst>
            </p:cNvPr>
            <p:cNvGrpSpPr/>
            <p:nvPr/>
          </p:nvGrpSpPr>
          <p:grpSpPr>
            <a:xfrm>
              <a:off x="1470834" y="1378406"/>
              <a:ext cx="354621" cy="377258"/>
              <a:chOff x="1470834" y="1378406"/>
              <a:chExt cx="354621" cy="377258"/>
            </a:xfrm>
          </p:grpSpPr>
          <p:sp>
            <p:nvSpPr>
              <p:cNvPr id="48" name="Google Shape;1026;p48">
                <a:extLst>
                  <a:ext uri="{FF2B5EF4-FFF2-40B4-BE49-F238E27FC236}">
                    <a16:creationId xmlns:a16="http://schemas.microsoft.com/office/drawing/2014/main" id="{84307DC5-20CB-49D5-BEAE-C158372AC0AF}"/>
                  </a:ext>
                </a:extLst>
              </p:cNvPr>
              <p:cNvSpPr/>
              <p:nvPr/>
            </p:nvSpPr>
            <p:spPr>
              <a:xfrm>
                <a:off x="1631312" y="1563725"/>
                <a:ext cx="194144" cy="191938"/>
              </a:xfrm>
              <a:custGeom>
                <a:avLst/>
                <a:gdLst/>
                <a:ahLst/>
                <a:cxnLst/>
                <a:rect l="l" t="t" r="r" b="b"/>
                <a:pathLst>
                  <a:path w="74" h="73" extrusionOk="0">
                    <a:moveTo>
                      <a:pt x="57" y="15"/>
                    </a:moveTo>
                    <a:cubicBezTo>
                      <a:pt x="56" y="14"/>
                      <a:pt x="56" y="14"/>
                      <a:pt x="55" y="14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7" y="6"/>
                      <a:pt x="58" y="4"/>
                      <a:pt x="58" y="3"/>
                    </a:cubicBezTo>
                    <a:cubicBezTo>
                      <a:pt x="57" y="2"/>
                      <a:pt x="56" y="0"/>
                      <a:pt x="55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7" y="0"/>
                      <a:pt x="16" y="2"/>
                      <a:pt x="16" y="3"/>
                    </a:cubicBezTo>
                    <a:cubicBezTo>
                      <a:pt x="16" y="4"/>
                      <a:pt x="17" y="6"/>
                      <a:pt x="18" y="6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4"/>
                      <a:pt x="17" y="14"/>
                      <a:pt x="17" y="1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2"/>
                      <a:pt x="0" y="32"/>
                      <a:pt x="0" y="33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9"/>
                      <a:pt x="4" y="73"/>
                      <a:pt x="9" y="73"/>
                    </a:cubicBezTo>
                    <a:cubicBezTo>
                      <a:pt x="65" y="73"/>
                      <a:pt x="65" y="73"/>
                      <a:pt x="65" y="73"/>
                    </a:cubicBezTo>
                    <a:cubicBezTo>
                      <a:pt x="70" y="73"/>
                      <a:pt x="74" y="69"/>
                      <a:pt x="74" y="63"/>
                    </a:cubicBezTo>
                    <a:cubicBezTo>
                      <a:pt x="74" y="33"/>
                      <a:pt x="74" y="33"/>
                      <a:pt x="74" y="33"/>
                    </a:cubicBezTo>
                    <a:cubicBezTo>
                      <a:pt x="74" y="32"/>
                      <a:pt x="74" y="32"/>
                      <a:pt x="73" y="31"/>
                    </a:cubicBezTo>
                    <a:lnTo>
                      <a:pt x="57" y="15"/>
                    </a:lnTo>
                    <a:close/>
                    <a:moveTo>
                      <a:pt x="50" y="6"/>
                    </a:moveTo>
                    <a:cubicBezTo>
                      <a:pt x="50" y="14"/>
                      <a:pt x="50" y="14"/>
                      <a:pt x="50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4" y="6"/>
                      <a:pt x="24" y="6"/>
                      <a:pt x="24" y="6"/>
                    </a:cubicBezTo>
                    <a:lnTo>
                      <a:pt x="50" y="6"/>
                    </a:lnTo>
                    <a:close/>
                    <a:moveTo>
                      <a:pt x="68" y="63"/>
                    </a:moveTo>
                    <a:cubicBezTo>
                      <a:pt x="68" y="66"/>
                      <a:pt x="67" y="67"/>
                      <a:pt x="65" y="67"/>
                    </a:cubicBezTo>
                    <a:cubicBezTo>
                      <a:pt x="63" y="67"/>
                      <a:pt x="63" y="67"/>
                      <a:pt x="63" y="67"/>
                    </a:cubicBezTo>
                    <a:cubicBezTo>
                      <a:pt x="63" y="53"/>
                      <a:pt x="63" y="53"/>
                      <a:pt x="63" y="53"/>
                    </a:cubicBezTo>
                    <a:cubicBezTo>
                      <a:pt x="63" y="52"/>
                      <a:pt x="62" y="50"/>
                      <a:pt x="60" y="50"/>
                    </a:cubicBezTo>
                    <a:cubicBezTo>
                      <a:pt x="59" y="50"/>
                      <a:pt x="57" y="51"/>
                      <a:pt x="57" y="53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9" y="67"/>
                      <a:pt x="9" y="67"/>
                      <a:pt x="9" y="67"/>
                    </a:cubicBezTo>
                    <a:cubicBezTo>
                      <a:pt x="7" y="67"/>
                      <a:pt x="5" y="66"/>
                      <a:pt x="5" y="63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54" y="20"/>
                      <a:pt x="54" y="20"/>
                      <a:pt x="54" y="20"/>
                    </a:cubicBezTo>
                    <a:cubicBezTo>
                      <a:pt x="68" y="34"/>
                      <a:pt x="68" y="34"/>
                      <a:pt x="68" y="34"/>
                    </a:cubicBezTo>
                    <a:lnTo>
                      <a:pt x="68" y="6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027;p48">
                <a:extLst>
                  <a:ext uri="{FF2B5EF4-FFF2-40B4-BE49-F238E27FC236}">
                    <a16:creationId xmlns:a16="http://schemas.microsoft.com/office/drawing/2014/main" id="{DD1A9895-E9CC-4399-B0A5-0D94653E7DE5}"/>
                  </a:ext>
                </a:extLst>
              </p:cNvPr>
              <p:cNvSpPr/>
              <p:nvPr/>
            </p:nvSpPr>
            <p:spPr>
              <a:xfrm>
                <a:off x="1470834" y="1378406"/>
                <a:ext cx="177598" cy="377258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4" extrusionOk="0">
                    <a:moveTo>
                      <a:pt x="67" y="3"/>
                    </a:moveTo>
                    <a:cubicBezTo>
                      <a:pt x="67" y="2"/>
                      <a:pt x="66" y="1"/>
                      <a:pt x="65" y="1"/>
                    </a:cubicBezTo>
                    <a:cubicBezTo>
                      <a:pt x="64" y="1"/>
                      <a:pt x="58" y="0"/>
                      <a:pt x="50" y="1"/>
                    </a:cubicBezTo>
                    <a:cubicBezTo>
                      <a:pt x="40" y="3"/>
                      <a:pt x="31" y="8"/>
                      <a:pt x="26" y="16"/>
                    </a:cubicBezTo>
                    <a:cubicBezTo>
                      <a:pt x="25" y="16"/>
                      <a:pt x="25" y="17"/>
                      <a:pt x="25" y="18"/>
                    </a:cubicBezTo>
                    <a:cubicBezTo>
                      <a:pt x="25" y="18"/>
                      <a:pt x="26" y="21"/>
                      <a:pt x="26" y="25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0"/>
                      <a:pt x="22" y="20"/>
                      <a:pt x="21" y="20"/>
                    </a:cubicBezTo>
                    <a:cubicBezTo>
                      <a:pt x="20" y="20"/>
                      <a:pt x="19" y="21"/>
                      <a:pt x="18" y="21"/>
                    </a:cubicBezTo>
                    <a:cubicBezTo>
                      <a:pt x="18" y="22"/>
                      <a:pt x="6" y="42"/>
                      <a:pt x="4" y="60"/>
                    </a:cubicBezTo>
                    <a:cubicBezTo>
                      <a:pt x="4" y="61"/>
                      <a:pt x="4" y="62"/>
                      <a:pt x="4" y="62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4" y="67"/>
                      <a:pt x="4" y="67"/>
                      <a:pt x="4" y="67"/>
                    </a:cubicBezTo>
                    <a:cubicBezTo>
                      <a:pt x="3" y="67"/>
                      <a:pt x="2" y="67"/>
                      <a:pt x="1" y="68"/>
                    </a:cubicBezTo>
                    <a:cubicBezTo>
                      <a:pt x="1" y="68"/>
                      <a:pt x="0" y="69"/>
                      <a:pt x="0" y="70"/>
                    </a:cubicBezTo>
                    <a:cubicBezTo>
                      <a:pt x="0" y="71"/>
                      <a:pt x="0" y="102"/>
                      <a:pt x="13" y="121"/>
                    </a:cubicBezTo>
                    <a:cubicBezTo>
                      <a:pt x="9" y="140"/>
                      <a:pt x="9" y="140"/>
                      <a:pt x="9" y="140"/>
                    </a:cubicBezTo>
                    <a:cubicBezTo>
                      <a:pt x="9" y="142"/>
                      <a:pt x="10" y="143"/>
                      <a:pt x="11" y="144"/>
                    </a:cubicBezTo>
                    <a:cubicBezTo>
                      <a:pt x="12" y="144"/>
                      <a:pt x="12" y="144"/>
                      <a:pt x="12" y="144"/>
                    </a:cubicBezTo>
                    <a:cubicBezTo>
                      <a:pt x="13" y="144"/>
                      <a:pt x="14" y="143"/>
                      <a:pt x="15" y="141"/>
                    </a:cubicBezTo>
                    <a:cubicBezTo>
                      <a:pt x="18" y="122"/>
                      <a:pt x="18" y="122"/>
                      <a:pt x="18" y="122"/>
                    </a:cubicBezTo>
                    <a:cubicBezTo>
                      <a:pt x="39" y="110"/>
                      <a:pt x="51" y="85"/>
                      <a:pt x="51" y="84"/>
                    </a:cubicBezTo>
                    <a:cubicBezTo>
                      <a:pt x="52" y="82"/>
                      <a:pt x="51" y="81"/>
                      <a:pt x="50" y="80"/>
                    </a:cubicBezTo>
                    <a:cubicBezTo>
                      <a:pt x="46" y="78"/>
                      <a:pt x="46" y="78"/>
                      <a:pt x="46" y="78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2" y="77"/>
                      <a:pt x="53" y="76"/>
                      <a:pt x="53" y="75"/>
                    </a:cubicBezTo>
                    <a:cubicBezTo>
                      <a:pt x="59" y="56"/>
                      <a:pt x="57" y="46"/>
                      <a:pt x="57" y="46"/>
                    </a:cubicBezTo>
                    <a:cubicBezTo>
                      <a:pt x="57" y="44"/>
                      <a:pt x="56" y="44"/>
                      <a:pt x="55" y="4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57" y="41"/>
                      <a:pt x="58" y="41"/>
                      <a:pt x="58" y="40"/>
                    </a:cubicBezTo>
                    <a:cubicBezTo>
                      <a:pt x="68" y="21"/>
                      <a:pt x="67" y="4"/>
                      <a:pt x="67" y="3"/>
                    </a:cubicBezTo>
                    <a:close/>
                    <a:moveTo>
                      <a:pt x="25" y="18"/>
                    </a:move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lose/>
                    <a:moveTo>
                      <a:pt x="6" y="73"/>
                    </a:moveTo>
                    <a:cubicBezTo>
                      <a:pt x="13" y="75"/>
                      <a:pt x="13" y="75"/>
                      <a:pt x="13" y="75"/>
                    </a:cubicBezTo>
                    <a:cubicBezTo>
                      <a:pt x="14" y="75"/>
                      <a:pt x="15" y="74"/>
                      <a:pt x="16" y="73"/>
                    </a:cubicBezTo>
                    <a:cubicBezTo>
                      <a:pt x="16" y="72"/>
                      <a:pt x="16" y="71"/>
                      <a:pt x="16" y="70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48"/>
                      <a:pt x="18" y="34"/>
                      <a:pt x="21" y="28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8" y="38"/>
                      <a:pt x="30" y="38"/>
                      <a:pt x="31" y="38"/>
                    </a:cubicBezTo>
                    <a:cubicBezTo>
                      <a:pt x="32" y="37"/>
                      <a:pt x="33" y="36"/>
                      <a:pt x="33" y="35"/>
                    </a:cubicBezTo>
                    <a:cubicBezTo>
                      <a:pt x="32" y="24"/>
                      <a:pt x="31" y="20"/>
                      <a:pt x="31" y="18"/>
                    </a:cubicBezTo>
                    <a:cubicBezTo>
                      <a:pt x="36" y="12"/>
                      <a:pt x="42" y="8"/>
                      <a:pt x="51" y="6"/>
                    </a:cubicBezTo>
                    <a:cubicBezTo>
                      <a:pt x="53" y="6"/>
                      <a:pt x="55" y="6"/>
                      <a:pt x="57" y="6"/>
                    </a:cubicBezTo>
                    <a:cubicBezTo>
                      <a:pt x="54" y="9"/>
                      <a:pt x="49" y="13"/>
                      <a:pt x="44" y="20"/>
                    </a:cubicBezTo>
                    <a:cubicBezTo>
                      <a:pt x="36" y="30"/>
                      <a:pt x="26" y="46"/>
                      <a:pt x="22" y="68"/>
                    </a:cubicBezTo>
                    <a:cubicBezTo>
                      <a:pt x="14" y="112"/>
                      <a:pt x="14" y="112"/>
                      <a:pt x="14" y="112"/>
                    </a:cubicBezTo>
                    <a:cubicBezTo>
                      <a:pt x="8" y="98"/>
                      <a:pt x="6" y="81"/>
                      <a:pt x="6" y="73"/>
                    </a:cubicBezTo>
                    <a:close/>
                    <a:moveTo>
                      <a:pt x="53" y="37"/>
                    </a:moveTo>
                    <a:cubicBezTo>
                      <a:pt x="44" y="42"/>
                      <a:pt x="44" y="42"/>
                      <a:pt x="44" y="42"/>
                    </a:cubicBezTo>
                    <a:cubicBezTo>
                      <a:pt x="42" y="43"/>
                      <a:pt x="42" y="44"/>
                      <a:pt x="42" y="45"/>
                    </a:cubicBezTo>
                    <a:cubicBezTo>
                      <a:pt x="42" y="46"/>
                      <a:pt x="43" y="47"/>
                      <a:pt x="44" y="47"/>
                    </a:cubicBezTo>
                    <a:cubicBezTo>
                      <a:pt x="52" y="49"/>
                      <a:pt x="52" y="49"/>
                      <a:pt x="52" y="49"/>
                    </a:cubicBezTo>
                    <a:cubicBezTo>
                      <a:pt x="52" y="52"/>
                      <a:pt x="52" y="60"/>
                      <a:pt x="48" y="72"/>
                    </a:cubicBezTo>
                    <a:cubicBezTo>
                      <a:pt x="37" y="74"/>
                      <a:pt x="37" y="74"/>
                      <a:pt x="37" y="74"/>
                    </a:cubicBezTo>
                    <a:cubicBezTo>
                      <a:pt x="36" y="74"/>
                      <a:pt x="35" y="75"/>
                      <a:pt x="35" y="76"/>
                    </a:cubicBezTo>
                    <a:cubicBezTo>
                      <a:pt x="35" y="77"/>
                      <a:pt x="35" y="78"/>
                      <a:pt x="36" y="79"/>
                    </a:cubicBezTo>
                    <a:cubicBezTo>
                      <a:pt x="45" y="84"/>
                      <a:pt x="45" y="84"/>
                      <a:pt x="45" y="84"/>
                    </a:cubicBezTo>
                    <a:cubicBezTo>
                      <a:pt x="42" y="89"/>
                      <a:pt x="33" y="105"/>
                      <a:pt x="19" y="114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31" y="48"/>
                      <a:pt x="41" y="33"/>
                      <a:pt x="48" y="24"/>
                    </a:cubicBezTo>
                    <a:cubicBezTo>
                      <a:pt x="53" y="17"/>
                      <a:pt x="58" y="13"/>
                      <a:pt x="61" y="10"/>
                    </a:cubicBezTo>
                    <a:cubicBezTo>
                      <a:pt x="60" y="16"/>
                      <a:pt x="59" y="26"/>
                      <a:pt x="53" y="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" name="Google Shape;1028;p48">
              <a:extLst>
                <a:ext uri="{FF2B5EF4-FFF2-40B4-BE49-F238E27FC236}">
                  <a16:creationId xmlns:a16="http://schemas.microsoft.com/office/drawing/2014/main" id="{0DE00285-3465-4514-A366-E47B008E05E4}"/>
                </a:ext>
              </a:extLst>
            </p:cNvPr>
            <p:cNvSpPr/>
            <p:nvPr/>
          </p:nvSpPr>
          <p:spPr>
            <a:xfrm>
              <a:off x="1720110" y="1671829"/>
              <a:ext cx="16547" cy="13237"/>
            </a:xfrm>
            <a:custGeom>
              <a:avLst/>
              <a:gdLst/>
              <a:ahLst/>
              <a:cxnLst/>
              <a:rect l="l" t="t" r="r" b="b"/>
              <a:pathLst>
                <a:path w="6" h="5" extrusionOk="0">
                  <a:moveTo>
                    <a:pt x="3" y="5"/>
                  </a:moveTo>
                  <a:cubicBezTo>
                    <a:pt x="4" y="5"/>
                    <a:pt x="4" y="5"/>
                    <a:pt x="5" y="4"/>
                  </a:cubicBezTo>
                  <a:cubicBezTo>
                    <a:pt x="5" y="4"/>
                    <a:pt x="6" y="3"/>
                    <a:pt x="6" y="2"/>
                  </a:cubicBezTo>
                  <a:cubicBezTo>
                    <a:pt x="6" y="2"/>
                    <a:pt x="5" y="1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2" y="5"/>
                    <a:pt x="2" y="5"/>
                    <a:pt x="3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676;p48">
            <a:extLst>
              <a:ext uri="{FF2B5EF4-FFF2-40B4-BE49-F238E27FC236}">
                <a16:creationId xmlns:a16="http://schemas.microsoft.com/office/drawing/2014/main" id="{0F9CDA65-27A5-4E3D-9B1C-0885E2875259}"/>
              </a:ext>
            </a:extLst>
          </p:cNvPr>
          <p:cNvGrpSpPr/>
          <p:nvPr/>
        </p:nvGrpSpPr>
        <p:grpSpPr>
          <a:xfrm>
            <a:off x="2452328" y="3079836"/>
            <a:ext cx="389392" cy="380567"/>
            <a:chOff x="7185384" y="3777632"/>
            <a:chExt cx="389392" cy="380567"/>
          </a:xfrm>
        </p:grpSpPr>
        <p:sp>
          <p:nvSpPr>
            <p:cNvPr id="51" name="Google Shape;677;p48">
              <a:extLst>
                <a:ext uri="{FF2B5EF4-FFF2-40B4-BE49-F238E27FC236}">
                  <a16:creationId xmlns:a16="http://schemas.microsoft.com/office/drawing/2014/main" id="{71F5B48A-6DB4-45FD-9F14-F4310DCC25BD}"/>
                </a:ext>
              </a:extLst>
            </p:cNvPr>
            <p:cNvSpPr/>
            <p:nvPr/>
          </p:nvSpPr>
          <p:spPr>
            <a:xfrm>
              <a:off x="7240538" y="3821756"/>
              <a:ext cx="15443" cy="16547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6"/>
                  </a:moveTo>
                  <a:cubicBezTo>
                    <a:pt x="4" y="6"/>
                    <a:pt x="4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4"/>
                    <a:pt x="6" y="2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678;p48">
              <a:extLst>
                <a:ext uri="{FF2B5EF4-FFF2-40B4-BE49-F238E27FC236}">
                  <a16:creationId xmlns:a16="http://schemas.microsoft.com/office/drawing/2014/main" id="{2FC20172-6BEC-4C23-817A-E3DD984B8F0C}"/>
                </a:ext>
              </a:extLst>
            </p:cNvPr>
            <p:cNvSpPr/>
            <p:nvPr/>
          </p:nvSpPr>
          <p:spPr>
            <a:xfrm>
              <a:off x="7237229" y="3819550"/>
              <a:ext cx="220619" cy="220618"/>
            </a:xfrm>
            <a:custGeom>
              <a:avLst/>
              <a:gdLst/>
              <a:ahLst/>
              <a:cxnLst/>
              <a:rect l="l" t="t" r="r" b="b"/>
              <a:pathLst>
                <a:path w="84" h="84" extrusionOk="0">
                  <a:moveTo>
                    <a:pt x="42" y="84"/>
                  </a:moveTo>
                  <a:cubicBezTo>
                    <a:pt x="65" y="84"/>
                    <a:pt x="84" y="65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65"/>
                    <a:pt x="19" y="84"/>
                    <a:pt x="42" y="84"/>
                  </a:cubicBezTo>
                  <a:close/>
                  <a:moveTo>
                    <a:pt x="42" y="5"/>
                  </a:moveTo>
                  <a:cubicBezTo>
                    <a:pt x="62" y="5"/>
                    <a:pt x="78" y="22"/>
                    <a:pt x="78" y="42"/>
                  </a:cubicBezTo>
                  <a:cubicBezTo>
                    <a:pt x="78" y="62"/>
                    <a:pt x="62" y="78"/>
                    <a:pt x="42" y="78"/>
                  </a:cubicBezTo>
                  <a:cubicBezTo>
                    <a:pt x="22" y="78"/>
                    <a:pt x="6" y="62"/>
                    <a:pt x="6" y="42"/>
                  </a:cubicBezTo>
                  <a:cubicBezTo>
                    <a:pt x="6" y="22"/>
                    <a:pt x="22" y="5"/>
                    <a:pt x="4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679;p48">
              <a:extLst>
                <a:ext uri="{FF2B5EF4-FFF2-40B4-BE49-F238E27FC236}">
                  <a16:creationId xmlns:a16="http://schemas.microsoft.com/office/drawing/2014/main" id="{901DF8AC-A761-47BC-BFCC-5AF414405DD6}"/>
                </a:ext>
              </a:extLst>
            </p:cNvPr>
            <p:cNvSpPr/>
            <p:nvPr/>
          </p:nvSpPr>
          <p:spPr>
            <a:xfrm>
              <a:off x="7185384" y="3777632"/>
              <a:ext cx="389392" cy="380567"/>
            </a:xfrm>
            <a:custGeom>
              <a:avLst/>
              <a:gdLst/>
              <a:ahLst/>
              <a:cxnLst/>
              <a:rect l="l" t="t" r="r" b="b"/>
              <a:pathLst>
                <a:path w="149" h="145" extrusionOk="0">
                  <a:moveTo>
                    <a:pt x="145" y="124"/>
                  </a:moveTo>
                  <a:cubicBezTo>
                    <a:pt x="129" y="107"/>
                    <a:pt x="129" y="107"/>
                    <a:pt x="129" y="107"/>
                  </a:cubicBezTo>
                  <a:cubicBezTo>
                    <a:pt x="129" y="107"/>
                    <a:pt x="129" y="107"/>
                    <a:pt x="129" y="107"/>
                  </a:cubicBezTo>
                  <a:cubicBezTo>
                    <a:pt x="130" y="106"/>
                    <a:pt x="130" y="104"/>
                    <a:pt x="129" y="103"/>
                  </a:cubicBezTo>
                  <a:cubicBezTo>
                    <a:pt x="128" y="102"/>
                    <a:pt x="126" y="102"/>
                    <a:pt x="125" y="103"/>
                  </a:cubicBezTo>
                  <a:cubicBezTo>
                    <a:pt x="125" y="103"/>
                    <a:pt x="125" y="103"/>
                    <a:pt x="125" y="103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20" y="95"/>
                    <a:pt x="120" y="92"/>
                    <a:pt x="118" y="90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23" y="63"/>
                    <a:pt x="120" y="36"/>
                    <a:pt x="102" y="18"/>
                  </a:cubicBezTo>
                  <a:cubicBezTo>
                    <a:pt x="93" y="9"/>
                    <a:pt x="80" y="3"/>
                    <a:pt x="67" y="2"/>
                  </a:cubicBezTo>
                  <a:cubicBezTo>
                    <a:pt x="54" y="0"/>
                    <a:pt x="41" y="4"/>
                    <a:pt x="31" y="11"/>
                  </a:cubicBezTo>
                  <a:cubicBezTo>
                    <a:pt x="29" y="12"/>
                    <a:pt x="29" y="13"/>
                    <a:pt x="30" y="15"/>
                  </a:cubicBezTo>
                  <a:cubicBezTo>
                    <a:pt x="31" y="16"/>
                    <a:pt x="33" y="16"/>
                    <a:pt x="34" y="15"/>
                  </a:cubicBezTo>
                  <a:cubicBezTo>
                    <a:pt x="54" y="2"/>
                    <a:pt x="81" y="5"/>
                    <a:pt x="98" y="22"/>
                  </a:cubicBezTo>
                  <a:cubicBezTo>
                    <a:pt x="118" y="42"/>
                    <a:pt x="118" y="74"/>
                    <a:pt x="98" y="94"/>
                  </a:cubicBezTo>
                  <a:cubicBezTo>
                    <a:pt x="78" y="114"/>
                    <a:pt x="46" y="114"/>
                    <a:pt x="26" y="94"/>
                  </a:cubicBezTo>
                  <a:cubicBezTo>
                    <a:pt x="9" y="77"/>
                    <a:pt x="6" y="50"/>
                    <a:pt x="20" y="29"/>
                  </a:cubicBezTo>
                  <a:cubicBezTo>
                    <a:pt x="21" y="28"/>
                    <a:pt x="20" y="26"/>
                    <a:pt x="19" y="26"/>
                  </a:cubicBezTo>
                  <a:cubicBezTo>
                    <a:pt x="18" y="25"/>
                    <a:pt x="16" y="25"/>
                    <a:pt x="15" y="26"/>
                  </a:cubicBezTo>
                  <a:cubicBezTo>
                    <a:pt x="0" y="49"/>
                    <a:pt x="3" y="79"/>
                    <a:pt x="22" y="98"/>
                  </a:cubicBezTo>
                  <a:cubicBezTo>
                    <a:pt x="33" y="109"/>
                    <a:pt x="48" y="114"/>
                    <a:pt x="62" y="114"/>
                  </a:cubicBezTo>
                  <a:cubicBezTo>
                    <a:pt x="71" y="114"/>
                    <a:pt x="80" y="112"/>
                    <a:pt x="89" y="108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6" y="115"/>
                    <a:pt x="98" y="116"/>
                    <a:pt x="99" y="116"/>
                  </a:cubicBezTo>
                  <a:cubicBezTo>
                    <a:pt x="100" y="116"/>
                    <a:pt x="101" y="115"/>
                    <a:pt x="102" y="115"/>
                  </a:cubicBezTo>
                  <a:cubicBezTo>
                    <a:pt x="108" y="121"/>
                    <a:pt x="108" y="121"/>
                    <a:pt x="108" y="121"/>
                  </a:cubicBezTo>
                  <a:cubicBezTo>
                    <a:pt x="107" y="121"/>
                    <a:pt x="107" y="121"/>
                    <a:pt x="107" y="121"/>
                  </a:cubicBezTo>
                  <a:cubicBezTo>
                    <a:pt x="106" y="122"/>
                    <a:pt x="106" y="124"/>
                    <a:pt x="107" y="125"/>
                  </a:cubicBezTo>
                  <a:cubicBezTo>
                    <a:pt x="108" y="125"/>
                    <a:pt x="109" y="126"/>
                    <a:pt x="109" y="126"/>
                  </a:cubicBezTo>
                  <a:cubicBezTo>
                    <a:pt x="110" y="126"/>
                    <a:pt x="111" y="125"/>
                    <a:pt x="111" y="125"/>
                  </a:cubicBezTo>
                  <a:cubicBezTo>
                    <a:pt x="112" y="125"/>
                    <a:pt x="112" y="125"/>
                    <a:pt x="112" y="125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30" y="144"/>
                    <a:pt x="134" y="145"/>
                    <a:pt x="137" y="145"/>
                  </a:cubicBezTo>
                  <a:cubicBezTo>
                    <a:pt x="140" y="145"/>
                    <a:pt x="143" y="144"/>
                    <a:pt x="145" y="141"/>
                  </a:cubicBezTo>
                  <a:cubicBezTo>
                    <a:pt x="148" y="139"/>
                    <a:pt x="149" y="136"/>
                    <a:pt x="149" y="133"/>
                  </a:cubicBezTo>
                  <a:cubicBezTo>
                    <a:pt x="149" y="129"/>
                    <a:pt x="148" y="126"/>
                    <a:pt x="145" y="124"/>
                  </a:cubicBezTo>
                  <a:close/>
                  <a:moveTo>
                    <a:pt x="99" y="110"/>
                  </a:moveTo>
                  <a:cubicBezTo>
                    <a:pt x="94" y="105"/>
                    <a:pt x="94" y="105"/>
                    <a:pt x="94" y="105"/>
                  </a:cubicBezTo>
                  <a:cubicBezTo>
                    <a:pt x="97" y="103"/>
                    <a:pt x="99" y="101"/>
                    <a:pt x="102" y="98"/>
                  </a:cubicBezTo>
                  <a:cubicBezTo>
                    <a:pt x="105" y="95"/>
                    <a:pt x="107" y="92"/>
                    <a:pt x="109" y="89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14" y="95"/>
                    <a:pt x="114" y="95"/>
                    <a:pt x="114" y="96"/>
                  </a:cubicBezTo>
                  <a:cubicBezTo>
                    <a:pt x="100" y="110"/>
                    <a:pt x="100" y="110"/>
                    <a:pt x="100" y="110"/>
                  </a:cubicBezTo>
                  <a:cubicBezTo>
                    <a:pt x="100" y="110"/>
                    <a:pt x="99" y="110"/>
                    <a:pt x="99" y="110"/>
                  </a:cubicBezTo>
                  <a:close/>
                  <a:moveTo>
                    <a:pt x="106" y="111"/>
                  </a:moveTo>
                  <a:cubicBezTo>
                    <a:pt x="116" y="102"/>
                    <a:pt x="116" y="102"/>
                    <a:pt x="116" y="102"/>
                  </a:cubicBezTo>
                  <a:cubicBezTo>
                    <a:pt x="121" y="107"/>
                    <a:pt x="121" y="107"/>
                    <a:pt x="121" y="107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106" y="111"/>
                  </a:lnTo>
                  <a:close/>
                  <a:moveTo>
                    <a:pt x="141" y="137"/>
                  </a:moveTo>
                  <a:cubicBezTo>
                    <a:pt x="139" y="140"/>
                    <a:pt x="135" y="140"/>
                    <a:pt x="132" y="137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25" y="111"/>
                    <a:pt x="125" y="111"/>
                    <a:pt x="125" y="111"/>
                  </a:cubicBezTo>
                  <a:cubicBezTo>
                    <a:pt x="141" y="128"/>
                    <a:pt x="141" y="128"/>
                    <a:pt x="141" y="128"/>
                  </a:cubicBezTo>
                  <a:cubicBezTo>
                    <a:pt x="144" y="130"/>
                    <a:pt x="144" y="135"/>
                    <a:pt x="141" y="1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680;p48">
              <a:extLst>
                <a:ext uri="{FF2B5EF4-FFF2-40B4-BE49-F238E27FC236}">
                  <a16:creationId xmlns:a16="http://schemas.microsoft.com/office/drawing/2014/main" id="{FCEEE493-E810-44B9-9FBE-F0338BC561AF}"/>
                </a:ext>
              </a:extLst>
            </p:cNvPr>
            <p:cNvSpPr/>
            <p:nvPr/>
          </p:nvSpPr>
          <p:spPr>
            <a:xfrm>
              <a:off x="7339817" y="3853746"/>
              <a:ext cx="83835" cy="83835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3" y="6"/>
                  </a:moveTo>
                  <a:cubicBezTo>
                    <a:pt x="16" y="6"/>
                    <a:pt x="26" y="16"/>
                    <a:pt x="26" y="29"/>
                  </a:cubicBezTo>
                  <a:cubicBezTo>
                    <a:pt x="26" y="30"/>
                    <a:pt x="27" y="32"/>
                    <a:pt x="29" y="32"/>
                  </a:cubicBezTo>
                  <a:cubicBezTo>
                    <a:pt x="30" y="32"/>
                    <a:pt x="32" y="30"/>
                    <a:pt x="32" y="29"/>
                  </a:cubicBezTo>
                  <a:cubicBezTo>
                    <a:pt x="32" y="13"/>
                    <a:pt x="19" y="0"/>
                    <a:pt x="3" y="0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681;p48">
              <a:extLst>
                <a:ext uri="{FF2B5EF4-FFF2-40B4-BE49-F238E27FC236}">
                  <a16:creationId xmlns:a16="http://schemas.microsoft.com/office/drawing/2014/main" id="{8B5F1DAE-7CCD-4A9C-8058-34B6DAB24DF8}"/>
                </a:ext>
              </a:extLst>
            </p:cNvPr>
            <p:cNvSpPr/>
            <p:nvPr/>
          </p:nvSpPr>
          <p:spPr>
            <a:xfrm>
              <a:off x="7307827" y="3861468"/>
              <a:ext cx="18753" cy="15443"/>
            </a:xfrm>
            <a:custGeom>
              <a:avLst/>
              <a:gdLst/>
              <a:ahLst/>
              <a:cxnLst/>
              <a:rect l="l" t="t" r="r" b="b"/>
              <a:pathLst>
                <a:path w="7" h="6" extrusionOk="0">
                  <a:moveTo>
                    <a:pt x="3" y="6"/>
                  </a:moveTo>
                  <a:cubicBezTo>
                    <a:pt x="4" y="6"/>
                    <a:pt x="4" y="6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5"/>
                    <a:pt x="7" y="3"/>
                    <a:pt x="6" y="2"/>
                  </a:cubicBezTo>
                  <a:cubicBezTo>
                    <a:pt x="5" y="0"/>
                    <a:pt x="4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3"/>
                    <a:pt x="1" y="4"/>
                  </a:cubicBezTo>
                  <a:cubicBezTo>
                    <a:pt x="1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985;p48">
            <a:extLst>
              <a:ext uri="{FF2B5EF4-FFF2-40B4-BE49-F238E27FC236}">
                <a16:creationId xmlns:a16="http://schemas.microsoft.com/office/drawing/2014/main" id="{82D8BAEF-D1D7-4131-8D02-BF01915328AB}"/>
              </a:ext>
            </a:extLst>
          </p:cNvPr>
          <p:cNvGrpSpPr/>
          <p:nvPr/>
        </p:nvGrpSpPr>
        <p:grpSpPr>
          <a:xfrm>
            <a:off x="2426404" y="3880941"/>
            <a:ext cx="376155" cy="380567"/>
            <a:chOff x="3942291" y="1375096"/>
            <a:chExt cx="376155" cy="380567"/>
          </a:xfrm>
        </p:grpSpPr>
        <p:sp>
          <p:nvSpPr>
            <p:cNvPr id="57" name="Google Shape;986;p48">
              <a:extLst>
                <a:ext uri="{FF2B5EF4-FFF2-40B4-BE49-F238E27FC236}">
                  <a16:creationId xmlns:a16="http://schemas.microsoft.com/office/drawing/2014/main" id="{413DAAB4-0397-4277-8639-D14AD493490C}"/>
                </a:ext>
              </a:extLst>
            </p:cNvPr>
            <p:cNvSpPr/>
            <p:nvPr/>
          </p:nvSpPr>
          <p:spPr>
            <a:xfrm>
              <a:off x="3988621" y="1375096"/>
              <a:ext cx="285701" cy="380567"/>
            </a:xfrm>
            <a:custGeom>
              <a:avLst/>
              <a:gdLst/>
              <a:ahLst/>
              <a:cxnLst/>
              <a:rect l="l" t="t" r="r" b="b"/>
              <a:pathLst>
                <a:path w="109" h="145" extrusionOk="0">
                  <a:moveTo>
                    <a:pt x="109" y="78"/>
                  </a:moveTo>
                  <a:cubicBezTo>
                    <a:pt x="109" y="51"/>
                    <a:pt x="88" y="28"/>
                    <a:pt x="61" y="24"/>
                  </a:cubicBezTo>
                  <a:cubicBezTo>
                    <a:pt x="65" y="22"/>
                    <a:pt x="68" y="17"/>
                    <a:pt x="67" y="11"/>
                  </a:cubicBezTo>
                  <a:cubicBezTo>
                    <a:pt x="66" y="6"/>
                    <a:pt x="61" y="2"/>
                    <a:pt x="56" y="1"/>
                  </a:cubicBezTo>
                  <a:cubicBezTo>
                    <a:pt x="48" y="0"/>
                    <a:pt x="42" y="6"/>
                    <a:pt x="42" y="14"/>
                  </a:cubicBezTo>
                  <a:cubicBezTo>
                    <a:pt x="42" y="18"/>
                    <a:pt x="44" y="22"/>
                    <a:pt x="48" y="24"/>
                  </a:cubicBezTo>
                  <a:cubicBezTo>
                    <a:pt x="21" y="28"/>
                    <a:pt x="0" y="51"/>
                    <a:pt x="0" y="78"/>
                  </a:cubicBezTo>
                  <a:cubicBezTo>
                    <a:pt x="0" y="100"/>
                    <a:pt x="12" y="118"/>
                    <a:pt x="30" y="127"/>
                  </a:cubicBezTo>
                  <a:cubicBezTo>
                    <a:pt x="2" y="127"/>
                    <a:pt x="2" y="127"/>
                    <a:pt x="2" y="127"/>
                  </a:cubicBezTo>
                  <a:cubicBezTo>
                    <a:pt x="1" y="127"/>
                    <a:pt x="0" y="129"/>
                    <a:pt x="0" y="130"/>
                  </a:cubicBezTo>
                  <a:cubicBezTo>
                    <a:pt x="0" y="138"/>
                    <a:pt x="6" y="145"/>
                    <a:pt x="15" y="145"/>
                  </a:cubicBezTo>
                  <a:cubicBezTo>
                    <a:pt x="59" y="145"/>
                    <a:pt x="59" y="145"/>
                    <a:pt x="59" y="145"/>
                  </a:cubicBezTo>
                  <a:cubicBezTo>
                    <a:pt x="60" y="145"/>
                    <a:pt x="62" y="144"/>
                    <a:pt x="62" y="143"/>
                  </a:cubicBezTo>
                  <a:cubicBezTo>
                    <a:pt x="62" y="141"/>
                    <a:pt x="61" y="139"/>
                    <a:pt x="59" y="139"/>
                  </a:cubicBezTo>
                  <a:cubicBezTo>
                    <a:pt x="15" y="139"/>
                    <a:pt x="15" y="139"/>
                    <a:pt x="15" y="139"/>
                  </a:cubicBezTo>
                  <a:cubicBezTo>
                    <a:pt x="11" y="139"/>
                    <a:pt x="7" y="137"/>
                    <a:pt x="6" y="133"/>
                  </a:cubicBezTo>
                  <a:cubicBezTo>
                    <a:pt x="102" y="133"/>
                    <a:pt x="102" y="133"/>
                    <a:pt x="102" y="133"/>
                  </a:cubicBezTo>
                  <a:cubicBezTo>
                    <a:pt x="101" y="137"/>
                    <a:pt x="98" y="139"/>
                    <a:pt x="94" y="139"/>
                  </a:cubicBezTo>
                  <a:cubicBezTo>
                    <a:pt x="84" y="139"/>
                    <a:pt x="84" y="139"/>
                    <a:pt x="84" y="139"/>
                  </a:cubicBezTo>
                  <a:cubicBezTo>
                    <a:pt x="82" y="139"/>
                    <a:pt x="81" y="140"/>
                    <a:pt x="81" y="142"/>
                  </a:cubicBezTo>
                  <a:cubicBezTo>
                    <a:pt x="81" y="144"/>
                    <a:pt x="82" y="145"/>
                    <a:pt x="84" y="145"/>
                  </a:cubicBezTo>
                  <a:cubicBezTo>
                    <a:pt x="94" y="145"/>
                    <a:pt x="94" y="145"/>
                    <a:pt x="94" y="145"/>
                  </a:cubicBezTo>
                  <a:cubicBezTo>
                    <a:pt x="102" y="145"/>
                    <a:pt x="109" y="138"/>
                    <a:pt x="109" y="130"/>
                  </a:cubicBezTo>
                  <a:cubicBezTo>
                    <a:pt x="109" y="129"/>
                    <a:pt x="107" y="127"/>
                    <a:pt x="106" y="127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96" y="118"/>
                    <a:pt x="109" y="100"/>
                    <a:pt x="109" y="78"/>
                  </a:cubicBezTo>
                  <a:close/>
                  <a:moveTo>
                    <a:pt x="61" y="13"/>
                  </a:moveTo>
                  <a:cubicBezTo>
                    <a:pt x="62" y="16"/>
                    <a:pt x="60" y="19"/>
                    <a:pt x="57" y="21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7" y="18"/>
                    <a:pt x="56" y="16"/>
                    <a:pt x="55" y="16"/>
                  </a:cubicBezTo>
                  <a:cubicBezTo>
                    <a:pt x="53" y="16"/>
                    <a:pt x="51" y="17"/>
                    <a:pt x="51" y="19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49" y="19"/>
                    <a:pt x="47" y="17"/>
                    <a:pt x="47" y="14"/>
                  </a:cubicBezTo>
                  <a:cubicBezTo>
                    <a:pt x="47" y="10"/>
                    <a:pt x="51" y="7"/>
                    <a:pt x="55" y="7"/>
                  </a:cubicBezTo>
                  <a:cubicBezTo>
                    <a:pt x="58" y="8"/>
                    <a:pt x="61" y="10"/>
                    <a:pt x="61" y="13"/>
                  </a:cubicBezTo>
                  <a:close/>
                  <a:moveTo>
                    <a:pt x="54" y="127"/>
                  </a:moveTo>
                  <a:cubicBezTo>
                    <a:pt x="27" y="127"/>
                    <a:pt x="5" y="106"/>
                    <a:pt x="5" y="79"/>
                  </a:cubicBezTo>
                  <a:cubicBezTo>
                    <a:pt x="5" y="52"/>
                    <a:pt x="27" y="30"/>
                    <a:pt x="54" y="30"/>
                  </a:cubicBezTo>
                  <a:cubicBezTo>
                    <a:pt x="81" y="30"/>
                    <a:pt x="103" y="52"/>
                    <a:pt x="103" y="79"/>
                  </a:cubicBezTo>
                  <a:cubicBezTo>
                    <a:pt x="103" y="106"/>
                    <a:pt x="81" y="127"/>
                    <a:pt x="54" y="1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987;p48">
              <a:extLst>
                <a:ext uri="{FF2B5EF4-FFF2-40B4-BE49-F238E27FC236}">
                  <a16:creationId xmlns:a16="http://schemas.microsoft.com/office/drawing/2014/main" id="{725D39FE-25D0-4EC2-8882-45E89947C167}"/>
                </a:ext>
              </a:extLst>
            </p:cNvPr>
            <p:cNvSpPr/>
            <p:nvPr/>
          </p:nvSpPr>
          <p:spPr>
            <a:xfrm>
              <a:off x="4020610" y="1469962"/>
              <a:ext cx="221722" cy="222825"/>
            </a:xfrm>
            <a:custGeom>
              <a:avLst/>
              <a:gdLst/>
              <a:ahLst/>
              <a:cxnLst/>
              <a:rect l="l" t="t" r="r" b="b"/>
              <a:pathLst>
                <a:path w="85" h="85" extrusionOk="0">
                  <a:moveTo>
                    <a:pt x="42" y="0"/>
                  </a:moveTo>
                  <a:cubicBezTo>
                    <a:pt x="19" y="0"/>
                    <a:pt x="0" y="19"/>
                    <a:pt x="0" y="43"/>
                  </a:cubicBezTo>
                  <a:cubicBezTo>
                    <a:pt x="0" y="66"/>
                    <a:pt x="19" y="85"/>
                    <a:pt x="42" y="85"/>
                  </a:cubicBezTo>
                  <a:cubicBezTo>
                    <a:pt x="66" y="85"/>
                    <a:pt x="85" y="66"/>
                    <a:pt x="85" y="43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42" y="79"/>
                  </a:moveTo>
                  <a:cubicBezTo>
                    <a:pt x="22" y="79"/>
                    <a:pt x="5" y="63"/>
                    <a:pt x="5" y="43"/>
                  </a:cubicBezTo>
                  <a:cubicBezTo>
                    <a:pt x="5" y="22"/>
                    <a:pt x="22" y="6"/>
                    <a:pt x="42" y="6"/>
                  </a:cubicBezTo>
                  <a:cubicBezTo>
                    <a:pt x="62" y="6"/>
                    <a:pt x="79" y="22"/>
                    <a:pt x="79" y="43"/>
                  </a:cubicBezTo>
                  <a:cubicBezTo>
                    <a:pt x="79" y="63"/>
                    <a:pt x="62" y="79"/>
                    <a:pt x="42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988;p48">
              <a:extLst>
                <a:ext uri="{FF2B5EF4-FFF2-40B4-BE49-F238E27FC236}">
                  <a16:creationId xmlns:a16="http://schemas.microsoft.com/office/drawing/2014/main" id="{E847A3E8-7F12-429F-8988-56B83876CD86}"/>
                </a:ext>
              </a:extLst>
            </p:cNvPr>
            <p:cNvSpPr/>
            <p:nvPr/>
          </p:nvSpPr>
          <p:spPr>
            <a:xfrm>
              <a:off x="4064734" y="1514086"/>
              <a:ext cx="133475" cy="134577"/>
            </a:xfrm>
            <a:custGeom>
              <a:avLst/>
              <a:gdLst/>
              <a:ahLst/>
              <a:cxnLst/>
              <a:rect l="l" t="t" r="r" b="b"/>
              <a:pathLst>
                <a:path w="51" h="51" extrusionOk="0">
                  <a:moveTo>
                    <a:pt x="46" y="1"/>
                  </a:moveTo>
                  <a:cubicBezTo>
                    <a:pt x="18" y="18"/>
                    <a:pt x="18" y="18"/>
                    <a:pt x="18" y="18"/>
                  </a:cubicBezTo>
                  <a:cubicBezTo>
                    <a:pt x="18" y="18"/>
                    <a:pt x="17" y="18"/>
                    <a:pt x="17" y="19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0" y="49"/>
                    <a:pt x="1" y="50"/>
                  </a:cubicBezTo>
                  <a:cubicBezTo>
                    <a:pt x="1" y="51"/>
                    <a:pt x="2" y="51"/>
                    <a:pt x="3" y="51"/>
                  </a:cubicBezTo>
                  <a:cubicBezTo>
                    <a:pt x="3" y="51"/>
                    <a:pt x="4" y="51"/>
                    <a:pt x="4" y="50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3" y="34"/>
                    <a:pt x="33" y="33"/>
                    <a:pt x="33" y="33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1" y="4"/>
                    <a:pt x="50" y="2"/>
                    <a:pt x="49" y="1"/>
                  </a:cubicBezTo>
                  <a:cubicBezTo>
                    <a:pt x="49" y="1"/>
                    <a:pt x="47" y="0"/>
                    <a:pt x="46" y="1"/>
                  </a:cubicBezTo>
                  <a:close/>
                  <a:moveTo>
                    <a:pt x="25" y="29"/>
                  </a:moveTo>
                  <a:cubicBezTo>
                    <a:pt x="23" y="29"/>
                    <a:pt x="22" y="27"/>
                    <a:pt x="22" y="26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27" y="23"/>
                    <a:pt x="28" y="24"/>
                    <a:pt x="28" y="26"/>
                  </a:cubicBezTo>
                  <a:cubicBezTo>
                    <a:pt x="28" y="27"/>
                    <a:pt x="27" y="29"/>
                    <a:pt x="25" y="29"/>
                  </a:cubicBezTo>
                  <a:close/>
                  <a:moveTo>
                    <a:pt x="17" y="29"/>
                  </a:moveTo>
                  <a:cubicBezTo>
                    <a:pt x="18" y="31"/>
                    <a:pt x="20" y="33"/>
                    <a:pt x="22" y="34"/>
                  </a:cubicBezTo>
                  <a:cubicBezTo>
                    <a:pt x="11" y="40"/>
                    <a:pt x="11" y="40"/>
                    <a:pt x="11" y="40"/>
                  </a:cubicBezTo>
                  <a:lnTo>
                    <a:pt x="17" y="29"/>
                  </a:lnTo>
                  <a:close/>
                  <a:moveTo>
                    <a:pt x="33" y="22"/>
                  </a:moveTo>
                  <a:cubicBezTo>
                    <a:pt x="32" y="20"/>
                    <a:pt x="31" y="19"/>
                    <a:pt x="29" y="18"/>
                  </a:cubicBezTo>
                  <a:cubicBezTo>
                    <a:pt x="40" y="11"/>
                    <a:pt x="40" y="11"/>
                    <a:pt x="40" y="11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989;p48">
              <a:extLst>
                <a:ext uri="{FF2B5EF4-FFF2-40B4-BE49-F238E27FC236}">
                  <a16:creationId xmlns:a16="http://schemas.microsoft.com/office/drawing/2014/main" id="{E01FD0FE-F870-42AF-9A33-D5BE2133E7F1}"/>
                </a:ext>
              </a:extLst>
            </p:cNvPr>
            <p:cNvSpPr/>
            <p:nvPr/>
          </p:nvSpPr>
          <p:spPr>
            <a:xfrm>
              <a:off x="4122095" y="1498643"/>
              <a:ext cx="16547" cy="13237"/>
            </a:xfrm>
            <a:custGeom>
              <a:avLst/>
              <a:gdLst/>
              <a:ahLst/>
              <a:cxnLst/>
              <a:rect l="l" t="t" r="r" b="b"/>
              <a:pathLst>
                <a:path w="6" h="5" extrusionOk="0">
                  <a:moveTo>
                    <a:pt x="3" y="5"/>
                  </a:moveTo>
                  <a:cubicBezTo>
                    <a:pt x="4" y="5"/>
                    <a:pt x="5" y="5"/>
                    <a:pt x="5" y="4"/>
                  </a:cubicBezTo>
                  <a:cubicBezTo>
                    <a:pt x="6" y="4"/>
                    <a:pt x="6" y="3"/>
                    <a:pt x="6" y="2"/>
                  </a:cubicBezTo>
                  <a:cubicBezTo>
                    <a:pt x="6" y="2"/>
                    <a:pt x="6" y="1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0" y="2"/>
                    <a:pt x="0" y="2"/>
                  </a:cubicBezTo>
                  <a:cubicBezTo>
                    <a:pt x="0" y="3"/>
                    <a:pt x="1" y="4"/>
                    <a:pt x="1" y="4"/>
                  </a:cubicBezTo>
                  <a:cubicBezTo>
                    <a:pt x="2" y="5"/>
                    <a:pt x="2" y="5"/>
                    <a:pt x="3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990;p48">
              <a:extLst>
                <a:ext uri="{FF2B5EF4-FFF2-40B4-BE49-F238E27FC236}">
                  <a16:creationId xmlns:a16="http://schemas.microsoft.com/office/drawing/2014/main" id="{F2584A06-14D2-47AE-8483-D8E8B671220D}"/>
                </a:ext>
              </a:extLst>
            </p:cNvPr>
            <p:cNvSpPr/>
            <p:nvPr/>
          </p:nvSpPr>
          <p:spPr>
            <a:xfrm>
              <a:off x="4122095" y="1650869"/>
              <a:ext cx="16547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0"/>
                  </a:move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4" y="6"/>
                    <a:pt x="5" y="6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991;p48">
              <a:extLst>
                <a:ext uri="{FF2B5EF4-FFF2-40B4-BE49-F238E27FC236}">
                  <a16:creationId xmlns:a16="http://schemas.microsoft.com/office/drawing/2014/main" id="{1196A945-B03A-4344-B40B-4CB7F5DE2986}"/>
                </a:ext>
              </a:extLst>
            </p:cNvPr>
            <p:cNvSpPr/>
            <p:nvPr/>
          </p:nvSpPr>
          <p:spPr>
            <a:xfrm>
              <a:off x="4200415" y="1574756"/>
              <a:ext cx="13237" cy="15443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5" y="1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1" y="5"/>
                    <a:pt x="2" y="6"/>
                    <a:pt x="3" y="6"/>
                  </a:cubicBezTo>
                  <a:cubicBezTo>
                    <a:pt x="3" y="6"/>
                    <a:pt x="4" y="5"/>
                    <a:pt x="5" y="5"/>
                  </a:cubicBezTo>
                  <a:cubicBezTo>
                    <a:pt x="5" y="4"/>
                    <a:pt x="5" y="3"/>
                    <a:pt x="5" y="3"/>
                  </a:cubicBezTo>
                  <a:cubicBezTo>
                    <a:pt x="5" y="2"/>
                    <a:pt x="5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992;p48">
              <a:extLst>
                <a:ext uri="{FF2B5EF4-FFF2-40B4-BE49-F238E27FC236}">
                  <a16:creationId xmlns:a16="http://schemas.microsoft.com/office/drawing/2014/main" id="{1AF1EA7D-CCA4-4853-8E91-720433E29720}"/>
                </a:ext>
              </a:extLst>
            </p:cNvPr>
            <p:cNvSpPr/>
            <p:nvPr/>
          </p:nvSpPr>
          <p:spPr>
            <a:xfrm>
              <a:off x="4045982" y="1574756"/>
              <a:ext cx="16547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1" y="5"/>
                    <a:pt x="2" y="6"/>
                    <a:pt x="3" y="6"/>
                  </a:cubicBezTo>
                  <a:cubicBezTo>
                    <a:pt x="4" y="6"/>
                    <a:pt x="4" y="5"/>
                    <a:pt x="5" y="5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6" y="2"/>
                    <a:pt x="5" y="1"/>
                    <a:pt x="5" y="1"/>
                  </a:cubicBezTo>
                  <a:cubicBezTo>
                    <a:pt x="4" y="0"/>
                    <a:pt x="4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993;p48">
              <a:extLst>
                <a:ext uri="{FF2B5EF4-FFF2-40B4-BE49-F238E27FC236}">
                  <a16:creationId xmlns:a16="http://schemas.microsoft.com/office/drawing/2014/main" id="{C2539B2F-C004-4CCF-882E-ED4B9F6B0F92}"/>
                </a:ext>
              </a:extLst>
            </p:cNvPr>
            <p:cNvSpPr/>
            <p:nvPr/>
          </p:nvSpPr>
          <p:spPr>
            <a:xfrm>
              <a:off x="4169528" y="1740220"/>
              <a:ext cx="13237" cy="15443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3" y="0"/>
                  </a:moveTo>
                  <a:cubicBezTo>
                    <a:pt x="2" y="0"/>
                    <a:pt x="1" y="1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4" y="6"/>
                    <a:pt x="5" y="5"/>
                  </a:cubicBezTo>
                  <a:cubicBezTo>
                    <a:pt x="5" y="5"/>
                    <a:pt x="5" y="4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4" y="1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994;p48">
              <a:extLst>
                <a:ext uri="{FF2B5EF4-FFF2-40B4-BE49-F238E27FC236}">
                  <a16:creationId xmlns:a16="http://schemas.microsoft.com/office/drawing/2014/main" id="{E586B15B-A4F5-49B1-BD78-923DEFE50C49}"/>
                </a:ext>
              </a:extLst>
            </p:cNvPr>
            <p:cNvSpPr/>
            <p:nvPr/>
          </p:nvSpPr>
          <p:spPr>
            <a:xfrm>
              <a:off x="4276528" y="1393849"/>
              <a:ext cx="16547" cy="26474"/>
            </a:xfrm>
            <a:custGeom>
              <a:avLst/>
              <a:gdLst/>
              <a:ahLst/>
              <a:cxnLst/>
              <a:rect l="l" t="t" r="r" b="b"/>
              <a:pathLst>
                <a:path w="6" h="10" extrusionOk="0">
                  <a:moveTo>
                    <a:pt x="0" y="3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9"/>
                    <a:pt x="3" y="9"/>
                  </a:cubicBezTo>
                  <a:cubicBezTo>
                    <a:pt x="4" y="10"/>
                    <a:pt x="6" y="8"/>
                    <a:pt x="6" y="7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4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995;p48">
              <a:extLst>
                <a:ext uri="{FF2B5EF4-FFF2-40B4-BE49-F238E27FC236}">
                  <a16:creationId xmlns:a16="http://schemas.microsoft.com/office/drawing/2014/main" id="{2AA9FE2D-A555-4742-B0EC-E0CB166E2458}"/>
                </a:ext>
              </a:extLst>
            </p:cNvPr>
            <p:cNvSpPr/>
            <p:nvPr/>
          </p:nvSpPr>
          <p:spPr>
            <a:xfrm>
              <a:off x="4276528" y="1437973"/>
              <a:ext cx="16547" cy="24268"/>
            </a:xfrm>
            <a:custGeom>
              <a:avLst/>
              <a:gdLst/>
              <a:ahLst/>
              <a:cxnLst/>
              <a:rect l="l" t="t" r="r" b="b"/>
              <a:pathLst>
                <a:path w="6" h="9" extrusionOk="0">
                  <a:moveTo>
                    <a:pt x="0" y="3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9"/>
                    <a:pt x="3" y="9"/>
                  </a:cubicBezTo>
                  <a:cubicBezTo>
                    <a:pt x="4" y="9"/>
                    <a:pt x="6" y="8"/>
                    <a:pt x="6" y="6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996;p48">
              <a:extLst>
                <a:ext uri="{FF2B5EF4-FFF2-40B4-BE49-F238E27FC236}">
                  <a16:creationId xmlns:a16="http://schemas.microsoft.com/office/drawing/2014/main" id="{C1B53EAF-E809-43C3-8DC3-C72A38DD168D}"/>
                </a:ext>
              </a:extLst>
            </p:cNvPr>
            <p:cNvSpPr/>
            <p:nvPr/>
          </p:nvSpPr>
          <p:spPr>
            <a:xfrm>
              <a:off x="4295280" y="1420323"/>
              <a:ext cx="23165" cy="15443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6"/>
                    <a:pt x="9" y="5"/>
                    <a:pt x="9" y="3"/>
                  </a:cubicBezTo>
                  <a:cubicBezTo>
                    <a:pt x="9" y="2"/>
                    <a:pt x="8" y="0"/>
                    <a:pt x="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997;p48">
              <a:extLst>
                <a:ext uri="{FF2B5EF4-FFF2-40B4-BE49-F238E27FC236}">
                  <a16:creationId xmlns:a16="http://schemas.microsoft.com/office/drawing/2014/main" id="{99340E71-5CD8-4528-9F90-8E5884D0A13D}"/>
                </a:ext>
              </a:extLst>
            </p:cNvPr>
            <p:cNvSpPr/>
            <p:nvPr/>
          </p:nvSpPr>
          <p:spPr>
            <a:xfrm>
              <a:off x="4251157" y="1420323"/>
              <a:ext cx="23165" cy="15443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6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6"/>
                    <a:pt x="9" y="5"/>
                    <a:pt x="9" y="3"/>
                  </a:cubicBezTo>
                  <a:cubicBezTo>
                    <a:pt x="9" y="2"/>
                    <a:pt x="8" y="0"/>
                    <a:pt x="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998;p48">
              <a:extLst>
                <a:ext uri="{FF2B5EF4-FFF2-40B4-BE49-F238E27FC236}">
                  <a16:creationId xmlns:a16="http://schemas.microsoft.com/office/drawing/2014/main" id="{B121F064-72F0-4182-AFE8-243224C72581}"/>
                </a:ext>
              </a:extLst>
            </p:cNvPr>
            <p:cNvSpPr/>
            <p:nvPr/>
          </p:nvSpPr>
          <p:spPr>
            <a:xfrm>
              <a:off x="3970971" y="1643148"/>
              <a:ext cx="12134" cy="26474"/>
            </a:xfrm>
            <a:custGeom>
              <a:avLst/>
              <a:gdLst/>
              <a:ahLst/>
              <a:cxnLst/>
              <a:rect l="l" t="t" r="r" b="b"/>
              <a:pathLst>
                <a:path w="5" h="10" extrusionOk="0">
                  <a:moveTo>
                    <a:pt x="0" y="3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4" y="10"/>
                    <a:pt x="5" y="8"/>
                    <a:pt x="5" y="7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999;p48">
              <a:extLst>
                <a:ext uri="{FF2B5EF4-FFF2-40B4-BE49-F238E27FC236}">
                  <a16:creationId xmlns:a16="http://schemas.microsoft.com/office/drawing/2014/main" id="{6F6F1B48-05DE-4E3C-8057-A709EB3779F7}"/>
                </a:ext>
              </a:extLst>
            </p:cNvPr>
            <p:cNvSpPr/>
            <p:nvPr/>
          </p:nvSpPr>
          <p:spPr>
            <a:xfrm>
              <a:off x="3970971" y="1687272"/>
              <a:ext cx="12134" cy="24268"/>
            </a:xfrm>
            <a:custGeom>
              <a:avLst/>
              <a:gdLst/>
              <a:ahLst/>
              <a:cxnLst/>
              <a:rect l="l" t="t" r="r" b="b"/>
              <a:pathLst>
                <a:path w="5" h="9" extrusionOk="0">
                  <a:moveTo>
                    <a:pt x="0" y="3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4" y="9"/>
                    <a:pt x="5" y="8"/>
                    <a:pt x="5" y="6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000;p48">
              <a:extLst>
                <a:ext uri="{FF2B5EF4-FFF2-40B4-BE49-F238E27FC236}">
                  <a16:creationId xmlns:a16="http://schemas.microsoft.com/office/drawing/2014/main" id="{E3F3F963-51A0-4B75-89A5-9B94B1642A64}"/>
                </a:ext>
              </a:extLst>
            </p:cNvPr>
            <p:cNvSpPr/>
            <p:nvPr/>
          </p:nvSpPr>
          <p:spPr>
            <a:xfrm>
              <a:off x="3986415" y="1669622"/>
              <a:ext cx="23165" cy="15443"/>
            </a:xfrm>
            <a:custGeom>
              <a:avLst/>
              <a:gdLst/>
              <a:ahLst/>
              <a:cxnLst/>
              <a:rect l="l" t="t" r="r" b="b"/>
              <a:pathLst>
                <a:path w="9" h="6" extrusionOk="0">
                  <a:moveTo>
                    <a:pt x="3" y="6"/>
                  </a:moveTo>
                  <a:cubicBezTo>
                    <a:pt x="6" y="6"/>
                    <a:pt x="6" y="6"/>
                    <a:pt x="6" y="6"/>
                  </a:cubicBezTo>
                  <a:cubicBezTo>
                    <a:pt x="8" y="6"/>
                    <a:pt x="9" y="5"/>
                    <a:pt x="9" y="3"/>
                  </a:cubicBezTo>
                  <a:cubicBezTo>
                    <a:pt x="9" y="2"/>
                    <a:pt x="8" y="0"/>
                    <a:pt x="6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001;p48">
              <a:extLst>
                <a:ext uri="{FF2B5EF4-FFF2-40B4-BE49-F238E27FC236}">
                  <a16:creationId xmlns:a16="http://schemas.microsoft.com/office/drawing/2014/main" id="{8570F427-145A-44B5-9D8D-147F6B150EFA}"/>
                </a:ext>
              </a:extLst>
            </p:cNvPr>
            <p:cNvSpPr/>
            <p:nvPr/>
          </p:nvSpPr>
          <p:spPr>
            <a:xfrm>
              <a:off x="3942291" y="1669622"/>
              <a:ext cx="25371" cy="15443"/>
            </a:xfrm>
            <a:custGeom>
              <a:avLst/>
              <a:gdLst/>
              <a:ahLst/>
              <a:cxnLst/>
              <a:rect l="l" t="t" r="r" b="b"/>
              <a:pathLst>
                <a:path w="10" h="6" extrusionOk="0">
                  <a:moveTo>
                    <a:pt x="7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4"/>
                    <a:pt x="2" y="6"/>
                    <a:pt x="3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6"/>
                    <a:pt x="9" y="5"/>
                    <a:pt x="10" y="3"/>
                  </a:cubicBezTo>
                  <a:cubicBezTo>
                    <a:pt x="10" y="2"/>
                    <a:pt x="8" y="0"/>
                    <a:pt x="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>
            <a:spLocks noGrp="1"/>
          </p:cNvSpPr>
          <p:nvPr>
            <p:ph type="title"/>
          </p:nvPr>
        </p:nvSpPr>
        <p:spPr>
          <a:xfrm>
            <a:off x="720000" y="289297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Teoria de la dependencia</a:t>
            </a:r>
            <a:endParaRPr sz="4400" dirty="0"/>
          </a:p>
        </p:txBody>
      </p:sp>
      <p:sp>
        <p:nvSpPr>
          <p:cNvPr id="334" name="Google Shape;334;p31"/>
          <p:cNvSpPr txBox="1">
            <a:spLocks noGrp="1"/>
          </p:cNvSpPr>
          <p:nvPr>
            <p:ph type="subTitle" idx="1"/>
          </p:nvPr>
        </p:nvSpPr>
        <p:spPr>
          <a:xfrm>
            <a:off x="720000" y="3734775"/>
            <a:ext cx="5067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31"/>
          <p:cNvSpPr txBox="1">
            <a:spLocks noGrp="1"/>
          </p:cNvSpPr>
          <p:nvPr>
            <p:ph type="title" idx="2"/>
          </p:nvPr>
        </p:nvSpPr>
        <p:spPr>
          <a:xfrm>
            <a:off x="720000" y="2244925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" name="Google Shape;10635;p64">
            <a:extLst>
              <a:ext uri="{FF2B5EF4-FFF2-40B4-BE49-F238E27FC236}">
                <a16:creationId xmlns:a16="http://schemas.microsoft.com/office/drawing/2014/main" id="{4F81E30F-FE29-4E6C-BEAB-5D22BC9C124C}"/>
              </a:ext>
            </a:extLst>
          </p:cNvPr>
          <p:cNvSpPr/>
          <p:nvPr/>
        </p:nvSpPr>
        <p:spPr>
          <a:xfrm>
            <a:off x="7188326" y="1045891"/>
            <a:ext cx="1235674" cy="1199034"/>
          </a:xfrm>
          <a:custGeom>
            <a:avLst/>
            <a:gdLst/>
            <a:ahLst/>
            <a:cxnLst/>
            <a:rect l="l" t="t" r="r" b="b"/>
            <a:pathLst>
              <a:path w="11014" h="11014" extrusionOk="0">
                <a:moveTo>
                  <a:pt x="3739" y="358"/>
                </a:moveTo>
                <a:cubicBezTo>
                  <a:pt x="4048" y="358"/>
                  <a:pt x="4298" y="608"/>
                  <a:pt x="4298" y="917"/>
                </a:cubicBezTo>
                <a:cubicBezTo>
                  <a:pt x="4298" y="1131"/>
                  <a:pt x="4203" y="1310"/>
                  <a:pt x="4024" y="1405"/>
                </a:cubicBezTo>
                <a:cubicBezTo>
                  <a:pt x="3953" y="1441"/>
                  <a:pt x="3929" y="1501"/>
                  <a:pt x="3929" y="1560"/>
                </a:cubicBezTo>
                <a:lnTo>
                  <a:pt x="3929" y="1965"/>
                </a:lnTo>
                <a:cubicBezTo>
                  <a:pt x="3929" y="2048"/>
                  <a:pt x="4001" y="2143"/>
                  <a:pt x="4108" y="2143"/>
                </a:cubicBezTo>
                <a:lnTo>
                  <a:pt x="5334" y="2143"/>
                </a:lnTo>
                <a:lnTo>
                  <a:pt x="5334" y="3358"/>
                </a:lnTo>
                <a:cubicBezTo>
                  <a:pt x="5334" y="3453"/>
                  <a:pt x="5406" y="3536"/>
                  <a:pt x="5513" y="3536"/>
                </a:cubicBezTo>
                <a:lnTo>
                  <a:pt x="5906" y="3536"/>
                </a:lnTo>
                <a:cubicBezTo>
                  <a:pt x="5965" y="3536"/>
                  <a:pt x="6025" y="3513"/>
                  <a:pt x="6060" y="3453"/>
                </a:cubicBezTo>
                <a:cubicBezTo>
                  <a:pt x="6168" y="3275"/>
                  <a:pt x="6358" y="3167"/>
                  <a:pt x="6549" y="3167"/>
                </a:cubicBezTo>
                <a:cubicBezTo>
                  <a:pt x="6858" y="3167"/>
                  <a:pt x="7120" y="3417"/>
                  <a:pt x="7120" y="3727"/>
                </a:cubicBezTo>
                <a:cubicBezTo>
                  <a:pt x="7120" y="4048"/>
                  <a:pt x="6858" y="4298"/>
                  <a:pt x="6549" y="4298"/>
                </a:cubicBezTo>
                <a:cubicBezTo>
                  <a:pt x="6346" y="4298"/>
                  <a:pt x="6168" y="4191"/>
                  <a:pt x="6060" y="4013"/>
                </a:cubicBezTo>
                <a:cubicBezTo>
                  <a:pt x="6025" y="3953"/>
                  <a:pt x="5965" y="3929"/>
                  <a:pt x="5906" y="3929"/>
                </a:cubicBezTo>
                <a:lnTo>
                  <a:pt x="5513" y="3929"/>
                </a:lnTo>
                <a:cubicBezTo>
                  <a:pt x="5417" y="3929"/>
                  <a:pt x="5334" y="4001"/>
                  <a:pt x="5334" y="4108"/>
                </a:cubicBezTo>
                <a:lnTo>
                  <a:pt x="5334" y="5322"/>
                </a:lnTo>
                <a:lnTo>
                  <a:pt x="4286" y="5322"/>
                </a:lnTo>
                <a:lnTo>
                  <a:pt x="4286" y="5191"/>
                </a:lnTo>
                <a:cubicBezTo>
                  <a:pt x="4513" y="5013"/>
                  <a:pt x="4655" y="4739"/>
                  <a:pt x="4655" y="4465"/>
                </a:cubicBezTo>
                <a:cubicBezTo>
                  <a:pt x="4655" y="3953"/>
                  <a:pt x="4239" y="3536"/>
                  <a:pt x="3739" y="3536"/>
                </a:cubicBezTo>
                <a:cubicBezTo>
                  <a:pt x="3227" y="3536"/>
                  <a:pt x="2810" y="3953"/>
                  <a:pt x="2810" y="4465"/>
                </a:cubicBezTo>
                <a:cubicBezTo>
                  <a:pt x="2810" y="4739"/>
                  <a:pt x="2953" y="5025"/>
                  <a:pt x="3191" y="5191"/>
                </a:cubicBezTo>
                <a:lnTo>
                  <a:pt x="3191" y="5322"/>
                </a:lnTo>
                <a:lnTo>
                  <a:pt x="2143" y="5322"/>
                </a:lnTo>
                <a:lnTo>
                  <a:pt x="2143" y="2143"/>
                </a:lnTo>
                <a:lnTo>
                  <a:pt x="3370" y="2143"/>
                </a:lnTo>
                <a:cubicBezTo>
                  <a:pt x="3453" y="2143"/>
                  <a:pt x="3548" y="2060"/>
                  <a:pt x="3548" y="1965"/>
                </a:cubicBezTo>
                <a:lnTo>
                  <a:pt x="3548" y="1560"/>
                </a:lnTo>
                <a:cubicBezTo>
                  <a:pt x="3548" y="1501"/>
                  <a:pt x="3512" y="1441"/>
                  <a:pt x="3453" y="1405"/>
                </a:cubicBezTo>
                <a:cubicBezTo>
                  <a:pt x="3274" y="1298"/>
                  <a:pt x="3167" y="1108"/>
                  <a:pt x="3167" y="917"/>
                </a:cubicBezTo>
                <a:cubicBezTo>
                  <a:pt x="3167" y="608"/>
                  <a:pt x="3429" y="358"/>
                  <a:pt x="3739" y="358"/>
                </a:cubicBezTo>
                <a:close/>
                <a:moveTo>
                  <a:pt x="8870" y="5644"/>
                </a:moveTo>
                <a:lnTo>
                  <a:pt x="8870" y="7632"/>
                </a:lnTo>
                <a:lnTo>
                  <a:pt x="8870" y="7858"/>
                </a:lnTo>
                <a:lnTo>
                  <a:pt x="8870" y="8870"/>
                </a:lnTo>
                <a:lnTo>
                  <a:pt x="7656" y="8870"/>
                </a:lnTo>
                <a:cubicBezTo>
                  <a:pt x="7561" y="8870"/>
                  <a:pt x="7477" y="8942"/>
                  <a:pt x="7477" y="9049"/>
                </a:cubicBezTo>
                <a:lnTo>
                  <a:pt x="7477" y="9442"/>
                </a:lnTo>
                <a:cubicBezTo>
                  <a:pt x="7477" y="9502"/>
                  <a:pt x="7501" y="9561"/>
                  <a:pt x="7561" y="9597"/>
                </a:cubicBezTo>
                <a:cubicBezTo>
                  <a:pt x="7739" y="9704"/>
                  <a:pt x="7846" y="9894"/>
                  <a:pt x="7846" y="10085"/>
                </a:cubicBezTo>
                <a:cubicBezTo>
                  <a:pt x="7846" y="10394"/>
                  <a:pt x="7596" y="10656"/>
                  <a:pt x="7275" y="10656"/>
                </a:cubicBezTo>
                <a:cubicBezTo>
                  <a:pt x="6965" y="10656"/>
                  <a:pt x="6715" y="10394"/>
                  <a:pt x="6715" y="10085"/>
                </a:cubicBezTo>
                <a:cubicBezTo>
                  <a:pt x="6715" y="9883"/>
                  <a:pt x="6822" y="9704"/>
                  <a:pt x="7001" y="9597"/>
                </a:cubicBezTo>
                <a:cubicBezTo>
                  <a:pt x="7061" y="9561"/>
                  <a:pt x="7084" y="9502"/>
                  <a:pt x="7084" y="9442"/>
                </a:cubicBezTo>
                <a:lnTo>
                  <a:pt x="7084" y="9049"/>
                </a:lnTo>
                <a:cubicBezTo>
                  <a:pt x="7084" y="8954"/>
                  <a:pt x="7013" y="8870"/>
                  <a:pt x="6906" y="8870"/>
                </a:cubicBezTo>
                <a:lnTo>
                  <a:pt x="5691" y="8870"/>
                </a:lnTo>
                <a:lnTo>
                  <a:pt x="5691" y="7644"/>
                </a:lnTo>
                <a:cubicBezTo>
                  <a:pt x="5691" y="7549"/>
                  <a:pt x="5608" y="7466"/>
                  <a:pt x="5513" y="7466"/>
                </a:cubicBezTo>
                <a:lnTo>
                  <a:pt x="5108" y="7466"/>
                </a:lnTo>
                <a:cubicBezTo>
                  <a:pt x="5048" y="7466"/>
                  <a:pt x="4989" y="7489"/>
                  <a:pt x="4953" y="7549"/>
                </a:cubicBezTo>
                <a:cubicBezTo>
                  <a:pt x="4846" y="7739"/>
                  <a:pt x="4655" y="7835"/>
                  <a:pt x="4465" y="7835"/>
                </a:cubicBezTo>
                <a:cubicBezTo>
                  <a:pt x="4155" y="7835"/>
                  <a:pt x="3905" y="7585"/>
                  <a:pt x="3905" y="7251"/>
                </a:cubicBezTo>
                <a:cubicBezTo>
                  <a:pt x="3905" y="6942"/>
                  <a:pt x="4155" y="6680"/>
                  <a:pt x="4465" y="6680"/>
                </a:cubicBezTo>
                <a:cubicBezTo>
                  <a:pt x="4679" y="6680"/>
                  <a:pt x="4846" y="6787"/>
                  <a:pt x="4953" y="6954"/>
                </a:cubicBezTo>
                <a:cubicBezTo>
                  <a:pt x="4989" y="7013"/>
                  <a:pt x="5048" y="7049"/>
                  <a:pt x="5108" y="7049"/>
                </a:cubicBezTo>
                <a:lnTo>
                  <a:pt x="5513" y="7049"/>
                </a:lnTo>
                <a:cubicBezTo>
                  <a:pt x="5596" y="7049"/>
                  <a:pt x="5691" y="6977"/>
                  <a:pt x="5691" y="6870"/>
                </a:cubicBezTo>
                <a:lnTo>
                  <a:pt x="5691" y="5644"/>
                </a:lnTo>
                <a:lnTo>
                  <a:pt x="6727" y="5644"/>
                </a:lnTo>
                <a:lnTo>
                  <a:pt x="6727" y="5787"/>
                </a:lnTo>
                <a:cubicBezTo>
                  <a:pt x="6501" y="5965"/>
                  <a:pt x="6358" y="6227"/>
                  <a:pt x="6358" y="6513"/>
                </a:cubicBezTo>
                <a:cubicBezTo>
                  <a:pt x="6358" y="7013"/>
                  <a:pt x="6775" y="7430"/>
                  <a:pt x="7275" y="7430"/>
                </a:cubicBezTo>
                <a:cubicBezTo>
                  <a:pt x="7787" y="7430"/>
                  <a:pt x="8204" y="7013"/>
                  <a:pt x="8204" y="6513"/>
                </a:cubicBezTo>
                <a:cubicBezTo>
                  <a:pt x="8204" y="6227"/>
                  <a:pt x="8073" y="5942"/>
                  <a:pt x="7834" y="5787"/>
                </a:cubicBezTo>
                <a:lnTo>
                  <a:pt x="7834" y="5644"/>
                </a:lnTo>
                <a:close/>
                <a:moveTo>
                  <a:pt x="3739" y="0"/>
                </a:moveTo>
                <a:cubicBezTo>
                  <a:pt x="3227" y="0"/>
                  <a:pt x="2810" y="405"/>
                  <a:pt x="2810" y="917"/>
                </a:cubicBezTo>
                <a:cubicBezTo>
                  <a:pt x="2810" y="1203"/>
                  <a:pt x="2941" y="1489"/>
                  <a:pt x="3179" y="1643"/>
                </a:cubicBezTo>
                <a:lnTo>
                  <a:pt x="3179" y="1786"/>
                </a:lnTo>
                <a:lnTo>
                  <a:pt x="1965" y="1786"/>
                </a:lnTo>
                <a:cubicBezTo>
                  <a:pt x="1869" y="1786"/>
                  <a:pt x="1786" y="1858"/>
                  <a:pt x="1786" y="1965"/>
                </a:cubicBezTo>
                <a:lnTo>
                  <a:pt x="1786" y="5501"/>
                </a:lnTo>
                <a:lnTo>
                  <a:pt x="1786" y="6727"/>
                </a:lnTo>
                <a:lnTo>
                  <a:pt x="1655" y="6727"/>
                </a:lnTo>
                <a:cubicBezTo>
                  <a:pt x="1476" y="6501"/>
                  <a:pt x="1203" y="6346"/>
                  <a:pt x="917" y="6346"/>
                </a:cubicBezTo>
                <a:cubicBezTo>
                  <a:pt x="417" y="6346"/>
                  <a:pt x="0" y="6763"/>
                  <a:pt x="0" y="7275"/>
                </a:cubicBezTo>
                <a:cubicBezTo>
                  <a:pt x="0" y="7775"/>
                  <a:pt x="417" y="8192"/>
                  <a:pt x="917" y="8192"/>
                </a:cubicBezTo>
                <a:cubicBezTo>
                  <a:pt x="1203" y="8192"/>
                  <a:pt x="1488" y="8061"/>
                  <a:pt x="1655" y="7823"/>
                </a:cubicBezTo>
                <a:lnTo>
                  <a:pt x="1786" y="7823"/>
                </a:lnTo>
                <a:lnTo>
                  <a:pt x="1786" y="9049"/>
                </a:lnTo>
                <a:cubicBezTo>
                  <a:pt x="1786" y="9132"/>
                  <a:pt x="1857" y="9228"/>
                  <a:pt x="1965" y="9228"/>
                </a:cubicBezTo>
                <a:lnTo>
                  <a:pt x="2584" y="9228"/>
                </a:lnTo>
                <a:cubicBezTo>
                  <a:pt x="2679" y="9228"/>
                  <a:pt x="2762" y="9144"/>
                  <a:pt x="2762" y="9049"/>
                </a:cubicBezTo>
                <a:cubicBezTo>
                  <a:pt x="2762" y="8942"/>
                  <a:pt x="2691" y="8870"/>
                  <a:pt x="2584" y="8870"/>
                </a:cubicBezTo>
                <a:lnTo>
                  <a:pt x="2143" y="8870"/>
                </a:lnTo>
                <a:lnTo>
                  <a:pt x="2143" y="7644"/>
                </a:lnTo>
                <a:cubicBezTo>
                  <a:pt x="2143" y="7561"/>
                  <a:pt x="2072" y="7466"/>
                  <a:pt x="1965" y="7466"/>
                </a:cubicBezTo>
                <a:lnTo>
                  <a:pt x="1560" y="7466"/>
                </a:lnTo>
                <a:cubicBezTo>
                  <a:pt x="1500" y="7466"/>
                  <a:pt x="1441" y="7501"/>
                  <a:pt x="1417" y="7561"/>
                </a:cubicBezTo>
                <a:cubicBezTo>
                  <a:pt x="1310" y="7739"/>
                  <a:pt x="1119" y="7835"/>
                  <a:pt x="917" y="7835"/>
                </a:cubicBezTo>
                <a:cubicBezTo>
                  <a:pt x="607" y="7835"/>
                  <a:pt x="357" y="7585"/>
                  <a:pt x="357" y="7275"/>
                </a:cubicBezTo>
                <a:cubicBezTo>
                  <a:pt x="357" y="6965"/>
                  <a:pt x="607" y="6704"/>
                  <a:pt x="917" y="6704"/>
                </a:cubicBezTo>
                <a:cubicBezTo>
                  <a:pt x="1131" y="6704"/>
                  <a:pt x="1310" y="6811"/>
                  <a:pt x="1417" y="6989"/>
                </a:cubicBezTo>
                <a:cubicBezTo>
                  <a:pt x="1441" y="7049"/>
                  <a:pt x="1500" y="7085"/>
                  <a:pt x="1560" y="7085"/>
                </a:cubicBezTo>
                <a:lnTo>
                  <a:pt x="1965" y="7085"/>
                </a:lnTo>
                <a:cubicBezTo>
                  <a:pt x="2048" y="7085"/>
                  <a:pt x="2143" y="7001"/>
                  <a:pt x="2143" y="6906"/>
                </a:cubicBezTo>
                <a:lnTo>
                  <a:pt x="2143" y="5680"/>
                </a:lnTo>
                <a:lnTo>
                  <a:pt x="3358" y="5680"/>
                </a:lnTo>
                <a:cubicBezTo>
                  <a:pt x="3453" y="5680"/>
                  <a:pt x="3536" y="5608"/>
                  <a:pt x="3536" y="5501"/>
                </a:cubicBezTo>
                <a:lnTo>
                  <a:pt x="3536" y="5096"/>
                </a:lnTo>
                <a:cubicBezTo>
                  <a:pt x="3536" y="5037"/>
                  <a:pt x="3512" y="4977"/>
                  <a:pt x="3453" y="4953"/>
                </a:cubicBezTo>
                <a:cubicBezTo>
                  <a:pt x="3274" y="4846"/>
                  <a:pt x="3167" y="4656"/>
                  <a:pt x="3167" y="4465"/>
                </a:cubicBezTo>
                <a:cubicBezTo>
                  <a:pt x="3167" y="4144"/>
                  <a:pt x="3417" y="3894"/>
                  <a:pt x="3739" y="3894"/>
                </a:cubicBezTo>
                <a:cubicBezTo>
                  <a:pt x="4048" y="3894"/>
                  <a:pt x="4298" y="4144"/>
                  <a:pt x="4298" y="4465"/>
                </a:cubicBezTo>
                <a:cubicBezTo>
                  <a:pt x="4298" y="4668"/>
                  <a:pt x="4191" y="4846"/>
                  <a:pt x="4013" y="4953"/>
                </a:cubicBezTo>
                <a:cubicBezTo>
                  <a:pt x="3953" y="4977"/>
                  <a:pt x="3929" y="5037"/>
                  <a:pt x="3929" y="5096"/>
                </a:cubicBezTo>
                <a:lnTo>
                  <a:pt x="3929" y="5501"/>
                </a:lnTo>
                <a:cubicBezTo>
                  <a:pt x="3929" y="5596"/>
                  <a:pt x="4001" y="5680"/>
                  <a:pt x="4108" y="5680"/>
                </a:cubicBezTo>
                <a:lnTo>
                  <a:pt x="5322" y="5680"/>
                </a:lnTo>
                <a:lnTo>
                  <a:pt x="5322" y="6727"/>
                </a:lnTo>
                <a:lnTo>
                  <a:pt x="5191" y="6727"/>
                </a:lnTo>
                <a:cubicBezTo>
                  <a:pt x="5013" y="6501"/>
                  <a:pt x="4751" y="6346"/>
                  <a:pt x="4465" y="6346"/>
                </a:cubicBezTo>
                <a:cubicBezTo>
                  <a:pt x="3953" y="6346"/>
                  <a:pt x="3536" y="6763"/>
                  <a:pt x="3536" y="7275"/>
                </a:cubicBezTo>
                <a:cubicBezTo>
                  <a:pt x="3536" y="7775"/>
                  <a:pt x="3953" y="8192"/>
                  <a:pt x="4465" y="8192"/>
                </a:cubicBezTo>
                <a:cubicBezTo>
                  <a:pt x="4751" y="8192"/>
                  <a:pt x="5025" y="8061"/>
                  <a:pt x="5191" y="7823"/>
                </a:cubicBezTo>
                <a:lnTo>
                  <a:pt x="5322" y="7823"/>
                </a:lnTo>
                <a:lnTo>
                  <a:pt x="5322" y="8870"/>
                </a:lnTo>
                <a:lnTo>
                  <a:pt x="3120" y="8870"/>
                </a:lnTo>
                <a:cubicBezTo>
                  <a:pt x="3036" y="8870"/>
                  <a:pt x="2941" y="8942"/>
                  <a:pt x="2941" y="9049"/>
                </a:cubicBezTo>
                <a:cubicBezTo>
                  <a:pt x="2941" y="9144"/>
                  <a:pt x="3024" y="9228"/>
                  <a:pt x="3120" y="9228"/>
                </a:cubicBezTo>
                <a:lnTo>
                  <a:pt x="6727" y="9228"/>
                </a:lnTo>
                <a:lnTo>
                  <a:pt x="6727" y="9359"/>
                </a:lnTo>
                <a:cubicBezTo>
                  <a:pt x="6501" y="9537"/>
                  <a:pt x="6358" y="9799"/>
                  <a:pt x="6358" y="10085"/>
                </a:cubicBezTo>
                <a:cubicBezTo>
                  <a:pt x="6358" y="10597"/>
                  <a:pt x="6775" y="11014"/>
                  <a:pt x="7275" y="11014"/>
                </a:cubicBezTo>
                <a:cubicBezTo>
                  <a:pt x="7787" y="11014"/>
                  <a:pt x="8204" y="10597"/>
                  <a:pt x="8204" y="10085"/>
                </a:cubicBezTo>
                <a:cubicBezTo>
                  <a:pt x="8204" y="9799"/>
                  <a:pt x="8061" y="9525"/>
                  <a:pt x="7823" y="9359"/>
                </a:cubicBezTo>
                <a:lnTo>
                  <a:pt x="7823" y="9228"/>
                </a:lnTo>
                <a:lnTo>
                  <a:pt x="9049" y="9228"/>
                </a:lnTo>
                <a:cubicBezTo>
                  <a:pt x="9132" y="9228"/>
                  <a:pt x="9227" y="9144"/>
                  <a:pt x="9227" y="9049"/>
                </a:cubicBezTo>
                <a:lnTo>
                  <a:pt x="9227" y="7858"/>
                </a:lnTo>
                <a:lnTo>
                  <a:pt x="9227" y="7632"/>
                </a:lnTo>
                <a:lnTo>
                  <a:pt x="9227" y="5501"/>
                </a:lnTo>
                <a:lnTo>
                  <a:pt x="9227" y="4287"/>
                </a:lnTo>
                <a:lnTo>
                  <a:pt x="9358" y="4287"/>
                </a:lnTo>
                <a:cubicBezTo>
                  <a:pt x="9537" y="4501"/>
                  <a:pt x="9811" y="4656"/>
                  <a:pt x="10097" y="4656"/>
                </a:cubicBezTo>
                <a:cubicBezTo>
                  <a:pt x="10597" y="4656"/>
                  <a:pt x="11013" y="4239"/>
                  <a:pt x="11013" y="3727"/>
                </a:cubicBezTo>
                <a:cubicBezTo>
                  <a:pt x="11013" y="3227"/>
                  <a:pt x="10597" y="2810"/>
                  <a:pt x="10097" y="2810"/>
                </a:cubicBezTo>
                <a:cubicBezTo>
                  <a:pt x="9811" y="2810"/>
                  <a:pt x="9525" y="2941"/>
                  <a:pt x="9358" y="3179"/>
                </a:cubicBezTo>
                <a:lnTo>
                  <a:pt x="9227" y="3179"/>
                </a:lnTo>
                <a:lnTo>
                  <a:pt x="9227" y="1965"/>
                </a:lnTo>
                <a:cubicBezTo>
                  <a:pt x="9227" y="1870"/>
                  <a:pt x="9156" y="1786"/>
                  <a:pt x="9049" y="1786"/>
                </a:cubicBezTo>
                <a:lnTo>
                  <a:pt x="8465" y="1786"/>
                </a:lnTo>
                <a:cubicBezTo>
                  <a:pt x="8382" y="1786"/>
                  <a:pt x="8287" y="1858"/>
                  <a:pt x="8287" y="1965"/>
                </a:cubicBezTo>
                <a:cubicBezTo>
                  <a:pt x="8287" y="2048"/>
                  <a:pt x="8358" y="2143"/>
                  <a:pt x="8465" y="2143"/>
                </a:cubicBezTo>
                <a:lnTo>
                  <a:pt x="8870" y="2143"/>
                </a:lnTo>
                <a:lnTo>
                  <a:pt x="8870" y="3358"/>
                </a:lnTo>
                <a:cubicBezTo>
                  <a:pt x="8870" y="3453"/>
                  <a:pt x="8942" y="3536"/>
                  <a:pt x="9049" y="3536"/>
                </a:cubicBezTo>
                <a:lnTo>
                  <a:pt x="9454" y="3536"/>
                </a:lnTo>
                <a:cubicBezTo>
                  <a:pt x="9513" y="3536"/>
                  <a:pt x="9573" y="3513"/>
                  <a:pt x="9597" y="3453"/>
                </a:cubicBezTo>
                <a:cubicBezTo>
                  <a:pt x="9704" y="3275"/>
                  <a:pt x="9894" y="3167"/>
                  <a:pt x="10085" y="3167"/>
                </a:cubicBezTo>
                <a:cubicBezTo>
                  <a:pt x="10406" y="3167"/>
                  <a:pt x="10656" y="3417"/>
                  <a:pt x="10656" y="3727"/>
                </a:cubicBezTo>
                <a:cubicBezTo>
                  <a:pt x="10656" y="4048"/>
                  <a:pt x="10406" y="4298"/>
                  <a:pt x="10085" y="4298"/>
                </a:cubicBezTo>
                <a:cubicBezTo>
                  <a:pt x="9882" y="4298"/>
                  <a:pt x="9704" y="4191"/>
                  <a:pt x="9597" y="4013"/>
                </a:cubicBezTo>
                <a:cubicBezTo>
                  <a:pt x="9573" y="3953"/>
                  <a:pt x="9513" y="3929"/>
                  <a:pt x="9454" y="3929"/>
                </a:cubicBezTo>
                <a:lnTo>
                  <a:pt x="9049" y="3929"/>
                </a:lnTo>
                <a:cubicBezTo>
                  <a:pt x="8966" y="3929"/>
                  <a:pt x="8870" y="4001"/>
                  <a:pt x="8870" y="4108"/>
                </a:cubicBezTo>
                <a:lnTo>
                  <a:pt x="8870" y="5322"/>
                </a:lnTo>
                <a:lnTo>
                  <a:pt x="7644" y="5322"/>
                </a:lnTo>
                <a:cubicBezTo>
                  <a:pt x="7561" y="5322"/>
                  <a:pt x="7465" y="5394"/>
                  <a:pt x="7465" y="5501"/>
                </a:cubicBezTo>
                <a:lnTo>
                  <a:pt x="7465" y="5906"/>
                </a:lnTo>
                <a:cubicBezTo>
                  <a:pt x="7465" y="5965"/>
                  <a:pt x="7501" y="6025"/>
                  <a:pt x="7561" y="6049"/>
                </a:cubicBezTo>
                <a:cubicBezTo>
                  <a:pt x="7739" y="6156"/>
                  <a:pt x="7846" y="6346"/>
                  <a:pt x="7846" y="6549"/>
                </a:cubicBezTo>
                <a:cubicBezTo>
                  <a:pt x="7846" y="6858"/>
                  <a:pt x="7584" y="7108"/>
                  <a:pt x="7275" y="7108"/>
                </a:cubicBezTo>
                <a:cubicBezTo>
                  <a:pt x="6965" y="7108"/>
                  <a:pt x="6715" y="6858"/>
                  <a:pt x="6715" y="6549"/>
                </a:cubicBezTo>
                <a:cubicBezTo>
                  <a:pt x="6715" y="6334"/>
                  <a:pt x="6810" y="6156"/>
                  <a:pt x="7001" y="6049"/>
                </a:cubicBezTo>
                <a:cubicBezTo>
                  <a:pt x="7061" y="6025"/>
                  <a:pt x="7084" y="5965"/>
                  <a:pt x="7084" y="5906"/>
                </a:cubicBezTo>
                <a:lnTo>
                  <a:pt x="7084" y="5501"/>
                </a:lnTo>
                <a:cubicBezTo>
                  <a:pt x="7084" y="5418"/>
                  <a:pt x="7013" y="5322"/>
                  <a:pt x="6906" y="5322"/>
                </a:cubicBezTo>
                <a:lnTo>
                  <a:pt x="5679" y="5322"/>
                </a:lnTo>
                <a:lnTo>
                  <a:pt x="5679" y="4287"/>
                </a:lnTo>
                <a:lnTo>
                  <a:pt x="5822" y="4287"/>
                </a:lnTo>
                <a:cubicBezTo>
                  <a:pt x="6001" y="4501"/>
                  <a:pt x="6263" y="4656"/>
                  <a:pt x="6549" y="4656"/>
                </a:cubicBezTo>
                <a:cubicBezTo>
                  <a:pt x="7061" y="4656"/>
                  <a:pt x="7477" y="4239"/>
                  <a:pt x="7477" y="3727"/>
                </a:cubicBezTo>
                <a:cubicBezTo>
                  <a:pt x="7477" y="3227"/>
                  <a:pt x="7061" y="2810"/>
                  <a:pt x="6549" y="2810"/>
                </a:cubicBezTo>
                <a:cubicBezTo>
                  <a:pt x="6263" y="2810"/>
                  <a:pt x="5989" y="2941"/>
                  <a:pt x="5822" y="3179"/>
                </a:cubicBezTo>
                <a:lnTo>
                  <a:pt x="5679" y="3179"/>
                </a:lnTo>
                <a:lnTo>
                  <a:pt x="5679" y="2143"/>
                </a:lnTo>
                <a:lnTo>
                  <a:pt x="7882" y="2143"/>
                </a:lnTo>
                <a:cubicBezTo>
                  <a:pt x="7977" y="2143"/>
                  <a:pt x="8061" y="2060"/>
                  <a:pt x="8061" y="1965"/>
                </a:cubicBezTo>
                <a:cubicBezTo>
                  <a:pt x="8061" y="1870"/>
                  <a:pt x="7989" y="1786"/>
                  <a:pt x="7882" y="1786"/>
                </a:cubicBezTo>
                <a:lnTo>
                  <a:pt x="4286" y="1786"/>
                </a:lnTo>
                <a:lnTo>
                  <a:pt x="4286" y="1643"/>
                </a:lnTo>
                <a:cubicBezTo>
                  <a:pt x="4513" y="1465"/>
                  <a:pt x="4655" y="1203"/>
                  <a:pt x="4655" y="917"/>
                </a:cubicBezTo>
                <a:cubicBezTo>
                  <a:pt x="4655" y="417"/>
                  <a:pt x="4239" y="0"/>
                  <a:pt x="3739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8FB74E-ED47-4679-BF80-E488C16E8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84192" y="820498"/>
            <a:ext cx="3208267" cy="189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4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Teoria de la Dependencia</a:t>
            </a:r>
            <a:endParaRPr dirty="0"/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dirty="0"/>
              <a:t>Surge en los años sesenta del siglo XX, cuando ya era evidente el fracaso de la teoría de la Modernización y la CEPAL. Aparece, entonces </a:t>
            </a:r>
            <a:r>
              <a:rPr lang="es-HN" dirty="0" err="1"/>
              <a:t>uba</a:t>
            </a:r>
            <a:r>
              <a:rPr lang="es-HN" dirty="0"/>
              <a:t> fuerte critica a las dos posturas anteriores. Se criticó su incapacidad de inspirar, a partir de sus planteamientos, el desarrollo económico de América Latina</a:t>
            </a:r>
            <a:endParaRPr dirty="0"/>
          </a:p>
        </p:txBody>
      </p:sp>
      <p:sp>
        <p:nvSpPr>
          <p:cNvPr id="344" name="Google Shape;344;p32"/>
          <p:cNvSpPr txBox="1">
            <a:spLocks noGrp="1"/>
          </p:cNvSpPr>
          <p:nvPr>
            <p:ph type="subTitle" idx="4"/>
          </p:nvPr>
        </p:nvSpPr>
        <p:spPr>
          <a:xfrm>
            <a:off x="720025" y="1232826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Como nace</a:t>
            </a:r>
            <a:endParaRPr dirty="0"/>
          </a:p>
        </p:txBody>
      </p:sp>
      <p:grpSp>
        <p:nvGrpSpPr>
          <p:cNvPr id="11" name="Google Shape;11863;p66">
            <a:extLst>
              <a:ext uri="{FF2B5EF4-FFF2-40B4-BE49-F238E27FC236}">
                <a16:creationId xmlns:a16="http://schemas.microsoft.com/office/drawing/2014/main" id="{9C0764BB-25EB-48CE-B7BD-D7E3961C1097}"/>
              </a:ext>
            </a:extLst>
          </p:cNvPr>
          <p:cNvGrpSpPr/>
          <p:nvPr/>
        </p:nvGrpSpPr>
        <p:grpSpPr>
          <a:xfrm>
            <a:off x="3513703" y="3164604"/>
            <a:ext cx="2116594" cy="1778865"/>
            <a:chOff x="1865381" y="4277506"/>
            <a:chExt cx="396131" cy="35561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" name="Google Shape;11864;p66">
              <a:extLst>
                <a:ext uri="{FF2B5EF4-FFF2-40B4-BE49-F238E27FC236}">
                  <a16:creationId xmlns:a16="http://schemas.microsoft.com/office/drawing/2014/main" id="{EDB91516-A733-4410-8D24-963A2E315EDB}"/>
                </a:ext>
              </a:extLst>
            </p:cNvPr>
            <p:cNvSpPr/>
            <p:nvPr/>
          </p:nvSpPr>
          <p:spPr>
            <a:xfrm>
              <a:off x="1865381" y="4277506"/>
              <a:ext cx="396131" cy="355612"/>
            </a:xfrm>
            <a:custGeom>
              <a:avLst/>
              <a:gdLst/>
              <a:ahLst/>
              <a:cxnLst/>
              <a:rect l="l" t="t" r="r" b="b"/>
              <a:pathLst>
                <a:path w="12455" h="11181" extrusionOk="0">
                  <a:moveTo>
                    <a:pt x="6240" y="322"/>
                  </a:moveTo>
                  <a:cubicBezTo>
                    <a:pt x="6883" y="322"/>
                    <a:pt x="7395" y="846"/>
                    <a:pt x="7395" y="1489"/>
                  </a:cubicBezTo>
                  <a:cubicBezTo>
                    <a:pt x="7395" y="2132"/>
                    <a:pt x="6883" y="2644"/>
                    <a:pt x="6240" y="2644"/>
                  </a:cubicBezTo>
                  <a:cubicBezTo>
                    <a:pt x="5597" y="2644"/>
                    <a:pt x="5073" y="2132"/>
                    <a:pt x="5073" y="1489"/>
                  </a:cubicBezTo>
                  <a:cubicBezTo>
                    <a:pt x="5073" y="834"/>
                    <a:pt x="5597" y="322"/>
                    <a:pt x="6240" y="322"/>
                  </a:cubicBezTo>
                  <a:close/>
                  <a:moveTo>
                    <a:pt x="8621" y="3703"/>
                  </a:moveTo>
                  <a:cubicBezTo>
                    <a:pt x="8943" y="3703"/>
                    <a:pt x="9276" y="3751"/>
                    <a:pt x="9585" y="3834"/>
                  </a:cubicBezTo>
                  <a:cubicBezTo>
                    <a:pt x="9657" y="4156"/>
                    <a:pt x="9705" y="4477"/>
                    <a:pt x="9705" y="4811"/>
                  </a:cubicBezTo>
                  <a:cubicBezTo>
                    <a:pt x="9705" y="6239"/>
                    <a:pt x="8847" y="7466"/>
                    <a:pt x="7609" y="7990"/>
                  </a:cubicBezTo>
                  <a:cubicBezTo>
                    <a:pt x="7669" y="7728"/>
                    <a:pt x="7692" y="7454"/>
                    <a:pt x="7692" y="7192"/>
                  </a:cubicBezTo>
                  <a:cubicBezTo>
                    <a:pt x="7692" y="6382"/>
                    <a:pt x="7454" y="5620"/>
                    <a:pt x="7002" y="4965"/>
                  </a:cubicBezTo>
                  <a:cubicBezTo>
                    <a:pt x="6859" y="4775"/>
                    <a:pt x="6704" y="4584"/>
                    <a:pt x="6526" y="4418"/>
                  </a:cubicBezTo>
                  <a:cubicBezTo>
                    <a:pt x="7097" y="3977"/>
                    <a:pt x="7835" y="3703"/>
                    <a:pt x="8621" y="3703"/>
                  </a:cubicBezTo>
                  <a:close/>
                  <a:moveTo>
                    <a:pt x="10478" y="7918"/>
                  </a:moveTo>
                  <a:lnTo>
                    <a:pt x="10598" y="8168"/>
                  </a:lnTo>
                  <a:lnTo>
                    <a:pt x="10359" y="8168"/>
                  </a:lnTo>
                  <a:lnTo>
                    <a:pt x="10478" y="7918"/>
                  </a:lnTo>
                  <a:close/>
                  <a:moveTo>
                    <a:pt x="6240" y="4656"/>
                  </a:moveTo>
                  <a:cubicBezTo>
                    <a:pt x="6407" y="4823"/>
                    <a:pt x="6561" y="4989"/>
                    <a:pt x="6704" y="5180"/>
                  </a:cubicBezTo>
                  <a:cubicBezTo>
                    <a:pt x="7121" y="5775"/>
                    <a:pt x="7335" y="6454"/>
                    <a:pt x="7335" y="7192"/>
                  </a:cubicBezTo>
                  <a:cubicBezTo>
                    <a:pt x="7335" y="7513"/>
                    <a:pt x="7299" y="7847"/>
                    <a:pt x="7204" y="8144"/>
                  </a:cubicBezTo>
                  <a:cubicBezTo>
                    <a:pt x="6907" y="8228"/>
                    <a:pt x="6585" y="8275"/>
                    <a:pt x="6252" y="8275"/>
                  </a:cubicBezTo>
                  <a:cubicBezTo>
                    <a:pt x="5930" y="8275"/>
                    <a:pt x="5597" y="8228"/>
                    <a:pt x="5299" y="8144"/>
                  </a:cubicBezTo>
                  <a:cubicBezTo>
                    <a:pt x="5180" y="7847"/>
                    <a:pt x="5133" y="7513"/>
                    <a:pt x="5133" y="7192"/>
                  </a:cubicBezTo>
                  <a:cubicBezTo>
                    <a:pt x="5133" y="6192"/>
                    <a:pt x="5549" y="5299"/>
                    <a:pt x="6240" y="4656"/>
                  </a:cubicBezTo>
                  <a:close/>
                  <a:moveTo>
                    <a:pt x="5430" y="8561"/>
                  </a:moveTo>
                  <a:lnTo>
                    <a:pt x="5430" y="8561"/>
                  </a:lnTo>
                  <a:cubicBezTo>
                    <a:pt x="5704" y="8621"/>
                    <a:pt x="5966" y="8644"/>
                    <a:pt x="6252" y="8644"/>
                  </a:cubicBezTo>
                  <a:cubicBezTo>
                    <a:pt x="6537" y="8644"/>
                    <a:pt x="6799" y="8621"/>
                    <a:pt x="7061" y="8561"/>
                  </a:cubicBezTo>
                  <a:lnTo>
                    <a:pt x="7061" y="8561"/>
                  </a:lnTo>
                  <a:cubicBezTo>
                    <a:pt x="6847" y="8990"/>
                    <a:pt x="6585" y="9395"/>
                    <a:pt x="6240" y="9716"/>
                  </a:cubicBezTo>
                  <a:cubicBezTo>
                    <a:pt x="5895" y="9395"/>
                    <a:pt x="5609" y="9002"/>
                    <a:pt x="5430" y="8561"/>
                  </a:cubicBezTo>
                  <a:close/>
                  <a:moveTo>
                    <a:pt x="2470" y="7643"/>
                  </a:moveTo>
                  <a:cubicBezTo>
                    <a:pt x="2693" y="7643"/>
                    <a:pt x="2903" y="7736"/>
                    <a:pt x="3049" y="7882"/>
                  </a:cubicBezTo>
                  <a:cubicBezTo>
                    <a:pt x="3216" y="8049"/>
                    <a:pt x="3323" y="8263"/>
                    <a:pt x="3323" y="8502"/>
                  </a:cubicBezTo>
                  <a:cubicBezTo>
                    <a:pt x="3323" y="8692"/>
                    <a:pt x="3263" y="8859"/>
                    <a:pt x="3144" y="9002"/>
                  </a:cubicBezTo>
                  <a:cubicBezTo>
                    <a:pt x="2954" y="9275"/>
                    <a:pt x="2799" y="9549"/>
                    <a:pt x="2739" y="9847"/>
                  </a:cubicBezTo>
                  <a:lnTo>
                    <a:pt x="2192" y="9847"/>
                  </a:lnTo>
                  <a:cubicBezTo>
                    <a:pt x="2132" y="9537"/>
                    <a:pt x="2001" y="9252"/>
                    <a:pt x="1799" y="9002"/>
                  </a:cubicBezTo>
                  <a:cubicBezTo>
                    <a:pt x="1680" y="8835"/>
                    <a:pt x="1620" y="8656"/>
                    <a:pt x="1620" y="8454"/>
                  </a:cubicBezTo>
                  <a:cubicBezTo>
                    <a:pt x="1644" y="8025"/>
                    <a:pt x="2001" y="7668"/>
                    <a:pt x="2430" y="7644"/>
                  </a:cubicBezTo>
                  <a:cubicBezTo>
                    <a:pt x="2443" y="7644"/>
                    <a:pt x="2457" y="7643"/>
                    <a:pt x="2470" y="7643"/>
                  </a:cubicBezTo>
                  <a:close/>
                  <a:moveTo>
                    <a:pt x="10300" y="8525"/>
                  </a:moveTo>
                  <a:lnTo>
                    <a:pt x="10300" y="10145"/>
                  </a:lnTo>
                  <a:lnTo>
                    <a:pt x="10109" y="10145"/>
                  </a:lnTo>
                  <a:lnTo>
                    <a:pt x="10109" y="8585"/>
                  </a:lnTo>
                  <a:cubicBezTo>
                    <a:pt x="10109" y="8561"/>
                    <a:pt x="10133" y="8525"/>
                    <a:pt x="10169" y="8525"/>
                  </a:cubicBezTo>
                  <a:close/>
                  <a:moveTo>
                    <a:pt x="10788" y="8525"/>
                  </a:moveTo>
                  <a:cubicBezTo>
                    <a:pt x="10824" y="8525"/>
                    <a:pt x="10848" y="8561"/>
                    <a:pt x="10848" y="8585"/>
                  </a:cubicBezTo>
                  <a:lnTo>
                    <a:pt x="10848" y="10145"/>
                  </a:lnTo>
                  <a:lnTo>
                    <a:pt x="10657" y="10145"/>
                  </a:lnTo>
                  <a:lnTo>
                    <a:pt x="10657" y="8525"/>
                  </a:lnTo>
                  <a:close/>
                  <a:moveTo>
                    <a:pt x="2847" y="10252"/>
                  </a:moveTo>
                  <a:lnTo>
                    <a:pt x="2847" y="10323"/>
                  </a:lnTo>
                  <a:lnTo>
                    <a:pt x="2073" y="10323"/>
                  </a:lnTo>
                  <a:lnTo>
                    <a:pt x="2073" y="10252"/>
                  </a:lnTo>
                  <a:close/>
                  <a:moveTo>
                    <a:pt x="2489" y="4013"/>
                  </a:moveTo>
                  <a:lnTo>
                    <a:pt x="2489" y="4013"/>
                  </a:lnTo>
                  <a:cubicBezTo>
                    <a:pt x="2430" y="4287"/>
                    <a:pt x="2394" y="4549"/>
                    <a:pt x="2394" y="4823"/>
                  </a:cubicBezTo>
                  <a:cubicBezTo>
                    <a:pt x="2394" y="6501"/>
                    <a:pt x="3489" y="7930"/>
                    <a:pt x="4990" y="8454"/>
                  </a:cubicBezTo>
                  <a:cubicBezTo>
                    <a:pt x="5180" y="9025"/>
                    <a:pt x="5525" y="9549"/>
                    <a:pt x="5954" y="9966"/>
                  </a:cubicBezTo>
                  <a:cubicBezTo>
                    <a:pt x="5371" y="10383"/>
                    <a:pt x="4644" y="10657"/>
                    <a:pt x="3859" y="10657"/>
                  </a:cubicBezTo>
                  <a:cubicBezTo>
                    <a:pt x="3644" y="10657"/>
                    <a:pt x="3430" y="10645"/>
                    <a:pt x="3216" y="10597"/>
                  </a:cubicBezTo>
                  <a:lnTo>
                    <a:pt x="3216" y="10192"/>
                  </a:lnTo>
                  <a:cubicBezTo>
                    <a:pt x="3216" y="10085"/>
                    <a:pt x="3168" y="10002"/>
                    <a:pt x="3097" y="9942"/>
                  </a:cubicBezTo>
                  <a:cubicBezTo>
                    <a:pt x="3156" y="9680"/>
                    <a:pt x="3263" y="9454"/>
                    <a:pt x="3430" y="9240"/>
                  </a:cubicBezTo>
                  <a:cubicBezTo>
                    <a:pt x="3585" y="9025"/>
                    <a:pt x="3680" y="8775"/>
                    <a:pt x="3680" y="8513"/>
                  </a:cubicBezTo>
                  <a:cubicBezTo>
                    <a:pt x="3680" y="8180"/>
                    <a:pt x="3549" y="7871"/>
                    <a:pt x="3311" y="7632"/>
                  </a:cubicBezTo>
                  <a:cubicBezTo>
                    <a:pt x="3072" y="7416"/>
                    <a:pt x="2769" y="7298"/>
                    <a:pt x="2462" y="7298"/>
                  </a:cubicBezTo>
                  <a:cubicBezTo>
                    <a:pt x="2447" y="7298"/>
                    <a:pt x="2433" y="7298"/>
                    <a:pt x="2418" y="7299"/>
                  </a:cubicBezTo>
                  <a:cubicBezTo>
                    <a:pt x="1787" y="7335"/>
                    <a:pt x="1275" y="7835"/>
                    <a:pt x="1263" y="8466"/>
                  </a:cubicBezTo>
                  <a:cubicBezTo>
                    <a:pt x="1251" y="8752"/>
                    <a:pt x="1346" y="9025"/>
                    <a:pt x="1525" y="9252"/>
                  </a:cubicBezTo>
                  <a:cubicBezTo>
                    <a:pt x="1680" y="9466"/>
                    <a:pt x="1787" y="9704"/>
                    <a:pt x="1846" y="9954"/>
                  </a:cubicBezTo>
                  <a:lnTo>
                    <a:pt x="1799" y="10002"/>
                  </a:lnTo>
                  <a:cubicBezTo>
                    <a:pt x="906" y="9347"/>
                    <a:pt x="382" y="8311"/>
                    <a:pt x="382" y="7204"/>
                  </a:cubicBezTo>
                  <a:cubicBezTo>
                    <a:pt x="382" y="5775"/>
                    <a:pt x="1251" y="4537"/>
                    <a:pt x="2489" y="4013"/>
                  </a:cubicBezTo>
                  <a:close/>
                  <a:moveTo>
                    <a:pt x="2847" y="10680"/>
                  </a:moveTo>
                  <a:lnTo>
                    <a:pt x="2847" y="10788"/>
                  </a:lnTo>
                  <a:lnTo>
                    <a:pt x="2073" y="10788"/>
                  </a:lnTo>
                  <a:lnTo>
                    <a:pt x="2073" y="10680"/>
                  </a:lnTo>
                  <a:close/>
                  <a:moveTo>
                    <a:pt x="10848" y="10526"/>
                  </a:moveTo>
                  <a:lnTo>
                    <a:pt x="10848" y="10728"/>
                  </a:lnTo>
                  <a:cubicBezTo>
                    <a:pt x="10848" y="10764"/>
                    <a:pt x="10824" y="10788"/>
                    <a:pt x="10788" y="10788"/>
                  </a:cubicBezTo>
                  <a:lnTo>
                    <a:pt x="10169" y="10788"/>
                  </a:lnTo>
                  <a:cubicBezTo>
                    <a:pt x="10133" y="10788"/>
                    <a:pt x="10109" y="10764"/>
                    <a:pt x="10109" y="10728"/>
                  </a:cubicBezTo>
                  <a:lnTo>
                    <a:pt x="10109" y="10526"/>
                  </a:lnTo>
                  <a:close/>
                  <a:moveTo>
                    <a:pt x="6228" y="0"/>
                  </a:moveTo>
                  <a:cubicBezTo>
                    <a:pt x="5454" y="0"/>
                    <a:pt x="4823" y="584"/>
                    <a:pt x="4716" y="1310"/>
                  </a:cubicBezTo>
                  <a:cubicBezTo>
                    <a:pt x="4049" y="1596"/>
                    <a:pt x="3466" y="2072"/>
                    <a:pt x="3049" y="2667"/>
                  </a:cubicBezTo>
                  <a:cubicBezTo>
                    <a:pt x="2858" y="2941"/>
                    <a:pt x="2692" y="3263"/>
                    <a:pt x="2597" y="3584"/>
                  </a:cubicBezTo>
                  <a:cubicBezTo>
                    <a:pt x="1084" y="4108"/>
                    <a:pt x="1" y="5537"/>
                    <a:pt x="1" y="7216"/>
                  </a:cubicBezTo>
                  <a:cubicBezTo>
                    <a:pt x="1" y="8502"/>
                    <a:pt x="632" y="9692"/>
                    <a:pt x="1704" y="10407"/>
                  </a:cubicBezTo>
                  <a:lnTo>
                    <a:pt x="1704" y="10847"/>
                  </a:lnTo>
                  <a:cubicBezTo>
                    <a:pt x="1704" y="11026"/>
                    <a:pt x="1846" y="11180"/>
                    <a:pt x="2025" y="11180"/>
                  </a:cubicBezTo>
                  <a:lnTo>
                    <a:pt x="2858" y="11180"/>
                  </a:lnTo>
                  <a:cubicBezTo>
                    <a:pt x="2989" y="11180"/>
                    <a:pt x="3108" y="11097"/>
                    <a:pt x="3156" y="10978"/>
                  </a:cubicBezTo>
                  <a:cubicBezTo>
                    <a:pt x="3382" y="11026"/>
                    <a:pt x="3609" y="11038"/>
                    <a:pt x="3823" y="11038"/>
                  </a:cubicBezTo>
                  <a:cubicBezTo>
                    <a:pt x="4716" y="11038"/>
                    <a:pt x="5549" y="10728"/>
                    <a:pt x="6204" y="10204"/>
                  </a:cubicBezTo>
                  <a:cubicBezTo>
                    <a:pt x="6764" y="10645"/>
                    <a:pt x="7419" y="10919"/>
                    <a:pt x="8157" y="11014"/>
                  </a:cubicBezTo>
                  <a:lnTo>
                    <a:pt x="8169" y="11014"/>
                  </a:lnTo>
                  <a:cubicBezTo>
                    <a:pt x="8264" y="11014"/>
                    <a:pt x="8335" y="10942"/>
                    <a:pt x="8347" y="10847"/>
                  </a:cubicBezTo>
                  <a:cubicBezTo>
                    <a:pt x="8371" y="10740"/>
                    <a:pt x="8288" y="10657"/>
                    <a:pt x="8192" y="10645"/>
                  </a:cubicBezTo>
                  <a:cubicBezTo>
                    <a:pt x="7550" y="10561"/>
                    <a:pt x="6966" y="10323"/>
                    <a:pt x="6490" y="9954"/>
                  </a:cubicBezTo>
                  <a:cubicBezTo>
                    <a:pt x="6918" y="9537"/>
                    <a:pt x="7264" y="9014"/>
                    <a:pt x="7454" y="8442"/>
                  </a:cubicBezTo>
                  <a:cubicBezTo>
                    <a:pt x="8966" y="7918"/>
                    <a:pt x="10050" y="6489"/>
                    <a:pt x="10050" y="4811"/>
                  </a:cubicBezTo>
                  <a:cubicBezTo>
                    <a:pt x="10050" y="4525"/>
                    <a:pt x="10014" y="4251"/>
                    <a:pt x="9955" y="4001"/>
                  </a:cubicBezTo>
                  <a:lnTo>
                    <a:pt x="9955" y="4001"/>
                  </a:lnTo>
                  <a:cubicBezTo>
                    <a:pt x="11193" y="4537"/>
                    <a:pt x="12062" y="5763"/>
                    <a:pt x="12062" y="7192"/>
                  </a:cubicBezTo>
                  <a:cubicBezTo>
                    <a:pt x="12062" y="8037"/>
                    <a:pt x="11741" y="8859"/>
                    <a:pt x="11181" y="9490"/>
                  </a:cubicBezTo>
                  <a:lnTo>
                    <a:pt x="11181" y="8597"/>
                  </a:lnTo>
                  <a:cubicBezTo>
                    <a:pt x="11181" y="8466"/>
                    <a:pt x="11109" y="8335"/>
                    <a:pt x="11002" y="8263"/>
                  </a:cubicBezTo>
                  <a:lnTo>
                    <a:pt x="10717" y="7644"/>
                  </a:lnTo>
                  <a:cubicBezTo>
                    <a:pt x="10669" y="7549"/>
                    <a:pt x="10574" y="7466"/>
                    <a:pt x="10455" y="7466"/>
                  </a:cubicBezTo>
                  <a:cubicBezTo>
                    <a:pt x="10336" y="7466"/>
                    <a:pt x="10228" y="7525"/>
                    <a:pt x="10181" y="7644"/>
                  </a:cubicBezTo>
                  <a:lnTo>
                    <a:pt x="9895" y="8263"/>
                  </a:lnTo>
                  <a:cubicBezTo>
                    <a:pt x="9800" y="8335"/>
                    <a:pt x="9716" y="8466"/>
                    <a:pt x="9716" y="8597"/>
                  </a:cubicBezTo>
                  <a:lnTo>
                    <a:pt x="9716" y="10478"/>
                  </a:lnTo>
                  <a:cubicBezTo>
                    <a:pt x="9466" y="10561"/>
                    <a:pt x="9216" y="10621"/>
                    <a:pt x="8943" y="10645"/>
                  </a:cubicBezTo>
                  <a:cubicBezTo>
                    <a:pt x="8847" y="10657"/>
                    <a:pt x="8764" y="10740"/>
                    <a:pt x="8788" y="10835"/>
                  </a:cubicBezTo>
                  <a:cubicBezTo>
                    <a:pt x="8800" y="10919"/>
                    <a:pt x="8871" y="11002"/>
                    <a:pt x="8966" y="11002"/>
                  </a:cubicBezTo>
                  <a:lnTo>
                    <a:pt x="8978" y="11002"/>
                  </a:lnTo>
                  <a:cubicBezTo>
                    <a:pt x="9228" y="10966"/>
                    <a:pt x="9478" y="10919"/>
                    <a:pt x="9740" y="10847"/>
                  </a:cubicBezTo>
                  <a:cubicBezTo>
                    <a:pt x="9776" y="11026"/>
                    <a:pt x="9943" y="11157"/>
                    <a:pt x="10133" y="11157"/>
                  </a:cubicBezTo>
                  <a:lnTo>
                    <a:pt x="10764" y="11157"/>
                  </a:lnTo>
                  <a:cubicBezTo>
                    <a:pt x="11002" y="11157"/>
                    <a:pt x="11193" y="10966"/>
                    <a:pt x="11193" y="10728"/>
                  </a:cubicBezTo>
                  <a:lnTo>
                    <a:pt x="11193" y="10014"/>
                  </a:lnTo>
                  <a:cubicBezTo>
                    <a:pt x="12002" y="9287"/>
                    <a:pt x="12455" y="8263"/>
                    <a:pt x="12455" y="7192"/>
                  </a:cubicBezTo>
                  <a:cubicBezTo>
                    <a:pt x="12455" y="5501"/>
                    <a:pt x="11371" y="4072"/>
                    <a:pt x="9871" y="3560"/>
                  </a:cubicBezTo>
                  <a:cubicBezTo>
                    <a:pt x="9740" y="3168"/>
                    <a:pt x="9538" y="2798"/>
                    <a:pt x="9276" y="2465"/>
                  </a:cubicBezTo>
                  <a:cubicBezTo>
                    <a:pt x="9242" y="2425"/>
                    <a:pt x="9189" y="2403"/>
                    <a:pt x="9137" y="2403"/>
                  </a:cubicBezTo>
                  <a:cubicBezTo>
                    <a:pt x="9097" y="2403"/>
                    <a:pt x="9057" y="2416"/>
                    <a:pt x="9026" y="2441"/>
                  </a:cubicBezTo>
                  <a:cubicBezTo>
                    <a:pt x="8943" y="2501"/>
                    <a:pt x="8931" y="2620"/>
                    <a:pt x="8990" y="2691"/>
                  </a:cubicBezTo>
                  <a:cubicBezTo>
                    <a:pt x="9169" y="2929"/>
                    <a:pt x="9324" y="3168"/>
                    <a:pt x="9443" y="3441"/>
                  </a:cubicBezTo>
                  <a:cubicBezTo>
                    <a:pt x="9169" y="3382"/>
                    <a:pt x="8907" y="3346"/>
                    <a:pt x="8621" y="3346"/>
                  </a:cubicBezTo>
                  <a:cubicBezTo>
                    <a:pt x="7728" y="3346"/>
                    <a:pt x="6895" y="3656"/>
                    <a:pt x="6240" y="4180"/>
                  </a:cubicBezTo>
                  <a:cubicBezTo>
                    <a:pt x="5930" y="3930"/>
                    <a:pt x="5573" y="3739"/>
                    <a:pt x="5192" y="3584"/>
                  </a:cubicBezTo>
                  <a:cubicBezTo>
                    <a:pt x="5175" y="3580"/>
                    <a:pt x="5158" y="3577"/>
                    <a:pt x="5140" y="3577"/>
                  </a:cubicBezTo>
                  <a:cubicBezTo>
                    <a:pt x="5068" y="3577"/>
                    <a:pt x="4992" y="3615"/>
                    <a:pt x="4954" y="3691"/>
                  </a:cubicBezTo>
                  <a:cubicBezTo>
                    <a:pt x="4930" y="3775"/>
                    <a:pt x="4978" y="3882"/>
                    <a:pt x="5061" y="3930"/>
                  </a:cubicBezTo>
                  <a:cubicBezTo>
                    <a:pt x="5394" y="4049"/>
                    <a:pt x="5692" y="4215"/>
                    <a:pt x="5954" y="4418"/>
                  </a:cubicBezTo>
                  <a:cubicBezTo>
                    <a:pt x="5228" y="5120"/>
                    <a:pt x="4775" y="6096"/>
                    <a:pt x="4775" y="7192"/>
                  </a:cubicBezTo>
                  <a:cubicBezTo>
                    <a:pt x="4775" y="7466"/>
                    <a:pt x="4811" y="7740"/>
                    <a:pt x="4871" y="7990"/>
                  </a:cubicBezTo>
                  <a:cubicBezTo>
                    <a:pt x="3632" y="7454"/>
                    <a:pt x="2775" y="6239"/>
                    <a:pt x="2775" y="4811"/>
                  </a:cubicBezTo>
                  <a:cubicBezTo>
                    <a:pt x="2775" y="4477"/>
                    <a:pt x="2811" y="4156"/>
                    <a:pt x="2906" y="3858"/>
                  </a:cubicBezTo>
                  <a:cubicBezTo>
                    <a:pt x="3204" y="3763"/>
                    <a:pt x="3525" y="3715"/>
                    <a:pt x="3859" y="3715"/>
                  </a:cubicBezTo>
                  <a:cubicBezTo>
                    <a:pt x="4025" y="3715"/>
                    <a:pt x="4168" y="3739"/>
                    <a:pt x="4335" y="3751"/>
                  </a:cubicBezTo>
                  <a:cubicBezTo>
                    <a:pt x="4342" y="3752"/>
                    <a:pt x="4349" y="3752"/>
                    <a:pt x="4356" y="3752"/>
                  </a:cubicBezTo>
                  <a:cubicBezTo>
                    <a:pt x="4444" y="3752"/>
                    <a:pt x="4526" y="3684"/>
                    <a:pt x="4537" y="3596"/>
                  </a:cubicBezTo>
                  <a:cubicBezTo>
                    <a:pt x="4549" y="3501"/>
                    <a:pt x="4478" y="3406"/>
                    <a:pt x="4394" y="3394"/>
                  </a:cubicBezTo>
                  <a:cubicBezTo>
                    <a:pt x="4216" y="3358"/>
                    <a:pt x="4049" y="3358"/>
                    <a:pt x="3870" y="3358"/>
                  </a:cubicBezTo>
                  <a:cubicBezTo>
                    <a:pt x="3585" y="3358"/>
                    <a:pt x="3323" y="3394"/>
                    <a:pt x="3049" y="3453"/>
                  </a:cubicBezTo>
                  <a:cubicBezTo>
                    <a:pt x="3144" y="3239"/>
                    <a:pt x="3239" y="3048"/>
                    <a:pt x="3382" y="2858"/>
                  </a:cubicBezTo>
                  <a:cubicBezTo>
                    <a:pt x="3716" y="2346"/>
                    <a:pt x="4192" y="1953"/>
                    <a:pt x="4728" y="1691"/>
                  </a:cubicBezTo>
                  <a:cubicBezTo>
                    <a:pt x="4835" y="2441"/>
                    <a:pt x="5466" y="3025"/>
                    <a:pt x="6240" y="3025"/>
                  </a:cubicBezTo>
                  <a:cubicBezTo>
                    <a:pt x="7014" y="3025"/>
                    <a:pt x="7657" y="2441"/>
                    <a:pt x="7740" y="1691"/>
                  </a:cubicBezTo>
                  <a:cubicBezTo>
                    <a:pt x="7990" y="1810"/>
                    <a:pt x="8228" y="1977"/>
                    <a:pt x="8454" y="2156"/>
                  </a:cubicBezTo>
                  <a:cubicBezTo>
                    <a:pt x="8490" y="2191"/>
                    <a:pt x="8526" y="2203"/>
                    <a:pt x="8573" y="2203"/>
                  </a:cubicBezTo>
                  <a:cubicBezTo>
                    <a:pt x="8633" y="2203"/>
                    <a:pt x="8681" y="2191"/>
                    <a:pt x="8704" y="2144"/>
                  </a:cubicBezTo>
                  <a:cubicBezTo>
                    <a:pt x="8764" y="2072"/>
                    <a:pt x="8764" y="1953"/>
                    <a:pt x="8681" y="1894"/>
                  </a:cubicBezTo>
                  <a:cubicBezTo>
                    <a:pt x="8395" y="1655"/>
                    <a:pt x="8073" y="1453"/>
                    <a:pt x="7728" y="1310"/>
                  </a:cubicBezTo>
                  <a:cubicBezTo>
                    <a:pt x="7621" y="560"/>
                    <a:pt x="7002" y="0"/>
                    <a:pt x="62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1865;p66">
              <a:extLst>
                <a:ext uri="{FF2B5EF4-FFF2-40B4-BE49-F238E27FC236}">
                  <a16:creationId xmlns:a16="http://schemas.microsoft.com/office/drawing/2014/main" id="{4FB3F116-27CC-4D8D-A21A-9A482536F83A}"/>
                </a:ext>
              </a:extLst>
            </p:cNvPr>
            <p:cNvSpPr/>
            <p:nvPr/>
          </p:nvSpPr>
          <p:spPr>
            <a:xfrm>
              <a:off x="2057770" y="4294553"/>
              <a:ext cx="22741" cy="35622"/>
            </a:xfrm>
            <a:custGeom>
              <a:avLst/>
              <a:gdLst/>
              <a:ahLst/>
              <a:cxnLst/>
              <a:rect l="l" t="t" r="r" b="b"/>
              <a:pathLst>
                <a:path w="715" h="1120" extrusionOk="0">
                  <a:moveTo>
                    <a:pt x="191" y="0"/>
                  </a:moveTo>
                  <a:cubicBezTo>
                    <a:pt x="84" y="0"/>
                    <a:pt x="12" y="72"/>
                    <a:pt x="12" y="179"/>
                  </a:cubicBezTo>
                  <a:lnTo>
                    <a:pt x="12" y="941"/>
                  </a:lnTo>
                  <a:cubicBezTo>
                    <a:pt x="0" y="1036"/>
                    <a:pt x="84" y="1119"/>
                    <a:pt x="191" y="1119"/>
                  </a:cubicBezTo>
                  <a:lnTo>
                    <a:pt x="536" y="1119"/>
                  </a:lnTo>
                  <a:cubicBezTo>
                    <a:pt x="631" y="1119"/>
                    <a:pt x="715" y="1036"/>
                    <a:pt x="715" y="941"/>
                  </a:cubicBezTo>
                  <a:cubicBezTo>
                    <a:pt x="715" y="834"/>
                    <a:pt x="631" y="750"/>
                    <a:pt x="536" y="750"/>
                  </a:cubicBezTo>
                  <a:lnTo>
                    <a:pt x="369" y="750"/>
                  </a:lnTo>
                  <a:lnTo>
                    <a:pt x="369" y="179"/>
                  </a:lnTo>
                  <a:cubicBezTo>
                    <a:pt x="369" y="72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866;p66">
              <a:extLst>
                <a:ext uri="{FF2B5EF4-FFF2-40B4-BE49-F238E27FC236}">
                  <a16:creationId xmlns:a16="http://schemas.microsoft.com/office/drawing/2014/main" id="{0B7FB5C8-7890-4EED-B8B3-FB9E9FF7D4C8}"/>
                </a:ext>
              </a:extLst>
            </p:cNvPr>
            <p:cNvSpPr/>
            <p:nvPr/>
          </p:nvSpPr>
          <p:spPr>
            <a:xfrm>
              <a:off x="2048292" y="4456250"/>
              <a:ext cx="30724" cy="64055"/>
            </a:xfrm>
            <a:custGeom>
              <a:avLst/>
              <a:gdLst/>
              <a:ahLst/>
              <a:cxnLst/>
              <a:rect l="l" t="t" r="r" b="b"/>
              <a:pathLst>
                <a:path w="966" h="2014" extrusionOk="0">
                  <a:moveTo>
                    <a:pt x="477" y="0"/>
                  </a:moveTo>
                  <a:cubicBezTo>
                    <a:pt x="370" y="0"/>
                    <a:pt x="298" y="84"/>
                    <a:pt x="298" y="179"/>
                  </a:cubicBezTo>
                  <a:lnTo>
                    <a:pt x="298" y="262"/>
                  </a:lnTo>
                  <a:cubicBezTo>
                    <a:pt x="120" y="334"/>
                    <a:pt x="1" y="512"/>
                    <a:pt x="1" y="703"/>
                  </a:cubicBezTo>
                  <a:cubicBezTo>
                    <a:pt x="1" y="977"/>
                    <a:pt x="215" y="1191"/>
                    <a:pt x="489" y="1191"/>
                  </a:cubicBezTo>
                  <a:cubicBezTo>
                    <a:pt x="560" y="1191"/>
                    <a:pt x="608" y="1250"/>
                    <a:pt x="608" y="1310"/>
                  </a:cubicBezTo>
                  <a:cubicBezTo>
                    <a:pt x="608" y="1381"/>
                    <a:pt x="548" y="1429"/>
                    <a:pt x="489" y="1429"/>
                  </a:cubicBezTo>
                  <a:cubicBezTo>
                    <a:pt x="441" y="1429"/>
                    <a:pt x="394" y="1405"/>
                    <a:pt x="382" y="1358"/>
                  </a:cubicBezTo>
                  <a:cubicBezTo>
                    <a:pt x="346" y="1287"/>
                    <a:pt x="284" y="1249"/>
                    <a:pt x="216" y="1249"/>
                  </a:cubicBezTo>
                  <a:cubicBezTo>
                    <a:pt x="192" y="1249"/>
                    <a:pt x="168" y="1253"/>
                    <a:pt x="144" y="1262"/>
                  </a:cubicBezTo>
                  <a:cubicBezTo>
                    <a:pt x="60" y="1310"/>
                    <a:pt x="13" y="1417"/>
                    <a:pt x="60" y="1500"/>
                  </a:cubicBezTo>
                  <a:cubicBezTo>
                    <a:pt x="120" y="1608"/>
                    <a:pt x="203" y="1703"/>
                    <a:pt x="310" y="1739"/>
                  </a:cubicBezTo>
                  <a:lnTo>
                    <a:pt x="310" y="1834"/>
                  </a:lnTo>
                  <a:cubicBezTo>
                    <a:pt x="310" y="1941"/>
                    <a:pt x="382" y="2012"/>
                    <a:pt x="489" y="2012"/>
                  </a:cubicBezTo>
                  <a:cubicBezTo>
                    <a:pt x="495" y="2013"/>
                    <a:pt x="501" y="2014"/>
                    <a:pt x="507" y="2014"/>
                  </a:cubicBezTo>
                  <a:cubicBezTo>
                    <a:pt x="586" y="2014"/>
                    <a:pt x="667" y="1945"/>
                    <a:pt x="667" y="1846"/>
                  </a:cubicBezTo>
                  <a:lnTo>
                    <a:pt x="667" y="1762"/>
                  </a:lnTo>
                  <a:cubicBezTo>
                    <a:pt x="846" y="1691"/>
                    <a:pt x="965" y="1512"/>
                    <a:pt x="965" y="1310"/>
                  </a:cubicBezTo>
                  <a:cubicBezTo>
                    <a:pt x="965" y="1048"/>
                    <a:pt x="739" y="822"/>
                    <a:pt x="477" y="822"/>
                  </a:cubicBezTo>
                  <a:cubicBezTo>
                    <a:pt x="394" y="822"/>
                    <a:pt x="358" y="762"/>
                    <a:pt x="358" y="703"/>
                  </a:cubicBezTo>
                  <a:cubicBezTo>
                    <a:pt x="358" y="631"/>
                    <a:pt x="417" y="584"/>
                    <a:pt x="477" y="584"/>
                  </a:cubicBezTo>
                  <a:cubicBezTo>
                    <a:pt x="513" y="584"/>
                    <a:pt x="548" y="596"/>
                    <a:pt x="572" y="643"/>
                  </a:cubicBezTo>
                  <a:cubicBezTo>
                    <a:pt x="608" y="700"/>
                    <a:pt x="660" y="727"/>
                    <a:pt x="717" y="727"/>
                  </a:cubicBezTo>
                  <a:cubicBezTo>
                    <a:pt x="755" y="727"/>
                    <a:pt x="796" y="715"/>
                    <a:pt x="834" y="691"/>
                  </a:cubicBezTo>
                  <a:cubicBezTo>
                    <a:pt x="917" y="631"/>
                    <a:pt x="929" y="524"/>
                    <a:pt x="870" y="441"/>
                  </a:cubicBezTo>
                  <a:cubicBezTo>
                    <a:pt x="810" y="357"/>
                    <a:pt x="739" y="286"/>
                    <a:pt x="656" y="262"/>
                  </a:cubicBezTo>
                  <a:lnTo>
                    <a:pt x="656" y="179"/>
                  </a:lnTo>
                  <a:cubicBezTo>
                    <a:pt x="656" y="84"/>
                    <a:pt x="572" y="0"/>
                    <a:pt x="4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867;p66">
              <a:extLst>
                <a:ext uri="{FF2B5EF4-FFF2-40B4-BE49-F238E27FC236}">
                  <a16:creationId xmlns:a16="http://schemas.microsoft.com/office/drawing/2014/main" id="{5CA92E03-A0D7-4C8E-8AE9-5A9C6D5ABCE1}"/>
                </a:ext>
              </a:extLst>
            </p:cNvPr>
            <p:cNvSpPr/>
            <p:nvPr/>
          </p:nvSpPr>
          <p:spPr>
            <a:xfrm>
              <a:off x="1898713" y="4487196"/>
              <a:ext cx="17461" cy="16030"/>
            </a:xfrm>
            <a:custGeom>
              <a:avLst/>
              <a:gdLst/>
              <a:ahLst/>
              <a:cxnLst/>
              <a:rect l="l" t="t" r="r" b="b"/>
              <a:pathLst>
                <a:path w="549" h="504" extrusionOk="0">
                  <a:moveTo>
                    <a:pt x="193" y="1"/>
                  </a:moveTo>
                  <a:cubicBezTo>
                    <a:pt x="147" y="1"/>
                    <a:pt x="102" y="21"/>
                    <a:pt x="72" y="63"/>
                  </a:cubicBezTo>
                  <a:cubicBezTo>
                    <a:pt x="1" y="135"/>
                    <a:pt x="1" y="254"/>
                    <a:pt x="72" y="313"/>
                  </a:cubicBezTo>
                  <a:lnTo>
                    <a:pt x="203" y="444"/>
                  </a:lnTo>
                  <a:cubicBezTo>
                    <a:pt x="227" y="480"/>
                    <a:pt x="298" y="504"/>
                    <a:pt x="334" y="504"/>
                  </a:cubicBezTo>
                  <a:cubicBezTo>
                    <a:pt x="382" y="504"/>
                    <a:pt x="429" y="492"/>
                    <a:pt x="465" y="444"/>
                  </a:cubicBezTo>
                  <a:cubicBezTo>
                    <a:pt x="548" y="373"/>
                    <a:pt x="548" y="254"/>
                    <a:pt x="465" y="194"/>
                  </a:cubicBezTo>
                  <a:lnTo>
                    <a:pt x="322" y="63"/>
                  </a:lnTo>
                  <a:cubicBezTo>
                    <a:pt x="286" y="21"/>
                    <a:pt x="239" y="1"/>
                    <a:pt x="1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868;p66">
              <a:extLst>
                <a:ext uri="{FF2B5EF4-FFF2-40B4-BE49-F238E27FC236}">
                  <a16:creationId xmlns:a16="http://schemas.microsoft.com/office/drawing/2014/main" id="{18485BAB-ACFC-4A71-8D53-C6F86ADAD9F8}"/>
                </a:ext>
              </a:extLst>
            </p:cNvPr>
            <p:cNvSpPr/>
            <p:nvPr/>
          </p:nvSpPr>
          <p:spPr>
            <a:xfrm>
              <a:off x="1887740" y="4502494"/>
              <a:ext cx="19337" cy="13231"/>
            </a:xfrm>
            <a:custGeom>
              <a:avLst/>
              <a:gdLst/>
              <a:ahLst/>
              <a:cxnLst/>
              <a:rect l="l" t="t" r="r" b="b"/>
              <a:pathLst>
                <a:path w="608" h="416" extrusionOk="0">
                  <a:moveTo>
                    <a:pt x="190" y="0"/>
                  </a:moveTo>
                  <a:cubicBezTo>
                    <a:pt x="112" y="0"/>
                    <a:pt x="53" y="56"/>
                    <a:pt x="24" y="142"/>
                  </a:cubicBezTo>
                  <a:cubicBezTo>
                    <a:pt x="0" y="249"/>
                    <a:pt x="60" y="332"/>
                    <a:pt x="155" y="368"/>
                  </a:cubicBezTo>
                  <a:lnTo>
                    <a:pt x="358" y="416"/>
                  </a:lnTo>
                  <a:lnTo>
                    <a:pt x="405" y="416"/>
                  </a:lnTo>
                  <a:cubicBezTo>
                    <a:pt x="477" y="416"/>
                    <a:pt x="548" y="356"/>
                    <a:pt x="572" y="273"/>
                  </a:cubicBezTo>
                  <a:cubicBezTo>
                    <a:pt x="608" y="189"/>
                    <a:pt x="548" y="82"/>
                    <a:pt x="441" y="58"/>
                  </a:cubicBezTo>
                  <a:lnTo>
                    <a:pt x="250" y="11"/>
                  </a:lnTo>
                  <a:cubicBezTo>
                    <a:pt x="229" y="4"/>
                    <a:pt x="209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869;p66">
              <a:extLst>
                <a:ext uri="{FF2B5EF4-FFF2-40B4-BE49-F238E27FC236}">
                  <a16:creationId xmlns:a16="http://schemas.microsoft.com/office/drawing/2014/main" id="{7E601DAB-C06B-4250-A63E-A6AEA42C720E}"/>
                </a:ext>
              </a:extLst>
            </p:cNvPr>
            <p:cNvSpPr/>
            <p:nvPr/>
          </p:nvSpPr>
          <p:spPr>
            <a:xfrm>
              <a:off x="1913852" y="4477019"/>
              <a:ext cx="13676" cy="17874"/>
            </a:xfrm>
            <a:custGeom>
              <a:avLst/>
              <a:gdLst/>
              <a:ahLst/>
              <a:cxnLst/>
              <a:rect l="l" t="t" r="r" b="b"/>
              <a:pathLst>
                <a:path w="430" h="562" extrusionOk="0">
                  <a:moveTo>
                    <a:pt x="175" y="0"/>
                  </a:moveTo>
                  <a:cubicBezTo>
                    <a:pt x="165" y="0"/>
                    <a:pt x="155" y="1"/>
                    <a:pt x="144" y="2"/>
                  </a:cubicBezTo>
                  <a:cubicBezTo>
                    <a:pt x="37" y="38"/>
                    <a:pt x="1" y="121"/>
                    <a:pt x="13" y="228"/>
                  </a:cubicBezTo>
                  <a:lnTo>
                    <a:pt x="60" y="419"/>
                  </a:lnTo>
                  <a:cubicBezTo>
                    <a:pt x="72" y="502"/>
                    <a:pt x="144" y="562"/>
                    <a:pt x="239" y="562"/>
                  </a:cubicBezTo>
                  <a:lnTo>
                    <a:pt x="275" y="562"/>
                  </a:lnTo>
                  <a:cubicBezTo>
                    <a:pt x="382" y="526"/>
                    <a:pt x="430" y="443"/>
                    <a:pt x="418" y="335"/>
                  </a:cubicBezTo>
                  <a:lnTo>
                    <a:pt x="370" y="145"/>
                  </a:lnTo>
                  <a:cubicBezTo>
                    <a:pt x="338" y="49"/>
                    <a:pt x="267" y="0"/>
                    <a:pt x="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362;p50">
            <a:extLst>
              <a:ext uri="{FF2B5EF4-FFF2-40B4-BE49-F238E27FC236}">
                <a16:creationId xmlns:a16="http://schemas.microsoft.com/office/drawing/2014/main" id="{667AAE18-B7B0-4DAE-A02E-01671FC81C93}"/>
              </a:ext>
            </a:extLst>
          </p:cNvPr>
          <p:cNvGrpSpPr/>
          <p:nvPr/>
        </p:nvGrpSpPr>
        <p:grpSpPr>
          <a:xfrm rot="4313135">
            <a:off x="-1511216" y="4355193"/>
            <a:ext cx="3923327" cy="1383661"/>
            <a:chOff x="5521326" y="68263"/>
            <a:chExt cx="4076700" cy="1538288"/>
          </a:xfrm>
        </p:grpSpPr>
        <p:sp>
          <p:nvSpPr>
            <p:cNvPr id="19" name="Google Shape;1363;p50">
              <a:extLst>
                <a:ext uri="{FF2B5EF4-FFF2-40B4-BE49-F238E27FC236}">
                  <a16:creationId xmlns:a16="http://schemas.microsoft.com/office/drawing/2014/main" id="{7BE9B6D2-3E42-4FF8-8392-3DF1CF704EAD}"/>
                </a:ext>
              </a:extLst>
            </p:cNvPr>
            <p:cNvSpPr/>
            <p:nvPr/>
          </p:nvSpPr>
          <p:spPr>
            <a:xfrm>
              <a:off x="5521326" y="773113"/>
              <a:ext cx="46038" cy="38100"/>
            </a:xfrm>
            <a:custGeom>
              <a:avLst/>
              <a:gdLst/>
              <a:ahLst/>
              <a:cxnLst/>
              <a:rect l="l" t="t" r="r" b="b"/>
              <a:pathLst>
                <a:path w="12" h="10" extrusionOk="0">
                  <a:moveTo>
                    <a:pt x="6" y="10"/>
                  </a:moveTo>
                  <a:cubicBezTo>
                    <a:pt x="0" y="10"/>
                    <a:pt x="1" y="0"/>
                    <a:pt x="7" y="2"/>
                  </a:cubicBezTo>
                  <a:cubicBezTo>
                    <a:pt x="12" y="2"/>
                    <a:pt x="12" y="10"/>
                    <a:pt x="6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364;p50">
              <a:extLst>
                <a:ext uri="{FF2B5EF4-FFF2-40B4-BE49-F238E27FC236}">
                  <a16:creationId xmlns:a16="http://schemas.microsoft.com/office/drawing/2014/main" id="{73363C77-3A20-44BE-9DA3-91465ADDD003}"/>
                </a:ext>
              </a:extLst>
            </p:cNvPr>
            <p:cNvSpPr/>
            <p:nvPr/>
          </p:nvSpPr>
          <p:spPr>
            <a:xfrm>
              <a:off x="5532438" y="68263"/>
              <a:ext cx="1447800" cy="657225"/>
            </a:xfrm>
            <a:custGeom>
              <a:avLst/>
              <a:gdLst/>
              <a:ahLst/>
              <a:cxnLst/>
              <a:rect l="l" t="t" r="r" b="b"/>
              <a:pathLst>
                <a:path w="384" h="174" extrusionOk="0">
                  <a:moveTo>
                    <a:pt x="4" y="174"/>
                  </a:moveTo>
                  <a:cubicBezTo>
                    <a:pt x="2" y="173"/>
                    <a:pt x="0" y="171"/>
                    <a:pt x="0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1" y="166"/>
                    <a:pt x="3" y="165"/>
                    <a:pt x="5" y="165"/>
                  </a:cubicBezTo>
                  <a:cubicBezTo>
                    <a:pt x="8" y="165"/>
                    <a:pt x="10" y="167"/>
                    <a:pt x="9" y="170"/>
                  </a:cubicBezTo>
                  <a:cubicBezTo>
                    <a:pt x="9" y="170"/>
                    <a:pt x="9" y="170"/>
                    <a:pt x="9" y="170"/>
                  </a:cubicBezTo>
                  <a:cubicBezTo>
                    <a:pt x="9" y="172"/>
                    <a:pt x="7" y="174"/>
                    <a:pt x="5" y="174"/>
                  </a:cubicBezTo>
                  <a:cubicBezTo>
                    <a:pt x="5" y="174"/>
                    <a:pt x="5" y="174"/>
                    <a:pt x="4" y="174"/>
                  </a:cubicBezTo>
                  <a:close/>
                  <a:moveTo>
                    <a:pt x="375" y="170"/>
                  </a:moveTo>
                  <a:cubicBezTo>
                    <a:pt x="375" y="170"/>
                    <a:pt x="375" y="170"/>
                    <a:pt x="375" y="170"/>
                  </a:cubicBezTo>
                  <a:cubicBezTo>
                    <a:pt x="375" y="167"/>
                    <a:pt x="377" y="165"/>
                    <a:pt x="379" y="165"/>
                  </a:cubicBezTo>
                  <a:cubicBezTo>
                    <a:pt x="381" y="164"/>
                    <a:pt x="384" y="166"/>
                    <a:pt x="384" y="168"/>
                  </a:cubicBezTo>
                  <a:cubicBezTo>
                    <a:pt x="384" y="168"/>
                    <a:pt x="384" y="168"/>
                    <a:pt x="384" y="168"/>
                  </a:cubicBezTo>
                  <a:cubicBezTo>
                    <a:pt x="384" y="171"/>
                    <a:pt x="383" y="173"/>
                    <a:pt x="380" y="173"/>
                  </a:cubicBezTo>
                  <a:cubicBezTo>
                    <a:pt x="380" y="173"/>
                    <a:pt x="380" y="173"/>
                    <a:pt x="380" y="173"/>
                  </a:cubicBezTo>
                  <a:cubicBezTo>
                    <a:pt x="377" y="173"/>
                    <a:pt x="375" y="172"/>
                    <a:pt x="375" y="170"/>
                  </a:cubicBezTo>
                  <a:close/>
                  <a:moveTo>
                    <a:pt x="8" y="150"/>
                  </a:moveTo>
                  <a:cubicBezTo>
                    <a:pt x="6" y="150"/>
                    <a:pt x="4" y="147"/>
                    <a:pt x="5" y="145"/>
                  </a:cubicBezTo>
                  <a:cubicBezTo>
                    <a:pt x="5" y="145"/>
                    <a:pt x="5" y="145"/>
                    <a:pt x="5" y="145"/>
                  </a:cubicBezTo>
                  <a:cubicBezTo>
                    <a:pt x="6" y="143"/>
                    <a:pt x="8" y="141"/>
                    <a:pt x="10" y="142"/>
                  </a:cubicBezTo>
                  <a:cubicBezTo>
                    <a:pt x="13" y="142"/>
                    <a:pt x="14" y="145"/>
                    <a:pt x="14" y="147"/>
                  </a:cubicBezTo>
                  <a:cubicBezTo>
                    <a:pt x="14" y="147"/>
                    <a:pt x="14" y="147"/>
                    <a:pt x="14" y="147"/>
                  </a:cubicBezTo>
                  <a:cubicBezTo>
                    <a:pt x="13" y="149"/>
                    <a:pt x="11" y="150"/>
                    <a:pt x="9" y="150"/>
                  </a:cubicBezTo>
                  <a:cubicBezTo>
                    <a:pt x="9" y="150"/>
                    <a:pt x="9" y="150"/>
                    <a:pt x="8" y="150"/>
                  </a:cubicBezTo>
                  <a:close/>
                  <a:moveTo>
                    <a:pt x="371" y="147"/>
                  </a:moveTo>
                  <a:cubicBezTo>
                    <a:pt x="370" y="144"/>
                    <a:pt x="372" y="142"/>
                    <a:pt x="374" y="141"/>
                  </a:cubicBezTo>
                  <a:cubicBezTo>
                    <a:pt x="376" y="141"/>
                    <a:pt x="379" y="142"/>
                    <a:pt x="379" y="145"/>
                  </a:cubicBezTo>
                  <a:cubicBezTo>
                    <a:pt x="379" y="145"/>
                    <a:pt x="379" y="145"/>
                    <a:pt x="379" y="145"/>
                  </a:cubicBezTo>
                  <a:cubicBezTo>
                    <a:pt x="380" y="147"/>
                    <a:pt x="379" y="149"/>
                    <a:pt x="376" y="150"/>
                  </a:cubicBezTo>
                  <a:cubicBezTo>
                    <a:pt x="376" y="150"/>
                    <a:pt x="375" y="150"/>
                    <a:pt x="375" y="150"/>
                  </a:cubicBezTo>
                  <a:cubicBezTo>
                    <a:pt x="373" y="150"/>
                    <a:pt x="371" y="149"/>
                    <a:pt x="371" y="147"/>
                  </a:cubicBezTo>
                  <a:close/>
                  <a:moveTo>
                    <a:pt x="15" y="128"/>
                  </a:moveTo>
                  <a:cubicBezTo>
                    <a:pt x="13" y="127"/>
                    <a:pt x="12" y="124"/>
                    <a:pt x="12" y="122"/>
                  </a:cubicBezTo>
                  <a:cubicBezTo>
                    <a:pt x="12" y="122"/>
                    <a:pt x="12" y="122"/>
                    <a:pt x="12" y="122"/>
                  </a:cubicBezTo>
                  <a:cubicBezTo>
                    <a:pt x="13" y="120"/>
                    <a:pt x="16" y="118"/>
                    <a:pt x="18" y="119"/>
                  </a:cubicBezTo>
                  <a:cubicBezTo>
                    <a:pt x="21" y="120"/>
                    <a:pt x="22" y="123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0" y="127"/>
                    <a:pt x="18" y="128"/>
                    <a:pt x="17" y="128"/>
                  </a:cubicBezTo>
                  <a:cubicBezTo>
                    <a:pt x="16" y="128"/>
                    <a:pt x="16" y="128"/>
                    <a:pt x="15" y="128"/>
                  </a:cubicBezTo>
                  <a:close/>
                  <a:moveTo>
                    <a:pt x="364" y="125"/>
                  </a:moveTo>
                  <a:cubicBezTo>
                    <a:pt x="363" y="123"/>
                    <a:pt x="364" y="120"/>
                    <a:pt x="366" y="119"/>
                  </a:cubicBezTo>
                  <a:cubicBezTo>
                    <a:pt x="368" y="118"/>
                    <a:pt x="371" y="119"/>
                    <a:pt x="372" y="122"/>
                  </a:cubicBezTo>
                  <a:cubicBezTo>
                    <a:pt x="372" y="122"/>
                    <a:pt x="372" y="122"/>
                    <a:pt x="372" y="122"/>
                  </a:cubicBezTo>
                  <a:cubicBezTo>
                    <a:pt x="373" y="124"/>
                    <a:pt x="372" y="126"/>
                    <a:pt x="369" y="127"/>
                  </a:cubicBezTo>
                  <a:cubicBezTo>
                    <a:pt x="369" y="127"/>
                    <a:pt x="368" y="128"/>
                    <a:pt x="368" y="128"/>
                  </a:cubicBezTo>
                  <a:cubicBezTo>
                    <a:pt x="366" y="128"/>
                    <a:pt x="364" y="127"/>
                    <a:pt x="364" y="125"/>
                  </a:cubicBezTo>
                  <a:close/>
                  <a:moveTo>
                    <a:pt x="25" y="106"/>
                  </a:moveTo>
                  <a:cubicBezTo>
                    <a:pt x="22" y="105"/>
                    <a:pt x="22" y="102"/>
                    <a:pt x="23" y="100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4" y="98"/>
                    <a:pt x="27" y="97"/>
                    <a:pt x="29" y="98"/>
                  </a:cubicBezTo>
                  <a:cubicBezTo>
                    <a:pt x="31" y="99"/>
                    <a:pt x="32" y="102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0" y="106"/>
                    <a:pt x="28" y="106"/>
                    <a:pt x="27" y="106"/>
                  </a:cubicBezTo>
                  <a:cubicBezTo>
                    <a:pt x="26" y="106"/>
                    <a:pt x="25" y="106"/>
                    <a:pt x="25" y="106"/>
                  </a:cubicBezTo>
                  <a:close/>
                  <a:moveTo>
                    <a:pt x="354" y="104"/>
                  </a:moveTo>
                  <a:cubicBezTo>
                    <a:pt x="354" y="104"/>
                    <a:pt x="354" y="104"/>
                    <a:pt x="354" y="104"/>
                  </a:cubicBezTo>
                  <a:cubicBezTo>
                    <a:pt x="353" y="102"/>
                    <a:pt x="353" y="99"/>
                    <a:pt x="355" y="98"/>
                  </a:cubicBezTo>
                  <a:cubicBezTo>
                    <a:pt x="358" y="97"/>
                    <a:pt x="360" y="97"/>
                    <a:pt x="361" y="100"/>
                  </a:cubicBezTo>
                  <a:cubicBezTo>
                    <a:pt x="361" y="100"/>
                    <a:pt x="361" y="100"/>
                    <a:pt x="361" y="100"/>
                  </a:cubicBezTo>
                  <a:cubicBezTo>
                    <a:pt x="361" y="100"/>
                    <a:pt x="361" y="100"/>
                    <a:pt x="361" y="100"/>
                  </a:cubicBezTo>
                  <a:cubicBezTo>
                    <a:pt x="361" y="100"/>
                    <a:pt x="361" y="100"/>
                    <a:pt x="361" y="100"/>
                  </a:cubicBezTo>
                  <a:cubicBezTo>
                    <a:pt x="363" y="102"/>
                    <a:pt x="362" y="104"/>
                    <a:pt x="360" y="106"/>
                  </a:cubicBezTo>
                  <a:cubicBezTo>
                    <a:pt x="359" y="106"/>
                    <a:pt x="358" y="106"/>
                    <a:pt x="358" y="106"/>
                  </a:cubicBezTo>
                  <a:cubicBezTo>
                    <a:pt x="356" y="106"/>
                    <a:pt x="355" y="105"/>
                    <a:pt x="354" y="104"/>
                  </a:cubicBezTo>
                  <a:close/>
                  <a:moveTo>
                    <a:pt x="37" y="86"/>
                  </a:moveTo>
                  <a:cubicBezTo>
                    <a:pt x="35" y="84"/>
                    <a:pt x="34" y="81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7" y="77"/>
                    <a:pt x="40" y="77"/>
                    <a:pt x="42" y="78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4" y="80"/>
                    <a:pt x="44" y="83"/>
                    <a:pt x="43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42" y="86"/>
                    <a:pt x="41" y="86"/>
                    <a:pt x="39" y="86"/>
                  </a:cubicBezTo>
                  <a:cubicBezTo>
                    <a:pt x="39" y="86"/>
                    <a:pt x="38" y="86"/>
                    <a:pt x="37" y="86"/>
                  </a:cubicBezTo>
                  <a:close/>
                  <a:moveTo>
                    <a:pt x="341" y="84"/>
                  </a:moveTo>
                  <a:cubicBezTo>
                    <a:pt x="340" y="82"/>
                    <a:pt x="340" y="80"/>
                    <a:pt x="342" y="78"/>
                  </a:cubicBezTo>
                  <a:cubicBezTo>
                    <a:pt x="342" y="78"/>
                    <a:pt x="342" y="78"/>
                    <a:pt x="342" y="78"/>
                  </a:cubicBezTo>
                  <a:cubicBezTo>
                    <a:pt x="344" y="77"/>
                    <a:pt x="347" y="77"/>
                    <a:pt x="348" y="79"/>
                  </a:cubicBezTo>
                  <a:cubicBezTo>
                    <a:pt x="348" y="79"/>
                    <a:pt x="348" y="79"/>
                    <a:pt x="348" y="79"/>
                  </a:cubicBezTo>
                  <a:cubicBezTo>
                    <a:pt x="348" y="79"/>
                    <a:pt x="348" y="79"/>
                    <a:pt x="348" y="79"/>
                  </a:cubicBezTo>
                  <a:cubicBezTo>
                    <a:pt x="350" y="81"/>
                    <a:pt x="349" y="84"/>
                    <a:pt x="347" y="85"/>
                  </a:cubicBezTo>
                  <a:cubicBezTo>
                    <a:pt x="347" y="85"/>
                    <a:pt x="347" y="85"/>
                    <a:pt x="347" y="85"/>
                  </a:cubicBezTo>
                  <a:cubicBezTo>
                    <a:pt x="347" y="86"/>
                    <a:pt x="346" y="86"/>
                    <a:pt x="345" y="86"/>
                  </a:cubicBezTo>
                  <a:cubicBezTo>
                    <a:pt x="344" y="86"/>
                    <a:pt x="342" y="86"/>
                    <a:pt x="341" y="84"/>
                  </a:cubicBezTo>
                  <a:close/>
                  <a:moveTo>
                    <a:pt x="52" y="67"/>
                  </a:moveTo>
                  <a:cubicBezTo>
                    <a:pt x="50" y="65"/>
                    <a:pt x="50" y="62"/>
                    <a:pt x="51" y="61"/>
                  </a:cubicBezTo>
                  <a:cubicBezTo>
                    <a:pt x="51" y="61"/>
                    <a:pt x="51" y="61"/>
                    <a:pt x="51" y="61"/>
                  </a:cubicBezTo>
                  <a:cubicBezTo>
                    <a:pt x="53" y="59"/>
                    <a:pt x="56" y="59"/>
                    <a:pt x="58" y="60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59" y="62"/>
                    <a:pt x="59" y="65"/>
                    <a:pt x="58" y="67"/>
                  </a:cubicBezTo>
                  <a:cubicBezTo>
                    <a:pt x="58" y="67"/>
                    <a:pt x="58" y="67"/>
                    <a:pt x="58" y="67"/>
                  </a:cubicBezTo>
                  <a:cubicBezTo>
                    <a:pt x="57" y="68"/>
                    <a:pt x="56" y="68"/>
                    <a:pt x="55" y="68"/>
                  </a:cubicBezTo>
                  <a:cubicBezTo>
                    <a:pt x="53" y="68"/>
                    <a:pt x="52" y="68"/>
                    <a:pt x="52" y="67"/>
                  </a:cubicBezTo>
                  <a:close/>
                  <a:moveTo>
                    <a:pt x="326" y="67"/>
                  </a:moveTo>
                  <a:cubicBezTo>
                    <a:pt x="325" y="65"/>
                    <a:pt x="325" y="62"/>
                    <a:pt x="327" y="60"/>
                  </a:cubicBezTo>
                  <a:cubicBezTo>
                    <a:pt x="327" y="60"/>
                    <a:pt x="327" y="60"/>
                    <a:pt x="327" y="60"/>
                  </a:cubicBezTo>
                  <a:cubicBezTo>
                    <a:pt x="328" y="59"/>
                    <a:pt x="331" y="59"/>
                    <a:pt x="333" y="60"/>
                  </a:cubicBezTo>
                  <a:cubicBezTo>
                    <a:pt x="333" y="60"/>
                    <a:pt x="333" y="60"/>
                    <a:pt x="333" y="60"/>
                  </a:cubicBezTo>
                  <a:cubicBezTo>
                    <a:pt x="335" y="62"/>
                    <a:pt x="335" y="65"/>
                    <a:pt x="333" y="67"/>
                  </a:cubicBezTo>
                  <a:cubicBezTo>
                    <a:pt x="333" y="67"/>
                    <a:pt x="333" y="67"/>
                    <a:pt x="333" y="67"/>
                  </a:cubicBezTo>
                  <a:cubicBezTo>
                    <a:pt x="332" y="68"/>
                    <a:pt x="331" y="68"/>
                    <a:pt x="330" y="68"/>
                  </a:cubicBezTo>
                  <a:cubicBezTo>
                    <a:pt x="329" y="68"/>
                    <a:pt x="327" y="67"/>
                    <a:pt x="326" y="67"/>
                  </a:cubicBezTo>
                  <a:close/>
                  <a:moveTo>
                    <a:pt x="68" y="50"/>
                  </a:moveTo>
                  <a:cubicBezTo>
                    <a:pt x="67" y="48"/>
                    <a:pt x="67" y="46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71" y="42"/>
                    <a:pt x="74" y="43"/>
                    <a:pt x="75" y="45"/>
                  </a:cubicBezTo>
                  <a:cubicBezTo>
                    <a:pt x="75" y="45"/>
                    <a:pt x="75" y="45"/>
                    <a:pt x="75" y="45"/>
                  </a:cubicBezTo>
                  <a:cubicBezTo>
                    <a:pt x="77" y="47"/>
                    <a:pt x="77" y="49"/>
                    <a:pt x="75" y="51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4" y="52"/>
                    <a:pt x="73" y="52"/>
                    <a:pt x="72" y="52"/>
                  </a:cubicBezTo>
                  <a:cubicBezTo>
                    <a:pt x="71" y="52"/>
                    <a:pt x="69" y="51"/>
                    <a:pt x="68" y="50"/>
                  </a:cubicBezTo>
                  <a:close/>
                  <a:moveTo>
                    <a:pt x="310" y="51"/>
                  </a:moveTo>
                  <a:cubicBezTo>
                    <a:pt x="310" y="51"/>
                    <a:pt x="310" y="51"/>
                    <a:pt x="310" y="51"/>
                  </a:cubicBezTo>
                  <a:cubicBezTo>
                    <a:pt x="308" y="49"/>
                    <a:pt x="307" y="46"/>
                    <a:pt x="309" y="44"/>
                  </a:cubicBezTo>
                  <a:cubicBezTo>
                    <a:pt x="309" y="44"/>
                    <a:pt x="309" y="44"/>
                    <a:pt x="309" y="44"/>
                  </a:cubicBezTo>
                  <a:cubicBezTo>
                    <a:pt x="311" y="43"/>
                    <a:pt x="313" y="42"/>
                    <a:pt x="315" y="44"/>
                  </a:cubicBezTo>
                  <a:cubicBezTo>
                    <a:pt x="315" y="44"/>
                    <a:pt x="315" y="44"/>
                    <a:pt x="315" y="44"/>
                  </a:cubicBezTo>
                  <a:cubicBezTo>
                    <a:pt x="317" y="45"/>
                    <a:pt x="317" y="48"/>
                    <a:pt x="316" y="50"/>
                  </a:cubicBezTo>
                  <a:cubicBezTo>
                    <a:pt x="316" y="50"/>
                    <a:pt x="316" y="50"/>
                    <a:pt x="316" y="50"/>
                  </a:cubicBezTo>
                  <a:cubicBezTo>
                    <a:pt x="315" y="51"/>
                    <a:pt x="314" y="52"/>
                    <a:pt x="312" y="52"/>
                  </a:cubicBezTo>
                  <a:cubicBezTo>
                    <a:pt x="311" y="52"/>
                    <a:pt x="310" y="51"/>
                    <a:pt x="310" y="51"/>
                  </a:cubicBezTo>
                  <a:close/>
                  <a:moveTo>
                    <a:pt x="87" y="36"/>
                  </a:moveTo>
                  <a:cubicBezTo>
                    <a:pt x="86" y="34"/>
                    <a:pt x="87" y="31"/>
                    <a:pt x="89" y="30"/>
                  </a:cubicBezTo>
                  <a:cubicBezTo>
                    <a:pt x="89" y="30"/>
                    <a:pt x="89" y="30"/>
                    <a:pt x="89" y="30"/>
                  </a:cubicBezTo>
                  <a:cubicBezTo>
                    <a:pt x="91" y="28"/>
                    <a:pt x="93" y="29"/>
                    <a:pt x="95" y="31"/>
                  </a:cubicBezTo>
                  <a:cubicBezTo>
                    <a:pt x="95" y="31"/>
                    <a:pt x="95" y="31"/>
                    <a:pt x="95" y="31"/>
                  </a:cubicBezTo>
                  <a:cubicBezTo>
                    <a:pt x="96" y="33"/>
                    <a:pt x="95" y="36"/>
                    <a:pt x="93" y="37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3" y="38"/>
                    <a:pt x="92" y="38"/>
                    <a:pt x="91" y="38"/>
                  </a:cubicBezTo>
                  <a:cubicBezTo>
                    <a:pt x="90" y="38"/>
                    <a:pt x="88" y="37"/>
                    <a:pt x="87" y="36"/>
                  </a:cubicBezTo>
                  <a:close/>
                  <a:moveTo>
                    <a:pt x="291" y="37"/>
                  </a:moveTo>
                  <a:cubicBezTo>
                    <a:pt x="291" y="37"/>
                    <a:pt x="291" y="37"/>
                    <a:pt x="291" y="37"/>
                  </a:cubicBezTo>
                  <a:cubicBezTo>
                    <a:pt x="289" y="36"/>
                    <a:pt x="288" y="33"/>
                    <a:pt x="290" y="31"/>
                  </a:cubicBezTo>
                  <a:cubicBezTo>
                    <a:pt x="290" y="31"/>
                    <a:pt x="290" y="31"/>
                    <a:pt x="290" y="31"/>
                  </a:cubicBezTo>
                  <a:cubicBezTo>
                    <a:pt x="291" y="29"/>
                    <a:pt x="294" y="28"/>
                    <a:pt x="296" y="30"/>
                  </a:cubicBezTo>
                  <a:cubicBezTo>
                    <a:pt x="296" y="30"/>
                    <a:pt x="296" y="30"/>
                    <a:pt x="296" y="30"/>
                  </a:cubicBezTo>
                  <a:cubicBezTo>
                    <a:pt x="298" y="31"/>
                    <a:pt x="298" y="34"/>
                    <a:pt x="297" y="36"/>
                  </a:cubicBezTo>
                  <a:cubicBezTo>
                    <a:pt x="297" y="36"/>
                    <a:pt x="297" y="36"/>
                    <a:pt x="297" y="36"/>
                  </a:cubicBezTo>
                  <a:cubicBezTo>
                    <a:pt x="296" y="37"/>
                    <a:pt x="295" y="38"/>
                    <a:pt x="293" y="38"/>
                  </a:cubicBezTo>
                  <a:cubicBezTo>
                    <a:pt x="292" y="38"/>
                    <a:pt x="292" y="38"/>
                    <a:pt x="291" y="37"/>
                  </a:cubicBezTo>
                  <a:close/>
                  <a:moveTo>
                    <a:pt x="108" y="24"/>
                  </a:moveTo>
                  <a:cubicBezTo>
                    <a:pt x="107" y="22"/>
                    <a:pt x="108" y="19"/>
                    <a:pt x="110" y="18"/>
                  </a:cubicBezTo>
                  <a:cubicBezTo>
                    <a:pt x="112" y="17"/>
                    <a:pt x="115" y="18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7" y="22"/>
                    <a:pt x="116" y="25"/>
                    <a:pt x="114" y="26"/>
                  </a:cubicBezTo>
                  <a:cubicBezTo>
                    <a:pt x="113" y="26"/>
                    <a:pt x="112" y="27"/>
                    <a:pt x="112" y="27"/>
                  </a:cubicBezTo>
                  <a:cubicBezTo>
                    <a:pt x="110" y="27"/>
                    <a:pt x="108" y="26"/>
                    <a:pt x="108" y="24"/>
                  </a:cubicBezTo>
                  <a:close/>
                  <a:moveTo>
                    <a:pt x="271" y="26"/>
                  </a:moveTo>
                  <a:cubicBezTo>
                    <a:pt x="268" y="25"/>
                    <a:pt x="267" y="22"/>
                    <a:pt x="268" y="20"/>
                  </a:cubicBezTo>
                  <a:cubicBezTo>
                    <a:pt x="268" y="20"/>
                    <a:pt x="268" y="20"/>
                    <a:pt x="268" y="20"/>
                  </a:cubicBezTo>
                  <a:cubicBezTo>
                    <a:pt x="270" y="18"/>
                    <a:pt x="272" y="17"/>
                    <a:pt x="274" y="18"/>
                  </a:cubicBezTo>
                  <a:cubicBezTo>
                    <a:pt x="274" y="18"/>
                    <a:pt x="274" y="18"/>
                    <a:pt x="274" y="18"/>
                  </a:cubicBezTo>
                  <a:cubicBezTo>
                    <a:pt x="274" y="18"/>
                    <a:pt x="274" y="18"/>
                    <a:pt x="274" y="18"/>
                  </a:cubicBezTo>
                  <a:cubicBezTo>
                    <a:pt x="277" y="19"/>
                    <a:pt x="278" y="22"/>
                    <a:pt x="276" y="24"/>
                  </a:cubicBezTo>
                  <a:cubicBezTo>
                    <a:pt x="276" y="24"/>
                    <a:pt x="276" y="24"/>
                    <a:pt x="276" y="24"/>
                  </a:cubicBezTo>
                  <a:cubicBezTo>
                    <a:pt x="276" y="25"/>
                    <a:pt x="274" y="26"/>
                    <a:pt x="272" y="26"/>
                  </a:cubicBezTo>
                  <a:cubicBezTo>
                    <a:pt x="272" y="26"/>
                    <a:pt x="271" y="26"/>
                    <a:pt x="271" y="26"/>
                  </a:cubicBezTo>
                  <a:close/>
                  <a:moveTo>
                    <a:pt x="130" y="15"/>
                  </a:moveTo>
                  <a:cubicBezTo>
                    <a:pt x="129" y="12"/>
                    <a:pt x="130" y="10"/>
                    <a:pt x="132" y="9"/>
                  </a:cubicBezTo>
                  <a:cubicBezTo>
                    <a:pt x="132" y="9"/>
                    <a:pt x="132" y="9"/>
                    <a:pt x="132" y="9"/>
                  </a:cubicBezTo>
                  <a:cubicBezTo>
                    <a:pt x="135" y="8"/>
                    <a:pt x="137" y="10"/>
                    <a:pt x="138" y="12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9" y="14"/>
                    <a:pt x="137" y="17"/>
                    <a:pt x="135" y="18"/>
                  </a:cubicBezTo>
                  <a:cubicBezTo>
                    <a:pt x="135" y="18"/>
                    <a:pt x="134" y="18"/>
                    <a:pt x="134" y="18"/>
                  </a:cubicBezTo>
                  <a:cubicBezTo>
                    <a:pt x="132" y="18"/>
                    <a:pt x="130" y="17"/>
                    <a:pt x="130" y="15"/>
                  </a:cubicBezTo>
                  <a:close/>
                  <a:moveTo>
                    <a:pt x="249" y="17"/>
                  </a:moveTo>
                  <a:cubicBezTo>
                    <a:pt x="247" y="17"/>
                    <a:pt x="245" y="14"/>
                    <a:pt x="246" y="12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7" y="10"/>
                    <a:pt x="249" y="8"/>
                    <a:pt x="252" y="9"/>
                  </a:cubicBezTo>
                  <a:cubicBezTo>
                    <a:pt x="252" y="9"/>
                    <a:pt x="252" y="9"/>
                    <a:pt x="252" y="9"/>
                  </a:cubicBezTo>
                  <a:cubicBezTo>
                    <a:pt x="252" y="9"/>
                    <a:pt x="252" y="9"/>
                    <a:pt x="252" y="9"/>
                  </a:cubicBezTo>
                  <a:cubicBezTo>
                    <a:pt x="254" y="10"/>
                    <a:pt x="255" y="12"/>
                    <a:pt x="255" y="15"/>
                  </a:cubicBezTo>
                  <a:cubicBezTo>
                    <a:pt x="255" y="15"/>
                    <a:pt x="255" y="15"/>
                    <a:pt x="255" y="15"/>
                  </a:cubicBezTo>
                  <a:cubicBezTo>
                    <a:pt x="254" y="17"/>
                    <a:pt x="252" y="18"/>
                    <a:pt x="250" y="18"/>
                  </a:cubicBezTo>
                  <a:cubicBezTo>
                    <a:pt x="250" y="18"/>
                    <a:pt x="250" y="18"/>
                    <a:pt x="249" y="17"/>
                  </a:cubicBezTo>
                  <a:close/>
                  <a:moveTo>
                    <a:pt x="152" y="8"/>
                  </a:moveTo>
                  <a:cubicBezTo>
                    <a:pt x="152" y="6"/>
                    <a:pt x="153" y="4"/>
                    <a:pt x="156" y="3"/>
                  </a:cubicBezTo>
                  <a:cubicBezTo>
                    <a:pt x="158" y="3"/>
                    <a:pt x="161" y="4"/>
                    <a:pt x="161" y="7"/>
                  </a:cubicBezTo>
                  <a:cubicBezTo>
                    <a:pt x="161" y="7"/>
                    <a:pt x="161" y="7"/>
                    <a:pt x="161" y="7"/>
                  </a:cubicBezTo>
                  <a:cubicBezTo>
                    <a:pt x="162" y="9"/>
                    <a:pt x="160" y="11"/>
                    <a:pt x="158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5" y="12"/>
                    <a:pt x="153" y="10"/>
                    <a:pt x="152" y="8"/>
                  </a:cubicBezTo>
                  <a:close/>
                  <a:moveTo>
                    <a:pt x="227" y="12"/>
                  </a:moveTo>
                  <a:cubicBezTo>
                    <a:pt x="224" y="11"/>
                    <a:pt x="223" y="9"/>
                    <a:pt x="223" y="7"/>
                  </a:cubicBezTo>
                  <a:cubicBezTo>
                    <a:pt x="223" y="7"/>
                    <a:pt x="223" y="7"/>
                    <a:pt x="223" y="7"/>
                  </a:cubicBezTo>
                  <a:cubicBezTo>
                    <a:pt x="224" y="4"/>
                    <a:pt x="226" y="3"/>
                    <a:pt x="228" y="3"/>
                  </a:cubicBezTo>
                  <a:cubicBezTo>
                    <a:pt x="228" y="3"/>
                    <a:pt x="228" y="3"/>
                    <a:pt x="228" y="3"/>
                  </a:cubicBezTo>
                  <a:cubicBezTo>
                    <a:pt x="228" y="3"/>
                    <a:pt x="228" y="3"/>
                    <a:pt x="228" y="3"/>
                  </a:cubicBezTo>
                  <a:cubicBezTo>
                    <a:pt x="231" y="3"/>
                    <a:pt x="232" y="6"/>
                    <a:pt x="232" y="8"/>
                  </a:cubicBezTo>
                  <a:cubicBezTo>
                    <a:pt x="232" y="8"/>
                    <a:pt x="232" y="8"/>
                    <a:pt x="232" y="8"/>
                  </a:cubicBezTo>
                  <a:cubicBezTo>
                    <a:pt x="231" y="10"/>
                    <a:pt x="230" y="12"/>
                    <a:pt x="227" y="12"/>
                  </a:cubicBezTo>
                  <a:cubicBezTo>
                    <a:pt x="227" y="12"/>
                    <a:pt x="227" y="12"/>
                    <a:pt x="227" y="12"/>
                  </a:cubicBezTo>
                  <a:close/>
                  <a:moveTo>
                    <a:pt x="176" y="5"/>
                  </a:moveTo>
                  <a:cubicBezTo>
                    <a:pt x="176" y="2"/>
                    <a:pt x="177" y="0"/>
                    <a:pt x="180" y="0"/>
                  </a:cubicBezTo>
                  <a:cubicBezTo>
                    <a:pt x="182" y="0"/>
                    <a:pt x="184" y="2"/>
                    <a:pt x="185" y="4"/>
                  </a:cubicBezTo>
                  <a:cubicBezTo>
                    <a:pt x="185" y="4"/>
                    <a:pt x="185" y="4"/>
                    <a:pt x="185" y="4"/>
                  </a:cubicBezTo>
                  <a:cubicBezTo>
                    <a:pt x="185" y="7"/>
                    <a:pt x="183" y="9"/>
                    <a:pt x="180" y="9"/>
                  </a:cubicBezTo>
                  <a:cubicBezTo>
                    <a:pt x="180" y="9"/>
                    <a:pt x="180" y="9"/>
                    <a:pt x="180" y="9"/>
                  </a:cubicBezTo>
                  <a:cubicBezTo>
                    <a:pt x="178" y="9"/>
                    <a:pt x="176" y="7"/>
                    <a:pt x="176" y="5"/>
                  </a:cubicBezTo>
                  <a:close/>
                  <a:moveTo>
                    <a:pt x="204" y="9"/>
                  </a:moveTo>
                  <a:cubicBezTo>
                    <a:pt x="201" y="9"/>
                    <a:pt x="199" y="7"/>
                    <a:pt x="200" y="4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200" y="2"/>
                    <a:pt x="202" y="0"/>
                    <a:pt x="204" y="0"/>
                  </a:cubicBezTo>
                  <a:cubicBezTo>
                    <a:pt x="207" y="0"/>
                    <a:pt x="209" y="2"/>
                    <a:pt x="208" y="5"/>
                  </a:cubicBezTo>
                  <a:cubicBezTo>
                    <a:pt x="208" y="5"/>
                    <a:pt x="208" y="5"/>
                    <a:pt x="208" y="5"/>
                  </a:cubicBezTo>
                  <a:cubicBezTo>
                    <a:pt x="208" y="7"/>
                    <a:pt x="206" y="9"/>
                    <a:pt x="204" y="9"/>
                  </a:cubicBezTo>
                  <a:cubicBezTo>
                    <a:pt x="204" y="9"/>
                    <a:pt x="204" y="9"/>
                    <a:pt x="204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365;p50">
              <a:extLst>
                <a:ext uri="{FF2B5EF4-FFF2-40B4-BE49-F238E27FC236}">
                  <a16:creationId xmlns:a16="http://schemas.microsoft.com/office/drawing/2014/main" id="{CE766114-4826-4698-9412-1DCCC0E6E2CD}"/>
                </a:ext>
              </a:extLst>
            </p:cNvPr>
            <p:cNvSpPr/>
            <p:nvPr/>
          </p:nvSpPr>
          <p:spPr>
            <a:xfrm>
              <a:off x="6945313" y="769938"/>
              <a:ext cx="49213" cy="41275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6" y="11"/>
                  </a:moveTo>
                  <a:cubicBezTo>
                    <a:pt x="1" y="11"/>
                    <a:pt x="0" y="5"/>
                    <a:pt x="4" y="3"/>
                  </a:cubicBezTo>
                  <a:cubicBezTo>
                    <a:pt x="11" y="0"/>
                    <a:pt x="13" y="11"/>
                    <a:pt x="6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366;p50">
              <a:extLst>
                <a:ext uri="{FF2B5EF4-FFF2-40B4-BE49-F238E27FC236}">
                  <a16:creationId xmlns:a16="http://schemas.microsoft.com/office/drawing/2014/main" id="{F03B7FD7-F522-47D2-8398-7682D91E440F}"/>
                </a:ext>
              </a:extLst>
            </p:cNvPr>
            <p:cNvSpPr/>
            <p:nvPr/>
          </p:nvSpPr>
          <p:spPr>
            <a:xfrm>
              <a:off x="5732463" y="762001"/>
              <a:ext cx="57150" cy="49213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6" y="13"/>
                  </a:moveTo>
                  <a:cubicBezTo>
                    <a:pt x="2" y="13"/>
                    <a:pt x="0" y="8"/>
                    <a:pt x="3" y="6"/>
                  </a:cubicBezTo>
                  <a:cubicBezTo>
                    <a:pt x="9" y="0"/>
                    <a:pt x="15" y="13"/>
                    <a:pt x="6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367;p50">
              <a:extLst>
                <a:ext uri="{FF2B5EF4-FFF2-40B4-BE49-F238E27FC236}">
                  <a16:creationId xmlns:a16="http://schemas.microsoft.com/office/drawing/2014/main" id="{ED4996C9-D4DF-4F6D-9466-5C9BB14CC9D2}"/>
                </a:ext>
              </a:extLst>
            </p:cNvPr>
            <p:cNvSpPr/>
            <p:nvPr/>
          </p:nvSpPr>
          <p:spPr>
            <a:xfrm>
              <a:off x="5743576" y="279401"/>
              <a:ext cx="1025525" cy="446088"/>
            </a:xfrm>
            <a:custGeom>
              <a:avLst/>
              <a:gdLst/>
              <a:ahLst/>
              <a:cxnLst/>
              <a:rect l="l" t="t" r="r" b="b"/>
              <a:pathLst>
                <a:path w="272" h="118" extrusionOk="0">
                  <a:moveTo>
                    <a:pt x="5" y="118"/>
                  </a:moveTo>
                  <a:cubicBezTo>
                    <a:pt x="2" y="118"/>
                    <a:pt x="0" y="116"/>
                    <a:pt x="1" y="113"/>
                  </a:cubicBezTo>
                  <a:cubicBezTo>
                    <a:pt x="1" y="113"/>
                    <a:pt x="1" y="113"/>
                    <a:pt x="1" y="113"/>
                  </a:cubicBezTo>
                  <a:cubicBezTo>
                    <a:pt x="1" y="111"/>
                    <a:pt x="4" y="109"/>
                    <a:pt x="6" y="109"/>
                  </a:cubicBezTo>
                  <a:cubicBezTo>
                    <a:pt x="8" y="110"/>
                    <a:pt x="10" y="112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9" y="117"/>
                    <a:pt x="7" y="118"/>
                    <a:pt x="5" y="118"/>
                  </a:cubicBezTo>
                  <a:cubicBezTo>
                    <a:pt x="5" y="118"/>
                    <a:pt x="5" y="118"/>
                    <a:pt x="5" y="118"/>
                  </a:cubicBezTo>
                  <a:close/>
                  <a:moveTo>
                    <a:pt x="263" y="114"/>
                  </a:moveTo>
                  <a:cubicBezTo>
                    <a:pt x="262" y="112"/>
                    <a:pt x="264" y="110"/>
                    <a:pt x="266" y="109"/>
                  </a:cubicBezTo>
                  <a:cubicBezTo>
                    <a:pt x="269" y="109"/>
                    <a:pt x="271" y="110"/>
                    <a:pt x="272" y="113"/>
                  </a:cubicBezTo>
                  <a:cubicBezTo>
                    <a:pt x="272" y="113"/>
                    <a:pt x="272" y="113"/>
                    <a:pt x="272" y="113"/>
                  </a:cubicBezTo>
                  <a:cubicBezTo>
                    <a:pt x="272" y="115"/>
                    <a:pt x="270" y="118"/>
                    <a:pt x="268" y="118"/>
                  </a:cubicBezTo>
                  <a:cubicBezTo>
                    <a:pt x="268" y="118"/>
                    <a:pt x="267" y="118"/>
                    <a:pt x="267" y="118"/>
                  </a:cubicBezTo>
                  <a:cubicBezTo>
                    <a:pt x="265" y="118"/>
                    <a:pt x="263" y="117"/>
                    <a:pt x="263" y="114"/>
                  </a:cubicBezTo>
                  <a:close/>
                  <a:moveTo>
                    <a:pt x="10" y="96"/>
                  </a:moveTo>
                  <a:cubicBezTo>
                    <a:pt x="7" y="95"/>
                    <a:pt x="6" y="92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8" y="88"/>
                    <a:pt x="10" y="86"/>
                    <a:pt x="13" y="87"/>
                  </a:cubicBezTo>
                  <a:cubicBezTo>
                    <a:pt x="15" y="88"/>
                    <a:pt x="16" y="91"/>
                    <a:pt x="15" y="93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15" y="95"/>
                    <a:pt x="13" y="96"/>
                    <a:pt x="11" y="96"/>
                  </a:cubicBezTo>
                  <a:cubicBezTo>
                    <a:pt x="11" y="96"/>
                    <a:pt x="10" y="96"/>
                    <a:pt x="10" y="96"/>
                  </a:cubicBezTo>
                  <a:close/>
                  <a:moveTo>
                    <a:pt x="257" y="93"/>
                  </a:moveTo>
                  <a:cubicBezTo>
                    <a:pt x="257" y="93"/>
                    <a:pt x="257" y="93"/>
                    <a:pt x="257" y="93"/>
                  </a:cubicBezTo>
                  <a:cubicBezTo>
                    <a:pt x="256" y="91"/>
                    <a:pt x="257" y="88"/>
                    <a:pt x="260" y="87"/>
                  </a:cubicBezTo>
                  <a:cubicBezTo>
                    <a:pt x="262" y="86"/>
                    <a:pt x="264" y="87"/>
                    <a:pt x="265" y="90"/>
                  </a:cubicBezTo>
                  <a:cubicBezTo>
                    <a:pt x="265" y="90"/>
                    <a:pt x="265" y="90"/>
                    <a:pt x="265" y="90"/>
                  </a:cubicBezTo>
                  <a:cubicBezTo>
                    <a:pt x="266" y="92"/>
                    <a:pt x="265" y="95"/>
                    <a:pt x="263" y="95"/>
                  </a:cubicBezTo>
                  <a:cubicBezTo>
                    <a:pt x="262" y="96"/>
                    <a:pt x="262" y="96"/>
                    <a:pt x="261" y="96"/>
                  </a:cubicBezTo>
                  <a:cubicBezTo>
                    <a:pt x="259" y="96"/>
                    <a:pt x="258" y="95"/>
                    <a:pt x="257" y="93"/>
                  </a:cubicBezTo>
                  <a:close/>
                  <a:moveTo>
                    <a:pt x="19" y="74"/>
                  </a:moveTo>
                  <a:cubicBezTo>
                    <a:pt x="17" y="73"/>
                    <a:pt x="16" y="70"/>
                    <a:pt x="17" y="68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8" y="66"/>
                    <a:pt x="21" y="65"/>
                    <a:pt x="23" y="67"/>
                  </a:cubicBezTo>
                  <a:cubicBezTo>
                    <a:pt x="25" y="68"/>
                    <a:pt x="26" y="71"/>
                    <a:pt x="25" y="73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4"/>
                    <a:pt x="23" y="75"/>
                    <a:pt x="21" y="75"/>
                  </a:cubicBezTo>
                  <a:cubicBezTo>
                    <a:pt x="20" y="75"/>
                    <a:pt x="20" y="75"/>
                    <a:pt x="19" y="74"/>
                  </a:cubicBezTo>
                  <a:close/>
                  <a:moveTo>
                    <a:pt x="247" y="73"/>
                  </a:moveTo>
                  <a:cubicBezTo>
                    <a:pt x="246" y="70"/>
                    <a:pt x="247" y="68"/>
                    <a:pt x="249" y="66"/>
                  </a:cubicBezTo>
                  <a:cubicBezTo>
                    <a:pt x="251" y="65"/>
                    <a:pt x="254" y="66"/>
                    <a:pt x="255" y="68"/>
                  </a:cubicBezTo>
                  <a:cubicBezTo>
                    <a:pt x="255" y="68"/>
                    <a:pt x="255" y="68"/>
                    <a:pt x="255" y="68"/>
                  </a:cubicBezTo>
                  <a:cubicBezTo>
                    <a:pt x="256" y="70"/>
                    <a:pt x="256" y="73"/>
                    <a:pt x="254" y="74"/>
                  </a:cubicBezTo>
                  <a:cubicBezTo>
                    <a:pt x="254" y="74"/>
                    <a:pt x="254" y="74"/>
                    <a:pt x="254" y="74"/>
                  </a:cubicBezTo>
                  <a:cubicBezTo>
                    <a:pt x="253" y="75"/>
                    <a:pt x="252" y="75"/>
                    <a:pt x="251" y="75"/>
                  </a:cubicBezTo>
                  <a:cubicBezTo>
                    <a:pt x="250" y="75"/>
                    <a:pt x="248" y="74"/>
                    <a:pt x="247" y="73"/>
                  </a:cubicBezTo>
                  <a:close/>
                  <a:moveTo>
                    <a:pt x="32" y="55"/>
                  </a:moveTo>
                  <a:cubicBezTo>
                    <a:pt x="30" y="53"/>
                    <a:pt x="29" y="51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3" y="47"/>
                    <a:pt x="35" y="47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9" y="50"/>
                    <a:pt x="39" y="52"/>
                    <a:pt x="38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7" y="55"/>
                    <a:pt x="36" y="56"/>
                    <a:pt x="34" y="56"/>
                  </a:cubicBezTo>
                  <a:cubicBezTo>
                    <a:pt x="33" y="56"/>
                    <a:pt x="32" y="56"/>
                    <a:pt x="32" y="55"/>
                  </a:cubicBezTo>
                  <a:close/>
                  <a:moveTo>
                    <a:pt x="235" y="54"/>
                  </a:moveTo>
                  <a:cubicBezTo>
                    <a:pt x="233" y="52"/>
                    <a:pt x="233" y="50"/>
                    <a:pt x="235" y="48"/>
                  </a:cubicBezTo>
                  <a:cubicBezTo>
                    <a:pt x="235" y="48"/>
                    <a:pt x="235" y="48"/>
                    <a:pt x="235" y="48"/>
                  </a:cubicBezTo>
                  <a:cubicBezTo>
                    <a:pt x="237" y="46"/>
                    <a:pt x="240" y="47"/>
                    <a:pt x="241" y="48"/>
                  </a:cubicBezTo>
                  <a:cubicBezTo>
                    <a:pt x="241" y="48"/>
                    <a:pt x="241" y="48"/>
                    <a:pt x="241" y="48"/>
                  </a:cubicBezTo>
                  <a:cubicBezTo>
                    <a:pt x="243" y="50"/>
                    <a:pt x="243" y="53"/>
                    <a:pt x="241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0" y="55"/>
                    <a:pt x="239" y="56"/>
                    <a:pt x="238" y="56"/>
                  </a:cubicBezTo>
                  <a:cubicBezTo>
                    <a:pt x="237" y="56"/>
                    <a:pt x="235" y="55"/>
                    <a:pt x="235" y="54"/>
                  </a:cubicBezTo>
                  <a:close/>
                  <a:moveTo>
                    <a:pt x="47" y="38"/>
                  </a:moveTo>
                  <a:cubicBezTo>
                    <a:pt x="46" y="36"/>
                    <a:pt x="46" y="33"/>
                    <a:pt x="48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50" y="30"/>
                    <a:pt x="53" y="30"/>
                    <a:pt x="54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6" y="34"/>
                    <a:pt x="55" y="37"/>
                    <a:pt x="54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3" y="39"/>
                    <a:pt x="52" y="40"/>
                    <a:pt x="51" y="40"/>
                  </a:cubicBezTo>
                  <a:cubicBezTo>
                    <a:pt x="49" y="40"/>
                    <a:pt x="48" y="39"/>
                    <a:pt x="47" y="38"/>
                  </a:cubicBezTo>
                  <a:close/>
                  <a:moveTo>
                    <a:pt x="219" y="38"/>
                  </a:moveTo>
                  <a:cubicBezTo>
                    <a:pt x="217" y="37"/>
                    <a:pt x="217" y="34"/>
                    <a:pt x="218" y="32"/>
                  </a:cubicBezTo>
                  <a:cubicBezTo>
                    <a:pt x="218" y="32"/>
                    <a:pt x="218" y="32"/>
                    <a:pt x="218" y="32"/>
                  </a:cubicBezTo>
                  <a:cubicBezTo>
                    <a:pt x="220" y="30"/>
                    <a:pt x="223" y="30"/>
                    <a:pt x="224" y="32"/>
                  </a:cubicBezTo>
                  <a:cubicBezTo>
                    <a:pt x="224" y="32"/>
                    <a:pt x="224" y="32"/>
                    <a:pt x="224" y="32"/>
                  </a:cubicBezTo>
                  <a:cubicBezTo>
                    <a:pt x="226" y="33"/>
                    <a:pt x="227" y="36"/>
                    <a:pt x="225" y="38"/>
                  </a:cubicBezTo>
                  <a:cubicBezTo>
                    <a:pt x="225" y="38"/>
                    <a:pt x="225" y="38"/>
                    <a:pt x="225" y="38"/>
                  </a:cubicBezTo>
                  <a:cubicBezTo>
                    <a:pt x="224" y="39"/>
                    <a:pt x="223" y="39"/>
                    <a:pt x="222" y="39"/>
                  </a:cubicBezTo>
                  <a:cubicBezTo>
                    <a:pt x="221" y="39"/>
                    <a:pt x="220" y="39"/>
                    <a:pt x="219" y="38"/>
                  </a:cubicBezTo>
                  <a:close/>
                  <a:moveTo>
                    <a:pt x="66" y="24"/>
                  </a:moveTo>
                  <a:cubicBezTo>
                    <a:pt x="65" y="22"/>
                    <a:pt x="65" y="19"/>
                    <a:pt x="67" y="18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70" y="17"/>
                    <a:pt x="72" y="17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5" y="22"/>
                    <a:pt x="74" y="24"/>
                    <a:pt x="72" y="26"/>
                  </a:cubicBezTo>
                  <a:cubicBezTo>
                    <a:pt x="71" y="26"/>
                    <a:pt x="70" y="26"/>
                    <a:pt x="70" y="26"/>
                  </a:cubicBezTo>
                  <a:cubicBezTo>
                    <a:pt x="68" y="26"/>
                    <a:pt x="67" y="25"/>
                    <a:pt x="66" y="24"/>
                  </a:cubicBezTo>
                  <a:close/>
                  <a:moveTo>
                    <a:pt x="200" y="26"/>
                  </a:moveTo>
                  <a:cubicBezTo>
                    <a:pt x="198" y="24"/>
                    <a:pt x="198" y="22"/>
                    <a:pt x="199" y="20"/>
                  </a:cubicBezTo>
                  <a:cubicBezTo>
                    <a:pt x="199" y="20"/>
                    <a:pt x="199" y="20"/>
                    <a:pt x="199" y="20"/>
                  </a:cubicBezTo>
                  <a:cubicBezTo>
                    <a:pt x="200" y="17"/>
                    <a:pt x="203" y="17"/>
                    <a:pt x="205" y="18"/>
                  </a:cubicBezTo>
                  <a:cubicBezTo>
                    <a:pt x="205" y="18"/>
                    <a:pt x="205" y="18"/>
                    <a:pt x="205" y="18"/>
                  </a:cubicBezTo>
                  <a:cubicBezTo>
                    <a:pt x="207" y="19"/>
                    <a:pt x="208" y="22"/>
                    <a:pt x="206" y="24"/>
                  </a:cubicBezTo>
                  <a:cubicBezTo>
                    <a:pt x="206" y="24"/>
                    <a:pt x="206" y="24"/>
                    <a:pt x="206" y="24"/>
                  </a:cubicBezTo>
                  <a:cubicBezTo>
                    <a:pt x="206" y="25"/>
                    <a:pt x="204" y="26"/>
                    <a:pt x="203" y="26"/>
                  </a:cubicBezTo>
                  <a:cubicBezTo>
                    <a:pt x="202" y="26"/>
                    <a:pt x="201" y="26"/>
                    <a:pt x="200" y="26"/>
                  </a:cubicBezTo>
                  <a:close/>
                  <a:moveTo>
                    <a:pt x="87" y="14"/>
                  </a:moveTo>
                  <a:cubicBezTo>
                    <a:pt x="86" y="11"/>
                    <a:pt x="87" y="9"/>
                    <a:pt x="89" y="8"/>
                  </a:cubicBezTo>
                  <a:cubicBezTo>
                    <a:pt x="91" y="7"/>
                    <a:pt x="94" y="8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6" y="13"/>
                    <a:pt x="94" y="15"/>
                    <a:pt x="92" y="16"/>
                  </a:cubicBezTo>
                  <a:cubicBezTo>
                    <a:pt x="92" y="16"/>
                    <a:pt x="91" y="16"/>
                    <a:pt x="91" y="16"/>
                  </a:cubicBezTo>
                  <a:cubicBezTo>
                    <a:pt x="89" y="16"/>
                    <a:pt x="87" y="15"/>
                    <a:pt x="87" y="14"/>
                  </a:cubicBezTo>
                  <a:close/>
                  <a:moveTo>
                    <a:pt x="180" y="16"/>
                  </a:moveTo>
                  <a:cubicBezTo>
                    <a:pt x="178" y="15"/>
                    <a:pt x="177" y="13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8" y="8"/>
                    <a:pt x="181" y="7"/>
                    <a:pt x="183" y="8"/>
                  </a:cubicBezTo>
                  <a:cubicBezTo>
                    <a:pt x="185" y="9"/>
                    <a:pt x="187" y="11"/>
                    <a:pt x="186" y="13"/>
                  </a:cubicBezTo>
                  <a:cubicBezTo>
                    <a:pt x="186" y="13"/>
                    <a:pt x="186" y="13"/>
                    <a:pt x="186" y="13"/>
                  </a:cubicBezTo>
                  <a:cubicBezTo>
                    <a:pt x="185" y="15"/>
                    <a:pt x="183" y="16"/>
                    <a:pt x="182" y="16"/>
                  </a:cubicBezTo>
                  <a:cubicBezTo>
                    <a:pt x="181" y="16"/>
                    <a:pt x="181" y="16"/>
                    <a:pt x="180" y="16"/>
                  </a:cubicBezTo>
                  <a:close/>
                  <a:moveTo>
                    <a:pt x="109" y="7"/>
                  </a:moveTo>
                  <a:cubicBezTo>
                    <a:pt x="108" y="4"/>
                    <a:pt x="110" y="2"/>
                    <a:pt x="112" y="2"/>
                  </a:cubicBezTo>
                  <a:cubicBezTo>
                    <a:pt x="115" y="1"/>
                    <a:pt x="117" y="3"/>
                    <a:pt x="117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8" y="8"/>
                    <a:pt x="116" y="10"/>
                    <a:pt x="114" y="10"/>
                  </a:cubicBezTo>
                  <a:cubicBezTo>
                    <a:pt x="114" y="10"/>
                    <a:pt x="113" y="10"/>
                    <a:pt x="113" y="10"/>
                  </a:cubicBezTo>
                  <a:cubicBezTo>
                    <a:pt x="111" y="10"/>
                    <a:pt x="109" y="9"/>
                    <a:pt x="109" y="7"/>
                  </a:cubicBezTo>
                  <a:close/>
                  <a:moveTo>
                    <a:pt x="158" y="10"/>
                  </a:moveTo>
                  <a:cubicBezTo>
                    <a:pt x="156" y="10"/>
                    <a:pt x="154" y="8"/>
                    <a:pt x="155" y="5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55" y="3"/>
                    <a:pt x="158" y="1"/>
                    <a:pt x="160" y="2"/>
                  </a:cubicBezTo>
                  <a:cubicBezTo>
                    <a:pt x="160" y="2"/>
                    <a:pt x="160" y="2"/>
                    <a:pt x="160" y="2"/>
                  </a:cubicBezTo>
                  <a:cubicBezTo>
                    <a:pt x="160" y="2"/>
                    <a:pt x="160" y="2"/>
                    <a:pt x="160" y="2"/>
                  </a:cubicBezTo>
                  <a:cubicBezTo>
                    <a:pt x="162" y="2"/>
                    <a:pt x="164" y="4"/>
                    <a:pt x="164" y="7"/>
                  </a:cubicBezTo>
                  <a:cubicBezTo>
                    <a:pt x="164" y="7"/>
                    <a:pt x="164" y="7"/>
                    <a:pt x="164" y="7"/>
                  </a:cubicBezTo>
                  <a:cubicBezTo>
                    <a:pt x="163" y="9"/>
                    <a:pt x="161" y="10"/>
                    <a:pt x="159" y="10"/>
                  </a:cubicBezTo>
                  <a:cubicBezTo>
                    <a:pt x="159" y="10"/>
                    <a:pt x="159" y="10"/>
                    <a:pt x="158" y="10"/>
                  </a:cubicBezTo>
                  <a:close/>
                  <a:moveTo>
                    <a:pt x="136" y="8"/>
                  </a:moveTo>
                  <a:cubicBezTo>
                    <a:pt x="134" y="8"/>
                    <a:pt x="132" y="6"/>
                    <a:pt x="132" y="4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2" y="2"/>
                    <a:pt x="134" y="0"/>
                    <a:pt x="136" y="0"/>
                  </a:cubicBezTo>
                  <a:cubicBezTo>
                    <a:pt x="139" y="0"/>
                    <a:pt x="141" y="2"/>
                    <a:pt x="141" y="4"/>
                  </a:cubicBezTo>
                  <a:cubicBezTo>
                    <a:pt x="141" y="4"/>
                    <a:pt x="141" y="4"/>
                    <a:pt x="141" y="4"/>
                  </a:cubicBezTo>
                  <a:cubicBezTo>
                    <a:pt x="141" y="6"/>
                    <a:pt x="139" y="8"/>
                    <a:pt x="136" y="8"/>
                  </a:cubicBezTo>
                  <a:cubicBezTo>
                    <a:pt x="134" y="8"/>
                    <a:pt x="136" y="8"/>
                    <a:pt x="136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368;p50">
              <a:extLst>
                <a:ext uri="{FF2B5EF4-FFF2-40B4-BE49-F238E27FC236}">
                  <a16:creationId xmlns:a16="http://schemas.microsoft.com/office/drawing/2014/main" id="{C0023D9C-D0EF-4985-8932-08ED9151BBA5}"/>
                </a:ext>
              </a:extLst>
            </p:cNvPr>
            <p:cNvSpPr/>
            <p:nvPr/>
          </p:nvSpPr>
          <p:spPr>
            <a:xfrm>
              <a:off x="6734176" y="769938"/>
              <a:ext cx="49213" cy="46038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6" y="11"/>
                  </a:moveTo>
                  <a:cubicBezTo>
                    <a:pt x="1" y="12"/>
                    <a:pt x="0" y="5"/>
                    <a:pt x="4" y="3"/>
                  </a:cubicBezTo>
                  <a:cubicBezTo>
                    <a:pt x="11" y="0"/>
                    <a:pt x="13" y="11"/>
                    <a:pt x="6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369;p50">
              <a:extLst>
                <a:ext uri="{FF2B5EF4-FFF2-40B4-BE49-F238E27FC236}">
                  <a16:creationId xmlns:a16="http://schemas.microsoft.com/office/drawing/2014/main" id="{B2186CE4-648A-4414-B00F-EBE83E4F6CF3}"/>
                </a:ext>
              </a:extLst>
            </p:cNvPr>
            <p:cNvSpPr/>
            <p:nvPr/>
          </p:nvSpPr>
          <p:spPr>
            <a:xfrm>
              <a:off x="5935663" y="769938"/>
              <a:ext cx="49213" cy="46038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7" y="11"/>
                  </a:moveTo>
                  <a:cubicBezTo>
                    <a:pt x="0" y="11"/>
                    <a:pt x="2" y="0"/>
                    <a:pt x="8" y="3"/>
                  </a:cubicBezTo>
                  <a:cubicBezTo>
                    <a:pt x="13" y="5"/>
                    <a:pt x="11" y="12"/>
                    <a:pt x="7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370;p50">
              <a:extLst>
                <a:ext uri="{FF2B5EF4-FFF2-40B4-BE49-F238E27FC236}">
                  <a16:creationId xmlns:a16="http://schemas.microsoft.com/office/drawing/2014/main" id="{94F7AFF7-15AD-4D57-9478-FF176D919701}"/>
                </a:ext>
              </a:extLst>
            </p:cNvPr>
            <p:cNvSpPr/>
            <p:nvPr/>
          </p:nvSpPr>
          <p:spPr>
            <a:xfrm>
              <a:off x="5954713" y="487363"/>
              <a:ext cx="603250" cy="241300"/>
            </a:xfrm>
            <a:custGeom>
              <a:avLst/>
              <a:gdLst/>
              <a:ahLst/>
              <a:cxnLst/>
              <a:rect l="l" t="t" r="r" b="b"/>
              <a:pathLst>
                <a:path w="160" h="64" extrusionOk="0">
                  <a:moveTo>
                    <a:pt x="4" y="64"/>
                  </a:moveTo>
                  <a:cubicBezTo>
                    <a:pt x="1" y="63"/>
                    <a:pt x="0" y="61"/>
                    <a:pt x="1" y="59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" y="56"/>
                    <a:pt x="4" y="55"/>
                    <a:pt x="6" y="56"/>
                  </a:cubicBezTo>
                  <a:cubicBezTo>
                    <a:pt x="8" y="56"/>
                    <a:pt x="10" y="59"/>
                    <a:pt x="9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9" y="63"/>
                    <a:pt x="7" y="64"/>
                    <a:pt x="5" y="64"/>
                  </a:cubicBezTo>
                  <a:cubicBezTo>
                    <a:pt x="4" y="64"/>
                    <a:pt x="4" y="64"/>
                    <a:pt x="4" y="64"/>
                  </a:cubicBezTo>
                  <a:close/>
                  <a:moveTo>
                    <a:pt x="151" y="61"/>
                  </a:moveTo>
                  <a:cubicBezTo>
                    <a:pt x="151" y="61"/>
                    <a:pt x="151" y="61"/>
                    <a:pt x="151" y="61"/>
                  </a:cubicBezTo>
                  <a:cubicBezTo>
                    <a:pt x="151" y="59"/>
                    <a:pt x="152" y="56"/>
                    <a:pt x="154" y="55"/>
                  </a:cubicBezTo>
                  <a:cubicBezTo>
                    <a:pt x="157" y="55"/>
                    <a:pt x="159" y="56"/>
                    <a:pt x="160" y="58"/>
                  </a:cubicBezTo>
                  <a:cubicBezTo>
                    <a:pt x="160" y="58"/>
                    <a:pt x="160" y="58"/>
                    <a:pt x="160" y="58"/>
                  </a:cubicBezTo>
                  <a:cubicBezTo>
                    <a:pt x="160" y="61"/>
                    <a:pt x="159" y="63"/>
                    <a:pt x="157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154" y="64"/>
                    <a:pt x="152" y="63"/>
                    <a:pt x="151" y="61"/>
                  </a:cubicBezTo>
                  <a:close/>
                  <a:moveTo>
                    <a:pt x="12" y="43"/>
                  </a:moveTo>
                  <a:cubicBezTo>
                    <a:pt x="10" y="42"/>
                    <a:pt x="9" y="39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5"/>
                    <a:pt x="15" y="34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9" y="37"/>
                    <a:pt x="19" y="40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7" y="43"/>
                    <a:pt x="16" y="44"/>
                    <a:pt x="14" y="44"/>
                  </a:cubicBezTo>
                  <a:cubicBezTo>
                    <a:pt x="13" y="44"/>
                    <a:pt x="13" y="44"/>
                    <a:pt x="12" y="43"/>
                  </a:cubicBezTo>
                  <a:close/>
                  <a:moveTo>
                    <a:pt x="143" y="42"/>
                  </a:moveTo>
                  <a:cubicBezTo>
                    <a:pt x="141" y="40"/>
                    <a:pt x="142" y="37"/>
                    <a:pt x="144" y="36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46" y="34"/>
                    <a:pt x="149" y="35"/>
                    <a:pt x="150" y="37"/>
                  </a:cubicBezTo>
                  <a:cubicBezTo>
                    <a:pt x="150" y="37"/>
                    <a:pt x="150" y="37"/>
                    <a:pt x="150" y="37"/>
                  </a:cubicBezTo>
                  <a:cubicBezTo>
                    <a:pt x="150" y="37"/>
                    <a:pt x="150" y="37"/>
                    <a:pt x="150" y="37"/>
                  </a:cubicBezTo>
                  <a:cubicBezTo>
                    <a:pt x="150" y="37"/>
                    <a:pt x="150" y="37"/>
                    <a:pt x="150" y="37"/>
                  </a:cubicBezTo>
                  <a:cubicBezTo>
                    <a:pt x="151" y="39"/>
                    <a:pt x="151" y="42"/>
                    <a:pt x="149" y="43"/>
                  </a:cubicBezTo>
                  <a:cubicBezTo>
                    <a:pt x="149" y="43"/>
                    <a:pt x="149" y="43"/>
                    <a:pt x="149" y="43"/>
                  </a:cubicBezTo>
                  <a:cubicBezTo>
                    <a:pt x="148" y="44"/>
                    <a:pt x="147" y="44"/>
                    <a:pt x="146" y="44"/>
                  </a:cubicBezTo>
                  <a:cubicBezTo>
                    <a:pt x="145" y="44"/>
                    <a:pt x="143" y="43"/>
                    <a:pt x="143" y="42"/>
                  </a:cubicBezTo>
                  <a:close/>
                  <a:moveTo>
                    <a:pt x="26" y="26"/>
                  </a:moveTo>
                  <a:cubicBezTo>
                    <a:pt x="24" y="24"/>
                    <a:pt x="24" y="21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8" y="18"/>
                    <a:pt x="31" y="18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4" y="22"/>
                    <a:pt x="34" y="24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1" y="27"/>
                    <a:pt x="30" y="27"/>
                    <a:pt x="29" y="27"/>
                  </a:cubicBezTo>
                  <a:cubicBezTo>
                    <a:pt x="28" y="27"/>
                    <a:pt x="26" y="27"/>
                    <a:pt x="26" y="26"/>
                  </a:cubicBezTo>
                  <a:close/>
                  <a:moveTo>
                    <a:pt x="129" y="26"/>
                  </a:moveTo>
                  <a:cubicBezTo>
                    <a:pt x="129" y="26"/>
                    <a:pt x="129" y="26"/>
                    <a:pt x="129" y="26"/>
                  </a:cubicBezTo>
                  <a:cubicBezTo>
                    <a:pt x="127" y="24"/>
                    <a:pt x="127" y="22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30" y="18"/>
                    <a:pt x="133" y="18"/>
                    <a:pt x="134" y="19"/>
                  </a:cubicBezTo>
                  <a:cubicBezTo>
                    <a:pt x="134" y="19"/>
                    <a:pt x="134" y="19"/>
                    <a:pt x="134" y="19"/>
                  </a:cubicBezTo>
                  <a:cubicBezTo>
                    <a:pt x="134" y="19"/>
                    <a:pt x="134" y="19"/>
                    <a:pt x="134" y="19"/>
                  </a:cubicBezTo>
                  <a:cubicBezTo>
                    <a:pt x="134" y="19"/>
                    <a:pt x="134" y="19"/>
                    <a:pt x="134" y="19"/>
                  </a:cubicBezTo>
                  <a:cubicBezTo>
                    <a:pt x="136" y="21"/>
                    <a:pt x="137" y="24"/>
                    <a:pt x="135" y="25"/>
                  </a:cubicBezTo>
                  <a:cubicBezTo>
                    <a:pt x="135" y="25"/>
                    <a:pt x="135" y="25"/>
                    <a:pt x="135" y="25"/>
                  </a:cubicBezTo>
                  <a:cubicBezTo>
                    <a:pt x="134" y="27"/>
                    <a:pt x="133" y="27"/>
                    <a:pt x="132" y="27"/>
                  </a:cubicBezTo>
                  <a:cubicBezTo>
                    <a:pt x="131" y="27"/>
                    <a:pt x="130" y="27"/>
                    <a:pt x="129" y="26"/>
                  </a:cubicBezTo>
                  <a:close/>
                  <a:moveTo>
                    <a:pt x="44" y="12"/>
                  </a:moveTo>
                  <a:cubicBezTo>
                    <a:pt x="43" y="10"/>
                    <a:pt x="44" y="8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8" y="6"/>
                    <a:pt x="51" y="6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3" y="11"/>
                    <a:pt x="52" y="14"/>
                    <a:pt x="49" y="15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6" y="15"/>
                    <a:pt x="44" y="14"/>
                    <a:pt x="44" y="12"/>
                  </a:cubicBezTo>
                  <a:close/>
                  <a:moveTo>
                    <a:pt x="111" y="15"/>
                  </a:moveTo>
                  <a:cubicBezTo>
                    <a:pt x="109" y="14"/>
                    <a:pt x="108" y="11"/>
                    <a:pt x="109" y="9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10" y="6"/>
                    <a:pt x="112" y="5"/>
                    <a:pt x="115" y="6"/>
                  </a:cubicBezTo>
                  <a:cubicBezTo>
                    <a:pt x="117" y="7"/>
                    <a:pt x="118" y="10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6" y="14"/>
                    <a:pt x="114" y="15"/>
                    <a:pt x="113" y="15"/>
                  </a:cubicBezTo>
                  <a:cubicBezTo>
                    <a:pt x="112" y="15"/>
                    <a:pt x="112" y="15"/>
                    <a:pt x="111" y="15"/>
                  </a:cubicBezTo>
                  <a:close/>
                  <a:moveTo>
                    <a:pt x="65" y="5"/>
                  </a:moveTo>
                  <a:cubicBezTo>
                    <a:pt x="64" y="2"/>
                    <a:pt x="66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1" y="0"/>
                    <a:pt x="73" y="1"/>
                    <a:pt x="73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4" y="6"/>
                    <a:pt x="72" y="8"/>
                    <a:pt x="70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7" y="9"/>
                    <a:pt x="65" y="7"/>
                    <a:pt x="65" y="5"/>
                  </a:cubicBezTo>
                  <a:close/>
                  <a:moveTo>
                    <a:pt x="91" y="9"/>
                  </a:moveTo>
                  <a:cubicBezTo>
                    <a:pt x="88" y="8"/>
                    <a:pt x="87" y="6"/>
                    <a:pt x="87" y="4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1"/>
                    <a:pt x="90" y="0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4" y="0"/>
                    <a:pt x="96" y="2"/>
                    <a:pt x="96" y="5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95" y="7"/>
                    <a:pt x="94" y="9"/>
                    <a:pt x="91" y="9"/>
                  </a:cubicBezTo>
                  <a:cubicBezTo>
                    <a:pt x="91" y="9"/>
                    <a:pt x="91" y="9"/>
                    <a:pt x="9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371;p50">
              <a:extLst>
                <a:ext uri="{FF2B5EF4-FFF2-40B4-BE49-F238E27FC236}">
                  <a16:creationId xmlns:a16="http://schemas.microsoft.com/office/drawing/2014/main" id="{7BEEB610-2652-47CA-AD4C-28F8BCB43789}"/>
                </a:ext>
              </a:extLst>
            </p:cNvPr>
            <p:cNvSpPr/>
            <p:nvPr/>
          </p:nvSpPr>
          <p:spPr>
            <a:xfrm>
              <a:off x="6519863" y="762001"/>
              <a:ext cx="57150" cy="49213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9" y="13"/>
                  </a:moveTo>
                  <a:cubicBezTo>
                    <a:pt x="0" y="13"/>
                    <a:pt x="6" y="0"/>
                    <a:pt x="12" y="6"/>
                  </a:cubicBezTo>
                  <a:cubicBezTo>
                    <a:pt x="15" y="8"/>
                    <a:pt x="13" y="13"/>
                    <a:pt x="9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372;p50">
              <a:extLst>
                <a:ext uri="{FF2B5EF4-FFF2-40B4-BE49-F238E27FC236}">
                  <a16:creationId xmlns:a16="http://schemas.microsoft.com/office/drawing/2014/main" id="{0CF2E5CE-4D57-430D-8E2C-53404E43631C}"/>
                </a:ext>
              </a:extLst>
            </p:cNvPr>
            <p:cNvSpPr/>
            <p:nvPr/>
          </p:nvSpPr>
          <p:spPr>
            <a:xfrm>
              <a:off x="7951788" y="852488"/>
              <a:ext cx="49213" cy="46038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7" y="12"/>
                  </a:moveTo>
                  <a:cubicBezTo>
                    <a:pt x="0" y="11"/>
                    <a:pt x="2" y="0"/>
                    <a:pt x="9" y="3"/>
                  </a:cubicBezTo>
                  <a:cubicBezTo>
                    <a:pt x="13" y="5"/>
                    <a:pt x="12" y="12"/>
                    <a:pt x="7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373;p50">
              <a:extLst>
                <a:ext uri="{FF2B5EF4-FFF2-40B4-BE49-F238E27FC236}">
                  <a16:creationId xmlns:a16="http://schemas.microsoft.com/office/drawing/2014/main" id="{7A6057CB-77C4-4542-8C74-619A90B82EBA}"/>
                </a:ext>
              </a:extLst>
            </p:cNvPr>
            <p:cNvSpPr/>
            <p:nvPr/>
          </p:nvSpPr>
          <p:spPr>
            <a:xfrm>
              <a:off x="6542088" y="950913"/>
              <a:ext cx="1447800" cy="655638"/>
            </a:xfrm>
            <a:custGeom>
              <a:avLst/>
              <a:gdLst/>
              <a:ahLst/>
              <a:cxnLst/>
              <a:rect l="l" t="t" r="r" b="b"/>
              <a:pathLst>
                <a:path w="384" h="174" extrusionOk="0">
                  <a:moveTo>
                    <a:pt x="180" y="174"/>
                  </a:moveTo>
                  <a:cubicBezTo>
                    <a:pt x="178" y="174"/>
                    <a:pt x="176" y="172"/>
                    <a:pt x="176" y="169"/>
                  </a:cubicBezTo>
                  <a:cubicBezTo>
                    <a:pt x="176" y="169"/>
                    <a:pt x="176" y="169"/>
                    <a:pt x="176" y="169"/>
                  </a:cubicBezTo>
                  <a:cubicBezTo>
                    <a:pt x="176" y="167"/>
                    <a:pt x="178" y="165"/>
                    <a:pt x="181" y="165"/>
                  </a:cubicBezTo>
                  <a:cubicBezTo>
                    <a:pt x="183" y="165"/>
                    <a:pt x="185" y="167"/>
                    <a:pt x="185" y="170"/>
                  </a:cubicBezTo>
                  <a:cubicBezTo>
                    <a:pt x="185" y="170"/>
                    <a:pt x="185" y="170"/>
                    <a:pt x="185" y="170"/>
                  </a:cubicBezTo>
                  <a:cubicBezTo>
                    <a:pt x="185" y="172"/>
                    <a:pt x="183" y="174"/>
                    <a:pt x="181" y="174"/>
                  </a:cubicBezTo>
                  <a:cubicBezTo>
                    <a:pt x="180" y="174"/>
                    <a:pt x="180" y="174"/>
                    <a:pt x="180" y="174"/>
                  </a:cubicBezTo>
                  <a:close/>
                  <a:moveTo>
                    <a:pt x="200" y="170"/>
                  </a:moveTo>
                  <a:cubicBezTo>
                    <a:pt x="200" y="167"/>
                    <a:pt x="202" y="165"/>
                    <a:pt x="204" y="165"/>
                  </a:cubicBezTo>
                  <a:cubicBezTo>
                    <a:pt x="206" y="165"/>
                    <a:pt x="209" y="167"/>
                    <a:pt x="209" y="169"/>
                  </a:cubicBezTo>
                  <a:cubicBezTo>
                    <a:pt x="209" y="169"/>
                    <a:pt x="209" y="169"/>
                    <a:pt x="209" y="169"/>
                  </a:cubicBezTo>
                  <a:cubicBezTo>
                    <a:pt x="209" y="172"/>
                    <a:pt x="207" y="174"/>
                    <a:pt x="205" y="174"/>
                  </a:cubicBezTo>
                  <a:cubicBezTo>
                    <a:pt x="204" y="174"/>
                    <a:pt x="204" y="174"/>
                    <a:pt x="204" y="174"/>
                  </a:cubicBezTo>
                  <a:cubicBezTo>
                    <a:pt x="202" y="174"/>
                    <a:pt x="200" y="172"/>
                    <a:pt x="200" y="170"/>
                  </a:cubicBezTo>
                  <a:close/>
                  <a:moveTo>
                    <a:pt x="156" y="171"/>
                  </a:moveTo>
                  <a:cubicBezTo>
                    <a:pt x="156" y="171"/>
                    <a:pt x="156" y="171"/>
                    <a:pt x="156" y="171"/>
                  </a:cubicBezTo>
                  <a:cubicBezTo>
                    <a:pt x="154" y="171"/>
                    <a:pt x="152" y="168"/>
                    <a:pt x="153" y="166"/>
                  </a:cubicBezTo>
                  <a:cubicBezTo>
                    <a:pt x="153" y="166"/>
                    <a:pt x="153" y="166"/>
                    <a:pt x="153" y="166"/>
                  </a:cubicBezTo>
                  <a:cubicBezTo>
                    <a:pt x="153" y="163"/>
                    <a:pt x="155" y="162"/>
                    <a:pt x="158" y="162"/>
                  </a:cubicBezTo>
                  <a:cubicBezTo>
                    <a:pt x="160" y="163"/>
                    <a:pt x="162" y="165"/>
                    <a:pt x="161" y="167"/>
                  </a:cubicBezTo>
                  <a:cubicBezTo>
                    <a:pt x="161" y="167"/>
                    <a:pt x="161" y="167"/>
                    <a:pt x="161" y="167"/>
                  </a:cubicBezTo>
                  <a:cubicBezTo>
                    <a:pt x="161" y="170"/>
                    <a:pt x="159" y="171"/>
                    <a:pt x="157" y="171"/>
                  </a:cubicBezTo>
                  <a:cubicBezTo>
                    <a:pt x="157" y="171"/>
                    <a:pt x="157" y="171"/>
                    <a:pt x="156" y="171"/>
                  </a:cubicBezTo>
                  <a:close/>
                  <a:moveTo>
                    <a:pt x="223" y="167"/>
                  </a:moveTo>
                  <a:cubicBezTo>
                    <a:pt x="223" y="165"/>
                    <a:pt x="225" y="163"/>
                    <a:pt x="227" y="162"/>
                  </a:cubicBezTo>
                  <a:cubicBezTo>
                    <a:pt x="229" y="162"/>
                    <a:pt x="232" y="163"/>
                    <a:pt x="232" y="166"/>
                  </a:cubicBezTo>
                  <a:cubicBezTo>
                    <a:pt x="232" y="166"/>
                    <a:pt x="232" y="166"/>
                    <a:pt x="232" y="166"/>
                  </a:cubicBezTo>
                  <a:cubicBezTo>
                    <a:pt x="233" y="168"/>
                    <a:pt x="231" y="170"/>
                    <a:pt x="229" y="171"/>
                  </a:cubicBezTo>
                  <a:cubicBezTo>
                    <a:pt x="229" y="171"/>
                    <a:pt x="229" y="171"/>
                    <a:pt x="229" y="171"/>
                  </a:cubicBezTo>
                  <a:cubicBezTo>
                    <a:pt x="229" y="171"/>
                    <a:pt x="228" y="171"/>
                    <a:pt x="228" y="171"/>
                  </a:cubicBezTo>
                  <a:cubicBezTo>
                    <a:pt x="226" y="171"/>
                    <a:pt x="224" y="170"/>
                    <a:pt x="223" y="167"/>
                  </a:cubicBezTo>
                  <a:close/>
                  <a:moveTo>
                    <a:pt x="133" y="165"/>
                  </a:moveTo>
                  <a:cubicBezTo>
                    <a:pt x="130" y="164"/>
                    <a:pt x="129" y="162"/>
                    <a:pt x="130" y="159"/>
                  </a:cubicBezTo>
                  <a:cubicBezTo>
                    <a:pt x="130" y="159"/>
                    <a:pt x="130" y="159"/>
                    <a:pt x="130" y="159"/>
                  </a:cubicBezTo>
                  <a:cubicBezTo>
                    <a:pt x="131" y="157"/>
                    <a:pt x="133" y="156"/>
                    <a:pt x="135" y="157"/>
                  </a:cubicBezTo>
                  <a:cubicBezTo>
                    <a:pt x="138" y="157"/>
                    <a:pt x="139" y="160"/>
                    <a:pt x="138" y="162"/>
                  </a:cubicBezTo>
                  <a:cubicBezTo>
                    <a:pt x="138" y="162"/>
                    <a:pt x="138" y="162"/>
                    <a:pt x="138" y="162"/>
                  </a:cubicBezTo>
                  <a:cubicBezTo>
                    <a:pt x="138" y="164"/>
                    <a:pt x="136" y="165"/>
                    <a:pt x="134" y="165"/>
                  </a:cubicBezTo>
                  <a:cubicBezTo>
                    <a:pt x="134" y="165"/>
                    <a:pt x="133" y="165"/>
                    <a:pt x="133" y="165"/>
                  </a:cubicBezTo>
                  <a:close/>
                  <a:moveTo>
                    <a:pt x="247" y="162"/>
                  </a:moveTo>
                  <a:cubicBezTo>
                    <a:pt x="246" y="160"/>
                    <a:pt x="247" y="157"/>
                    <a:pt x="249" y="156"/>
                  </a:cubicBezTo>
                  <a:cubicBezTo>
                    <a:pt x="252" y="156"/>
                    <a:pt x="254" y="157"/>
                    <a:pt x="255" y="159"/>
                  </a:cubicBezTo>
                  <a:cubicBezTo>
                    <a:pt x="255" y="159"/>
                    <a:pt x="255" y="159"/>
                    <a:pt x="255" y="159"/>
                  </a:cubicBezTo>
                  <a:cubicBezTo>
                    <a:pt x="256" y="162"/>
                    <a:pt x="254" y="164"/>
                    <a:pt x="252" y="165"/>
                  </a:cubicBezTo>
                  <a:cubicBezTo>
                    <a:pt x="252" y="165"/>
                    <a:pt x="252" y="165"/>
                    <a:pt x="252" y="165"/>
                  </a:cubicBezTo>
                  <a:cubicBezTo>
                    <a:pt x="252" y="165"/>
                    <a:pt x="252" y="165"/>
                    <a:pt x="252" y="165"/>
                  </a:cubicBezTo>
                  <a:cubicBezTo>
                    <a:pt x="252" y="165"/>
                    <a:pt x="251" y="165"/>
                    <a:pt x="251" y="165"/>
                  </a:cubicBezTo>
                  <a:cubicBezTo>
                    <a:pt x="249" y="165"/>
                    <a:pt x="247" y="164"/>
                    <a:pt x="247" y="162"/>
                  </a:cubicBezTo>
                  <a:close/>
                  <a:moveTo>
                    <a:pt x="110" y="156"/>
                  </a:moveTo>
                  <a:cubicBezTo>
                    <a:pt x="108" y="155"/>
                    <a:pt x="107" y="152"/>
                    <a:pt x="108" y="150"/>
                  </a:cubicBezTo>
                  <a:cubicBezTo>
                    <a:pt x="108" y="150"/>
                    <a:pt x="108" y="150"/>
                    <a:pt x="108" y="150"/>
                  </a:cubicBezTo>
                  <a:cubicBezTo>
                    <a:pt x="109" y="148"/>
                    <a:pt x="112" y="147"/>
                    <a:pt x="114" y="148"/>
                  </a:cubicBezTo>
                  <a:cubicBezTo>
                    <a:pt x="116" y="149"/>
                    <a:pt x="117" y="152"/>
                    <a:pt x="116" y="154"/>
                  </a:cubicBezTo>
                  <a:cubicBezTo>
                    <a:pt x="116" y="154"/>
                    <a:pt x="116" y="154"/>
                    <a:pt x="116" y="154"/>
                  </a:cubicBezTo>
                  <a:cubicBezTo>
                    <a:pt x="115" y="156"/>
                    <a:pt x="114" y="156"/>
                    <a:pt x="112" y="156"/>
                  </a:cubicBezTo>
                  <a:cubicBezTo>
                    <a:pt x="111" y="156"/>
                    <a:pt x="111" y="156"/>
                    <a:pt x="110" y="156"/>
                  </a:cubicBezTo>
                  <a:close/>
                  <a:moveTo>
                    <a:pt x="269" y="154"/>
                  </a:moveTo>
                  <a:cubicBezTo>
                    <a:pt x="268" y="152"/>
                    <a:pt x="269" y="149"/>
                    <a:pt x="271" y="148"/>
                  </a:cubicBezTo>
                  <a:cubicBezTo>
                    <a:pt x="273" y="147"/>
                    <a:pt x="276" y="148"/>
                    <a:pt x="277" y="150"/>
                  </a:cubicBezTo>
                  <a:cubicBezTo>
                    <a:pt x="277" y="150"/>
                    <a:pt x="277" y="150"/>
                    <a:pt x="277" y="150"/>
                  </a:cubicBezTo>
                  <a:cubicBezTo>
                    <a:pt x="278" y="152"/>
                    <a:pt x="277" y="155"/>
                    <a:pt x="275" y="156"/>
                  </a:cubicBezTo>
                  <a:cubicBezTo>
                    <a:pt x="274" y="156"/>
                    <a:pt x="273" y="156"/>
                    <a:pt x="273" y="156"/>
                  </a:cubicBezTo>
                  <a:cubicBezTo>
                    <a:pt x="271" y="156"/>
                    <a:pt x="270" y="155"/>
                    <a:pt x="269" y="154"/>
                  </a:cubicBezTo>
                  <a:close/>
                  <a:moveTo>
                    <a:pt x="89" y="144"/>
                  </a:moveTo>
                  <a:cubicBezTo>
                    <a:pt x="87" y="143"/>
                    <a:pt x="86" y="140"/>
                    <a:pt x="88" y="138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89" y="136"/>
                    <a:pt x="92" y="136"/>
                    <a:pt x="94" y="137"/>
                  </a:cubicBezTo>
                  <a:cubicBezTo>
                    <a:pt x="94" y="137"/>
                    <a:pt x="94" y="137"/>
                    <a:pt x="94" y="137"/>
                  </a:cubicBezTo>
                  <a:cubicBezTo>
                    <a:pt x="96" y="138"/>
                    <a:pt x="96" y="141"/>
                    <a:pt x="95" y="143"/>
                  </a:cubicBezTo>
                  <a:cubicBezTo>
                    <a:pt x="95" y="143"/>
                    <a:pt x="95" y="143"/>
                    <a:pt x="95" y="143"/>
                  </a:cubicBezTo>
                  <a:cubicBezTo>
                    <a:pt x="94" y="144"/>
                    <a:pt x="93" y="145"/>
                    <a:pt x="91" y="145"/>
                  </a:cubicBezTo>
                  <a:cubicBezTo>
                    <a:pt x="90" y="145"/>
                    <a:pt x="90" y="145"/>
                    <a:pt x="89" y="144"/>
                  </a:cubicBezTo>
                  <a:close/>
                  <a:moveTo>
                    <a:pt x="290" y="143"/>
                  </a:moveTo>
                  <a:cubicBezTo>
                    <a:pt x="288" y="141"/>
                    <a:pt x="289" y="138"/>
                    <a:pt x="291" y="137"/>
                  </a:cubicBezTo>
                  <a:cubicBezTo>
                    <a:pt x="291" y="137"/>
                    <a:pt x="291" y="137"/>
                    <a:pt x="291" y="137"/>
                  </a:cubicBezTo>
                  <a:cubicBezTo>
                    <a:pt x="293" y="135"/>
                    <a:pt x="296" y="136"/>
                    <a:pt x="297" y="138"/>
                  </a:cubicBezTo>
                  <a:cubicBezTo>
                    <a:pt x="297" y="138"/>
                    <a:pt x="297" y="138"/>
                    <a:pt x="297" y="138"/>
                  </a:cubicBezTo>
                  <a:cubicBezTo>
                    <a:pt x="299" y="140"/>
                    <a:pt x="298" y="143"/>
                    <a:pt x="296" y="144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5" y="145"/>
                    <a:pt x="294" y="145"/>
                    <a:pt x="294" y="145"/>
                  </a:cubicBezTo>
                  <a:cubicBezTo>
                    <a:pt x="292" y="145"/>
                    <a:pt x="291" y="144"/>
                    <a:pt x="290" y="143"/>
                  </a:cubicBezTo>
                  <a:close/>
                  <a:moveTo>
                    <a:pt x="69" y="130"/>
                  </a:moveTo>
                  <a:cubicBezTo>
                    <a:pt x="67" y="129"/>
                    <a:pt x="67" y="126"/>
                    <a:pt x="69" y="124"/>
                  </a:cubicBezTo>
                  <a:cubicBezTo>
                    <a:pt x="69" y="124"/>
                    <a:pt x="69" y="124"/>
                    <a:pt x="69" y="124"/>
                  </a:cubicBezTo>
                  <a:cubicBezTo>
                    <a:pt x="70" y="122"/>
                    <a:pt x="73" y="122"/>
                    <a:pt x="75" y="123"/>
                  </a:cubicBezTo>
                  <a:cubicBezTo>
                    <a:pt x="75" y="123"/>
                    <a:pt x="75" y="123"/>
                    <a:pt x="75" y="123"/>
                  </a:cubicBezTo>
                  <a:cubicBezTo>
                    <a:pt x="77" y="125"/>
                    <a:pt x="77" y="128"/>
                    <a:pt x="76" y="130"/>
                  </a:cubicBezTo>
                  <a:cubicBezTo>
                    <a:pt x="76" y="130"/>
                    <a:pt x="76" y="130"/>
                    <a:pt x="76" y="130"/>
                  </a:cubicBezTo>
                  <a:cubicBezTo>
                    <a:pt x="75" y="131"/>
                    <a:pt x="73" y="131"/>
                    <a:pt x="72" y="131"/>
                  </a:cubicBezTo>
                  <a:cubicBezTo>
                    <a:pt x="71" y="131"/>
                    <a:pt x="70" y="131"/>
                    <a:pt x="69" y="130"/>
                  </a:cubicBezTo>
                  <a:close/>
                  <a:moveTo>
                    <a:pt x="309" y="129"/>
                  </a:moveTo>
                  <a:cubicBezTo>
                    <a:pt x="308" y="127"/>
                    <a:pt x="308" y="125"/>
                    <a:pt x="310" y="123"/>
                  </a:cubicBezTo>
                  <a:cubicBezTo>
                    <a:pt x="310" y="123"/>
                    <a:pt x="310" y="123"/>
                    <a:pt x="310" y="123"/>
                  </a:cubicBezTo>
                  <a:cubicBezTo>
                    <a:pt x="312" y="122"/>
                    <a:pt x="315" y="122"/>
                    <a:pt x="316" y="124"/>
                  </a:cubicBezTo>
                  <a:cubicBezTo>
                    <a:pt x="316" y="124"/>
                    <a:pt x="316" y="124"/>
                    <a:pt x="316" y="124"/>
                  </a:cubicBezTo>
                  <a:cubicBezTo>
                    <a:pt x="318" y="126"/>
                    <a:pt x="317" y="128"/>
                    <a:pt x="316" y="130"/>
                  </a:cubicBezTo>
                  <a:cubicBezTo>
                    <a:pt x="316" y="130"/>
                    <a:pt x="316" y="130"/>
                    <a:pt x="316" y="130"/>
                  </a:cubicBezTo>
                  <a:cubicBezTo>
                    <a:pt x="316" y="130"/>
                    <a:pt x="316" y="130"/>
                    <a:pt x="316" y="130"/>
                  </a:cubicBezTo>
                  <a:cubicBezTo>
                    <a:pt x="316" y="130"/>
                    <a:pt x="316" y="130"/>
                    <a:pt x="316" y="130"/>
                  </a:cubicBezTo>
                  <a:cubicBezTo>
                    <a:pt x="315" y="131"/>
                    <a:pt x="314" y="131"/>
                    <a:pt x="313" y="131"/>
                  </a:cubicBezTo>
                  <a:cubicBezTo>
                    <a:pt x="311" y="131"/>
                    <a:pt x="310" y="130"/>
                    <a:pt x="309" y="129"/>
                  </a:cubicBezTo>
                  <a:close/>
                  <a:moveTo>
                    <a:pt x="52" y="114"/>
                  </a:moveTo>
                  <a:cubicBezTo>
                    <a:pt x="50" y="112"/>
                    <a:pt x="50" y="109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4" y="106"/>
                    <a:pt x="56" y="106"/>
                    <a:pt x="58" y="107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60" y="109"/>
                    <a:pt x="60" y="112"/>
                    <a:pt x="58" y="114"/>
                  </a:cubicBezTo>
                  <a:cubicBezTo>
                    <a:pt x="58" y="114"/>
                    <a:pt x="58" y="114"/>
                    <a:pt x="58" y="114"/>
                  </a:cubicBezTo>
                  <a:cubicBezTo>
                    <a:pt x="57" y="115"/>
                    <a:pt x="56" y="115"/>
                    <a:pt x="55" y="115"/>
                  </a:cubicBezTo>
                  <a:cubicBezTo>
                    <a:pt x="54" y="115"/>
                    <a:pt x="52" y="114"/>
                    <a:pt x="52" y="114"/>
                  </a:cubicBezTo>
                  <a:close/>
                  <a:moveTo>
                    <a:pt x="327" y="114"/>
                  </a:moveTo>
                  <a:cubicBezTo>
                    <a:pt x="325" y="112"/>
                    <a:pt x="325" y="109"/>
                    <a:pt x="327" y="107"/>
                  </a:cubicBezTo>
                  <a:cubicBezTo>
                    <a:pt x="327" y="107"/>
                    <a:pt x="327" y="107"/>
                    <a:pt x="327" y="107"/>
                  </a:cubicBezTo>
                  <a:cubicBezTo>
                    <a:pt x="328" y="106"/>
                    <a:pt x="331" y="105"/>
                    <a:pt x="333" y="107"/>
                  </a:cubicBezTo>
                  <a:cubicBezTo>
                    <a:pt x="333" y="107"/>
                    <a:pt x="333" y="107"/>
                    <a:pt x="333" y="107"/>
                  </a:cubicBezTo>
                  <a:cubicBezTo>
                    <a:pt x="335" y="109"/>
                    <a:pt x="335" y="112"/>
                    <a:pt x="333" y="113"/>
                  </a:cubicBezTo>
                  <a:cubicBezTo>
                    <a:pt x="333" y="113"/>
                    <a:pt x="333" y="113"/>
                    <a:pt x="333" y="113"/>
                  </a:cubicBezTo>
                  <a:cubicBezTo>
                    <a:pt x="333" y="113"/>
                    <a:pt x="333" y="113"/>
                    <a:pt x="333" y="113"/>
                  </a:cubicBezTo>
                  <a:cubicBezTo>
                    <a:pt x="333" y="113"/>
                    <a:pt x="333" y="113"/>
                    <a:pt x="333" y="113"/>
                  </a:cubicBezTo>
                  <a:cubicBezTo>
                    <a:pt x="332" y="114"/>
                    <a:pt x="331" y="115"/>
                    <a:pt x="330" y="115"/>
                  </a:cubicBezTo>
                  <a:cubicBezTo>
                    <a:pt x="329" y="115"/>
                    <a:pt x="328" y="114"/>
                    <a:pt x="327" y="114"/>
                  </a:cubicBezTo>
                  <a:close/>
                  <a:moveTo>
                    <a:pt x="36" y="95"/>
                  </a:moveTo>
                  <a:cubicBezTo>
                    <a:pt x="35" y="93"/>
                    <a:pt x="35" y="90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9" y="87"/>
                    <a:pt x="42" y="88"/>
                    <a:pt x="43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5" y="92"/>
                    <a:pt x="44" y="94"/>
                    <a:pt x="42" y="96"/>
                  </a:cubicBezTo>
                  <a:cubicBezTo>
                    <a:pt x="42" y="96"/>
                    <a:pt x="42" y="96"/>
                    <a:pt x="42" y="96"/>
                  </a:cubicBezTo>
                  <a:cubicBezTo>
                    <a:pt x="42" y="96"/>
                    <a:pt x="41" y="97"/>
                    <a:pt x="40" y="97"/>
                  </a:cubicBezTo>
                  <a:cubicBezTo>
                    <a:pt x="38" y="97"/>
                    <a:pt x="37" y="96"/>
                    <a:pt x="36" y="95"/>
                  </a:cubicBezTo>
                  <a:close/>
                  <a:moveTo>
                    <a:pt x="342" y="96"/>
                  </a:moveTo>
                  <a:cubicBezTo>
                    <a:pt x="340" y="94"/>
                    <a:pt x="340" y="91"/>
                    <a:pt x="341" y="89"/>
                  </a:cubicBezTo>
                  <a:cubicBezTo>
                    <a:pt x="341" y="89"/>
                    <a:pt x="341" y="89"/>
                    <a:pt x="341" y="89"/>
                  </a:cubicBezTo>
                  <a:cubicBezTo>
                    <a:pt x="343" y="87"/>
                    <a:pt x="346" y="87"/>
                    <a:pt x="348" y="88"/>
                  </a:cubicBezTo>
                  <a:cubicBezTo>
                    <a:pt x="348" y="88"/>
                    <a:pt x="348" y="88"/>
                    <a:pt x="348" y="88"/>
                  </a:cubicBezTo>
                  <a:cubicBezTo>
                    <a:pt x="350" y="90"/>
                    <a:pt x="350" y="93"/>
                    <a:pt x="349" y="95"/>
                  </a:cubicBezTo>
                  <a:cubicBezTo>
                    <a:pt x="349" y="95"/>
                    <a:pt x="349" y="95"/>
                    <a:pt x="349" y="95"/>
                  </a:cubicBezTo>
                  <a:cubicBezTo>
                    <a:pt x="348" y="96"/>
                    <a:pt x="346" y="97"/>
                    <a:pt x="345" y="97"/>
                  </a:cubicBezTo>
                  <a:cubicBezTo>
                    <a:pt x="344" y="97"/>
                    <a:pt x="343" y="96"/>
                    <a:pt x="342" y="96"/>
                  </a:cubicBezTo>
                  <a:close/>
                  <a:moveTo>
                    <a:pt x="23" y="74"/>
                  </a:move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2" y="72"/>
                    <a:pt x="23" y="70"/>
                    <a:pt x="25" y="68"/>
                  </a:cubicBezTo>
                  <a:cubicBezTo>
                    <a:pt x="27" y="67"/>
                    <a:pt x="30" y="68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2" y="72"/>
                    <a:pt x="31" y="75"/>
                    <a:pt x="29" y="76"/>
                  </a:cubicBezTo>
                  <a:cubicBezTo>
                    <a:pt x="28" y="77"/>
                    <a:pt x="28" y="77"/>
                    <a:pt x="27" y="77"/>
                  </a:cubicBezTo>
                  <a:cubicBezTo>
                    <a:pt x="25" y="77"/>
                    <a:pt x="24" y="76"/>
                    <a:pt x="23" y="74"/>
                  </a:cubicBezTo>
                  <a:close/>
                  <a:moveTo>
                    <a:pt x="356" y="76"/>
                  </a:moveTo>
                  <a:cubicBezTo>
                    <a:pt x="354" y="75"/>
                    <a:pt x="353" y="72"/>
                    <a:pt x="354" y="70"/>
                  </a:cubicBezTo>
                  <a:cubicBezTo>
                    <a:pt x="354" y="70"/>
                    <a:pt x="354" y="70"/>
                    <a:pt x="354" y="70"/>
                  </a:cubicBezTo>
                  <a:cubicBezTo>
                    <a:pt x="355" y="68"/>
                    <a:pt x="358" y="67"/>
                    <a:pt x="360" y="68"/>
                  </a:cubicBezTo>
                  <a:cubicBezTo>
                    <a:pt x="362" y="69"/>
                    <a:pt x="363" y="72"/>
                    <a:pt x="362" y="74"/>
                  </a:cubicBezTo>
                  <a:cubicBezTo>
                    <a:pt x="362" y="74"/>
                    <a:pt x="362" y="74"/>
                    <a:pt x="362" y="74"/>
                  </a:cubicBezTo>
                  <a:cubicBezTo>
                    <a:pt x="361" y="76"/>
                    <a:pt x="359" y="76"/>
                    <a:pt x="358" y="76"/>
                  </a:cubicBezTo>
                  <a:cubicBezTo>
                    <a:pt x="357" y="76"/>
                    <a:pt x="356" y="76"/>
                    <a:pt x="356" y="76"/>
                  </a:cubicBezTo>
                  <a:close/>
                  <a:moveTo>
                    <a:pt x="13" y="53"/>
                  </a:moveTo>
                  <a:cubicBezTo>
                    <a:pt x="12" y="50"/>
                    <a:pt x="13" y="48"/>
                    <a:pt x="15" y="47"/>
                  </a:cubicBezTo>
                  <a:cubicBezTo>
                    <a:pt x="17" y="46"/>
                    <a:pt x="20" y="47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2" y="52"/>
                    <a:pt x="21" y="54"/>
                    <a:pt x="18" y="55"/>
                  </a:cubicBezTo>
                  <a:cubicBezTo>
                    <a:pt x="18" y="55"/>
                    <a:pt x="17" y="55"/>
                    <a:pt x="17" y="55"/>
                  </a:cubicBezTo>
                  <a:cubicBezTo>
                    <a:pt x="15" y="55"/>
                    <a:pt x="13" y="54"/>
                    <a:pt x="13" y="53"/>
                  </a:cubicBezTo>
                  <a:close/>
                  <a:moveTo>
                    <a:pt x="366" y="55"/>
                  </a:moveTo>
                  <a:cubicBezTo>
                    <a:pt x="361" y="53"/>
                    <a:pt x="364" y="44"/>
                    <a:pt x="370" y="46"/>
                  </a:cubicBezTo>
                  <a:cubicBezTo>
                    <a:pt x="372" y="47"/>
                    <a:pt x="373" y="50"/>
                    <a:pt x="372" y="52"/>
                  </a:cubicBezTo>
                  <a:cubicBezTo>
                    <a:pt x="372" y="52"/>
                    <a:pt x="372" y="52"/>
                    <a:pt x="372" y="52"/>
                  </a:cubicBezTo>
                  <a:cubicBezTo>
                    <a:pt x="372" y="52"/>
                    <a:pt x="372" y="52"/>
                    <a:pt x="372" y="52"/>
                  </a:cubicBezTo>
                  <a:cubicBezTo>
                    <a:pt x="372" y="52"/>
                    <a:pt x="372" y="52"/>
                    <a:pt x="372" y="52"/>
                  </a:cubicBezTo>
                  <a:cubicBezTo>
                    <a:pt x="371" y="54"/>
                    <a:pt x="370" y="55"/>
                    <a:pt x="368" y="55"/>
                  </a:cubicBezTo>
                  <a:cubicBezTo>
                    <a:pt x="367" y="55"/>
                    <a:pt x="367" y="55"/>
                    <a:pt x="366" y="55"/>
                  </a:cubicBezTo>
                  <a:close/>
                  <a:moveTo>
                    <a:pt x="5" y="29"/>
                  </a:moveTo>
                  <a:cubicBezTo>
                    <a:pt x="5" y="27"/>
                    <a:pt x="6" y="25"/>
                    <a:pt x="8" y="24"/>
                  </a:cubicBezTo>
                  <a:cubicBezTo>
                    <a:pt x="11" y="23"/>
                    <a:pt x="13" y="25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30"/>
                    <a:pt x="13" y="32"/>
                    <a:pt x="11" y="33"/>
                  </a:cubicBezTo>
                  <a:cubicBezTo>
                    <a:pt x="10" y="33"/>
                    <a:pt x="10" y="33"/>
                    <a:pt x="9" y="33"/>
                  </a:cubicBezTo>
                  <a:cubicBezTo>
                    <a:pt x="7" y="33"/>
                    <a:pt x="6" y="31"/>
                    <a:pt x="5" y="29"/>
                  </a:cubicBezTo>
                  <a:close/>
                  <a:moveTo>
                    <a:pt x="374" y="32"/>
                  </a:moveTo>
                  <a:cubicBezTo>
                    <a:pt x="372" y="32"/>
                    <a:pt x="370" y="29"/>
                    <a:pt x="371" y="27"/>
                  </a:cubicBezTo>
                  <a:cubicBezTo>
                    <a:pt x="371" y="27"/>
                    <a:pt x="371" y="27"/>
                    <a:pt x="371" y="27"/>
                  </a:cubicBezTo>
                  <a:cubicBezTo>
                    <a:pt x="372" y="25"/>
                    <a:pt x="374" y="23"/>
                    <a:pt x="376" y="24"/>
                  </a:cubicBezTo>
                  <a:cubicBezTo>
                    <a:pt x="379" y="24"/>
                    <a:pt x="380" y="27"/>
                    <a:pt x="380" y="29"/>
                  </a:cubicBezTo>
                  <a:cubicBezTo>
                    <a:pt x="380" y="29"/>
                    <a:pt x="380" y="29"/>
                    <a:pt x="380" y="29"/>
                  </a:cubicBezTo>
                  <a:cubicBezTo>
                    <a:pt x="379" y="31"/>
                    <a:pt x="377" y="32"/>
                    <a:pt x="375" y="32"/>
                  </a:cubicBezTo>
                  <a:cubicBezTo>
                    <a:pt x="375" y="32"/>
                    <a:pt x="374" y="32"/>
                    <a:pt x="374" y="32"/>
                  </a:cubicBezTo>
                  <a:close/>
                  <a:moveTo>
                    <a:pt x="1" y="6"/>
                  </a:moveTo>
                  <a:cubicBezTo>
                    <a:pt x="0" y="3"/>
                    <a:pt x="2" y="1"/>
                    <a:pt x="4" y="1"/>
                  </a:cubicBezTo>
                  <a:cubicBezTo>
                    <a:pt x="7" y="0"/>
                    <a:pt x="9" y="2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7"/>
                    <a:pt x="8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3" y="10"/>
                    <a:pt x="1" y="8"/>
                    <a:pt x="1" y="6"/>
                  </a:cubicBezTo>
                  <a:close/>
                  <a:moveTo>
                    <a:pt x="379" y="9"/>
                  </a:moveTo>
                  <a:cubicBezTo>
                    <a:pt x="377" y="9"/>
                    <a:pt x="375" y="7"/>
                    <a:pt x="375" y="4"/>
                  </a:cubicBezTo>
                  <a:cubicBezTo>
                    <a:pt x="375" y="4"/>
                    <a:pt x="375" y="4"/>
                    <a:pt x="375" y="4"/>
                  </a:cubicBezTo>
                  <a:cubicBezTo>
                    <a:pt x="376" y="2"/>
                    <a:pt x="378" y="0"/>
                    <a:pt x="380" y="0"/>
                  </a:cubicBezTo>
                  <a:cubicBezTo>
                    <a:pt x="383" y="1"/>
                    <a:pt x="384" y="3"/>
                    <a:pt x="384" y="5"/>
                  </a:cubicBezTo>
                  <a:cubicBezTo>
                    <a:pt x="384" y="5"/>
                    <a:pt x="384" y="5"/>
                    <a:pt x="384" y="5"/>
                  </a:cubicBezTo>
                  <a:cubicBezTo>
                    <a:pt x="384" y="8"/>
                    <a:pt x="382" y="9"/>
                    <a:pt x="380" y="9"/>
                  </a:cubicBezTo>
                  <a:cubicBezTo>
                    <a:pt x="379" y="9"/>
                    <a:pt x="379" y="9"/>
                    <a:pt x="379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374;p50">
              <a:extLst>
                <a:ext uri="{FF2B5EF4-FFF2-40B4-BE49-F238E27FC236}">
                  <a16:creationId xmlns:a16="http://schemas.microsoft.com/office/drawing/2014/main" id="{3F1451FF-B12D-4414-AB42-6EE106CC4831}"/>
                </a:ext>
              </a:extLst>
            </p:cNvPr>
            <p:cNvSpPr/>
            <p:nvPr/>
          </p:nvSpPr>
          <p:spPr>
            <a:xfrm>
              <a:off x="6530976" y="852488"/>
              <a:ext cx="49213" cy="46038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6" y="12"/>
                  </a:moveTo>
                  <a:cubicBezTo>
                    <a:pt x="0" y="11"/>
                    <a:pt x="2" y="0"/>
                    <a:pt x="8" y="3"/>
                  </a:cubicBezTo>
                  <a:cubicBezTo>
                    <a:pt x="13" y="5"/>
                    <a:pt x="11" y="12"/>
                    <a:pt x="6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375;p50">
              <a:extLst>
                <a:ext uri="{FF2B5EF4-FFF2-40B4-BE49-F238E27FC236}">
                  <a16:creationId xmlns:a16="http://schemas.microsoft.com/office/drawing/2014/main" id="{F8E2F63F-D375-4D33-B071-AA96D42F6004}"/>
                </a:ext>
              </a:extLst>
            </p:cNvPr>
            <p:cNvSpPr/>
            <p:nvPr/>
          </p:nvSpPr>
          <p:spPr>
            <a:xfrm>
              <a:off x="7748588" y="857251"/>
              <a:ext cx="44450" cy="41275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6" y="11"/>
                  </a:moveTo>
                  <a:cubicBezTo>
                    <a:pt x="0" y="11"/>
                    <a:pt x="0" y="0"/>
                    <a:pt x="7" y="2"/>
                  </a:cubicBezTo>
                  <a:cubicBezTo>
                    <a:pt x="12" y="3"/>
                    <a:pt x="11" y="11"/>
                    <a:pt x="6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376;p50">
              <a:extLst>
                <a:ext uri="{FF2B5EF4-FFF2-40B4-BE49-F238E27FC236}">
                  <a16:creationId xmlns:a16="http://schemas.microsoft.com/office/drawing/2014/main" id="{BF4F3558-EF59-4C0E-8589-F117A49EE672}"/>
                </a:ext>
              </a:extLst>
            </p:cNvPr>
            <p:cNvSpPr/>
            <p:nvPr/>
          </p:nvSpPr>
          <p:spPr>
            <a:xfrm>
              <a:off x="6753226" y="950913"/>
              <a:ext cx="1028700" cy="449263"/>
            </a:xfrm>
            <a:custGeom>
              <a:avLst/>
              <a:gdLst/>
              <a:ahLst/>
              <a:cxnLst/>
              <a:rect l="l" t="t" r="r" b="b"/>
              <a:pathLst>
                <a:path w="273" h="119" extrusionOk="0">
                  <a:moveTo>
                    <a:pt x="132" y="115"/>
                  </a:moveTo>
                  <a:cubicBezTo>
                    <a:pt x="132" y="112"/>
                    <a:pt x="134" y="110"/>
                    <a:pt x="136" y="110"/>
                  </a:cubicBezTo>
                  <a:cubicBezTo>
                    <a:pt x="139" y="110"/>
                    <a:pt x="141" y="112"/>
                    <a:pt x="141" y="115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41" y="117"/>
                    <a:pt x="139" y="119"/>
                    <a:pt x="136" y="119"/>
                  </a:cubicBezTo>
                  <a:cubicBezTo>
                    <a:pt x="134" y="119"/>
                    <a:pt x="132" y="117"/>
                    <a:pt x="132" y="115"/>
                  </a:cubicBezTo>
                  <a:close/>
                  <a:moveTo>
                    <a:pt x="112" y="117"/>
                  </a:moveTo>
                  <a:cubicBezTo>
                    <a:pt x="110" y="117"/>
                    <a:pt x="108" y="114"/>
                    <a:pt x="109" y="11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09"/>
                    <a:pt x="112" y="108"/>
                    <a:pt x="114" y="108"/>
                  </a:cubicBezTo>
                  <a:cubicBezTo>
                    <a:pt x="116" y="109"/>
                    <a:pt x="118" y="111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7" y="116"/>
                    <a:pt x="115" y="117"/>
                    <a:pt x="113" y="117"/>
                  </a:cubicBezTo>
                  <a:cubicBezTo>
                    <a:pt x="113" y="117"/>
                    <a:pt x="113" y="117"/>
                    <a:pt x="112" y="117"/>
                  </a:cubicBezTo>
                  <a:close/>
                  <a:moveTo>
                    <a:pt x="155" y="113"/>
                  </a:moveTo>
                  <a:cubicBezTo>
                    <a:pt x="155" y="111"/>
                    <a:pt x="156" y="109"/>
                    <a:pt x="159" y="108"/>
                  </a:cubicBezTo>
                  <a:cubicBezTo>
                    <a:pt x="161" y="108"/>
                    <a:pt x="163" y="109"/>
                    <a:pt x="164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4" y="114"/>
                    <a:pt x="163" y="117"/>
                    <a:pt x="160" y="117"/>
                  </a:cubicBezTo>
                  <a:cubicBezTo>
                    <a:pt x="160" y="117"/>
                    <a:pt x="160" y="117"/>
                    <a:pt x="160" y="117"/>
                  </a:cubicBezTo>
                  <a:cubicBezTo>
                    <a:pt x="157" y="117"/>
                    <a:pt x="156" y="116"/>
                    <a:pt x="155" y="113"/>
                  </a:cubicBezTo>
                  <a:close/>
                  <a:moveTo>
                    <a:pt x="89" y="111"/>
                  </a:moveTo>
                  <a:cubicBezTo>
                    <a:pt x="87" y="110"/>
                    <a:pt x="86" y="107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3"/>
                    <a:pt x="90" y="102"/>
                    <a:pt x="92" y="102"/>
                  </a:cubicBezTo>
                  <a:cubicBezTo>
                    <a:pt x="95" y="103"/>
                    <a:pt x="96" y="106"/>
                    <a:pt x="95" y="108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94" y="110"/>
                    <a:pt x="93" y="111"/>
                    <a:pt x="91" y="111"/>
                  </a:cubicBezTo>
                  <a:cubicBezTo>
                    <a:pt x="90" y="111"/>
                    <a:pt x="90" y="111"/>
                    <a:pt x="89" y="111"/>
                  </a:cubicBezTo>
                  <a:close/>
                  <a:moveTo>
                    <a:pt x="178" y="108"/>
                  </a:moveTo>
                  <a:cubicBezTo>
                    <a:pt x="177" y="106"/>
                    <a:pt x="178" y="103"/>
                    <a:pt x="181" y="102"/>
                  </a:cubicBezTo>
                  <a:cubicBezTo>
                    <a:pt x="183" y="102"/>
                    <a:pt x="185" y="103"/>
                    <a:pt x="186" y="105"/>
                  </a:cubicBezTo>
                  <a:cubicBezTo>
                    <a:pt x="186" y="105"/>
                    <a:pt x="186" y="105"/>
                    <a:pt x="186" y="105"/>
                  </a:cubicBezTo>
                  <a:cubicBezTo>
                    <a:pt x="187" y="107"/>
                    <a:pt x="186" y="110"/>
                    <a:pt x="184" y="111"/>
                  </a:cubicBezTo>
                  <a:cubicBezTo>
                    <a:pt x="183" y="111"/>
                    <a:pt x="183" y="111"/>
                    <a:pt x="182" y="111"/>
                  </a:cubicBezTo>
                  <a:cubicBezTo>
                    <a:pt x="180" y="111"/>
                    <a:pt x="179" y="110"/>
                    <a:pt x="178" y="108"/>
                  </a:cubicBezTo>
                  <a:close/>
                  <a:moveTo>
                    <a:pt x="67" y="101"/>
                  </a:moveTo>
                  <a:cubicBezTo>
                    <a:pt x="65" y="99"/>
                    <a:pt x="65" y="97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7" y="92"/>
                    <a:pt x="70" y="92"/>
                    <a:pt x="72" y="93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4" y="94"/>
                    <a:pt x="75" y="97"/>
                    <a:pt x="73" y="99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3" y="100"/>
                    <a:pt x="71" y="101"/>
                    <a:pt x="70" y="101"/>
                  </a:cubicBezTo>
                  <a:cubicBezTo>
                    <a:pt x="69" y="101"/>
                    <a:pt x="68" y="101"/>
                    <a:pt x="67" y="101"/>
                  </a:cubicBezTo>
                  <a:close/>
                  <a:moveTo>
                    <a:pt x="199" y="99"/>
                  </a:moveTo>
                  <a:cubicBezTo>
                    <a:pt x="198" y="97"/>
                    <a:pt x="199" y="94"/>
                    <a:pt x="201" y="93"/>
                  </a:cubicBezTo>
                  <a:cubicBezTo>
                    <a:pt x="201" y="93"/>
                    <a:pt x="201" y="93"/>
                    <a:pt x="201" y="93"/>
                  </a:cubicBezTo>
                  <a:cubicBezTo>
                    <a:pt x="203" y="92"/>
                    <a:pt x="206" y="92"/>
                    <a:pt x="207" y="94"/>
                  </a:cubicBezTo>
                  <a:cubicBezTo>
                    <a:pt x="207" y="94"/>
                    <a:pt x="207" y="94"/>
                    <a:pt x="207" y="94"/>
                  </a:cubicBezTo>
                  <a:cubicBezTo>
                    <a:pt x="208" y="97"/>
                    <a:pt x="207" y="99"/>
                    <a:pt x="205" y="101"/>
                  </a:cubicBezTo>
                  <a:cubicBezTo>
                    <a:pt x="205" y="101"/>
                    <a:pt x="204" y="101"/>
                    <a:pt x="203" y="101"/>
                  </a:cubicBezTo>
                  <a:cubicBezTo>
                    <a:pt x="202" y="101"/>
                    <a:pt x="200" y="100"/>
                    <a:pt x="199" y="99"/>
                  </a:cubicBezTo>
                  <a:close/>
                  <a:moveTo>
                    <a:pt x="48" y="87"/>
                  </a:moveTo>
                  <a:cubicBezTo>
                    <a:pt x="48" y="87"/>
                    <a:pt x="48" y="87"/>
                    <a:pt x="48" y="87"/>
                  </a:cubicBezTo>
                  <a:cubicBezTo>
                    <a:pt x="46" y="85"/>
                    <a:pt x="46" y="83"/>
                    <a:pt x="47" y="81"/>
                  </a:cubicBezTo>
                  <a:cubicBezTo>
                    <a:pt x="47" y="81"/>
                    <a:pt x="47" y="81"/>
                    <a:pt x="47" y="81"/>
                  </a:cubicBezTo>
                  <a:cubicBezTo>
                    <a:pt x="49" y="79"/>
                    <a:pt x="52" y="79"/>
                    <a:pt x="53" y="80"/>
                  </a:cubicBezTo>
                  <a:cubicBezTo>
                    <a:pt x="53" y="80"/>
                    <a:pt x="53" y="80"/>
                    <a:pt x="53" y="80"/>
                  </a:cubicBezTo>
                  <a:cubicBezTo>
                    <a:pt x="55" y="82"/>
                    <a:pt x="56" y="84"/>
                    <a:pt x="54" y="86"/>
                  </a:cubicBezTo>
                  <a:cubicBezTo>
                    <a:pt x="54" y="86"/>
                    <a:pt x="54" y="86"/>
                    <a:pt x="54" y="86"/>
                  </a:cubicBezTo>
                  <a:cubicBezTo>
                    <a:pt x="53" y="87"/>
                    <a:pt x="52" y="88"/>
                    <a:pt x="51" y="88"/>
                  </a:cubicBezTo>
                  <a:cubicBezTo>
                    <a:pt x="50" y="88"/>
                    <a:pt x="49" y="88"/>
                    <a:pt x="48" y="87"/>
                  </a:cubicBezTo>
                  <a:close/>
                  <a:moveTo>
                    <a:pt x="219" y="86"/>
                  </a:moveTo>
                  <a:cubicBezTo>
                    <a:pt x="217" y="84"/>
                    <a:pt x="217" y="82"/>
                    <a:pt x="219" y="80"/>
                  </a:cubicBezTo>
                  <a:cubicBezTo>
                    <a:pt x="219" y="80"/>
                    <a:pt x="219" y="80"/>
                    <a:pt x="219" y="80"/>
                  </a:cubicBezTo>
                  <a:cubicBezTo>
                    <a:pt x="221" y="78"/>
                    <a:pt x="224" y="79"/>
                    <a:pt x="226" y="81"/>
                  </a:cubicBezTo>
                  <a:cubicBezTo>
                    <a:pt x="226" y="81"/>
                    <a:pt x="226" y="81"/>
                    <a:pt x="226" y="81"/>
                  </a:cubicBezTo>
                  <a:cubicBezTo>
                    <a:pt x="227" y="82"/>
                    <a:pt x="227" y="85"/>
                    <a:pt x="225" y="87"/>
                  </a:cubicBezTo>
                  <a:cubicBezTo>
                    <a:pt x="225" y="87"/>
                    <a:pt x="225" y="87"/>
                    <a:pt x="225" y="87"/>
                  </a:cubicBezTo>
                  <a:cubicBezTo>
                    <a:pt x="224" y="87"/>
                    <a:pt x="223" y="88"/>
                    <a:pt x="222" y="88"/>
                  </a:cubicBezTo>
                  <a:cubicBezTo>
                    <a:pt x="221" y="88"/>
                    <a:pt x="220" y="87"/>
                    <a:pt x="219" y="86"/>
                  </a:cubicBezTo>
                  <a:close/>
                  <a:moveTo>
                    <a:pt x="31" y="70"/>
                  </a:moveTo>
                  <a:cubicBezTo>
                    <a:pt x="31" y="70"/>
                    <a:pt x="31" y="70"/>
                    <a:pt x="31" y="70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29" y="68"/>
                    <a:pt x="29" y="65"/>
                    <a:pt x="31" y="64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3" y="62"/>
                    <a:pt x="36" y="62"/>
                    <a:pt x="38" y="64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9" y="66"/>
                    <a:pt x="39" y="69"/>
                    <a:pt x="37" y="70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6" y="71"/>
                    <a:pt x="35" y="71"/>
                    <a:pt x="34" y="71"/>
                  </a:cubicBezTo>
                  <a:cubicBezTo>
                    <a:pt x="33" y="71"/>
                    <a:pt x="32" y="71"/>
                    <a:pt x="31" y="70"/>
                  </a:cubicBezTo>
                  <a:close/>
                  <a:moveTo>
                    <a:pt x="236" y="70"/>
                  </a:moveTo>
                  <a:cubicBezTo>
                    <a:pt x="234" y="69"/>
                    <a:pt x="234" y="66"/>
                    <a:pt x="235" y="64"/>
                  </a:cubicBezTo>
                  <a:cubicBezTo>
                    <a:pt x="235" y="64"/>
                    <a:pt x="235" y="64"/>
                    <a:pt x="235" y="64"/>
                  </a:cubicBezTo>
                  <a:cubicBezTo>
                    <a:pt x="237" y="62"/>
                    <a:pt x="240" y="62"/>
                    <a:pt x="241" y="64"/>
                  </a:cubicBezTo>
                  <a:cubicBezTo>
                    <a:pt x="241" y="64"/>
                    <a:pt x="241" y="64"/>
                    <a:pt x="241" y="64"/>
                  </a:cubicBezTo>
                  <a:cubicBezTo>
                    <a:pt x="243" y="65"/>
                    <a:pt x="244" y="68"/>
                    <a:pt x="242" y="70"/>
                  </a:cubicBezTo>
                  <a:cubicBezTo>
                    <a:pt x="242" y="70"/>
                    <a:pt x="242" y="70"/>
                    <a:pt x="242" y="70"/>
                  </a:cubicBezTo>
                  <a:cubicBezTo>
                    <a:pt x="241" y="71"/>
                    <a:pt x="240" y="71"/>
                    <a:pt x="239" y="71"/>
                  </a:cubicBezTo>
                  <a:cubicBezTo>
                    <a:pt x="238" y="71"/>
                    <a:pt x="237" y="71"/>
                    <a:pt x="236" y="70"/>
                  </a:cubicBezTo>
                  <a:close/>
                  <a:moveTo>
                    <a:pt x="17" y="50"/>
                  </a:moveTo>
                  <a:cubicBezTo>
                    <a:pt x="16" y="48"/>
                    <a:pt x="16" y="45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21" y="43"/>
                    <a:pt x="23" y="44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6" y="48"/>
                    <a:pt x="25" y="51"/>
                    <a:pt x="23" y="52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2" y="52"/>
                    <a:pt x="21" y="52"/>
                    <a:pt x="21" y="52"/>
                  </a:cubicBezTo>
                  <a:cubicBezTo>
                    <a:pt x="19" y="52"/>
                    <a:pt x="18" y="52"/>
                    <a:pt x="17" y="50"/>
                  </a:cubicBezTo>
                  <a:close/>
                  <a:moveTo>
                    <a:pt x="250" y="52"/>
                  </a:moveTo>
                  <a:cubicBezTo>
                    <a:pt x="248" y="50"/>
                    <a:pt x="247" y="48"/>
                    <a:pt x="248" y="46"/>
                  </a:cubicBezTo>
                  <a:cubicBezTo>
                    <a:pt x="248" y="46"/>
                    <a:pt x="248" y="46"/>
                    <a:pt x="248" y="46"/>
                  </a:cubicBezTo>
                  <a:cubicBezTo>
                    <a:pt x="249" y="44"/>
                    <a:pt x="252" y="43"/>
                    <a:pt x="254" y="44"/>
                  </a:cubicBezTo>
                  <a:cubicBezTo>
                    <a:pt x="256" y="45"/>
                    <a:pt x="257" y="48"/>
                    <a:pt x="256" y="50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5" y="51"/>
                    <a:pt x="253" y="52"/>
                    <a:pt x="252" y="52"/>
                  </a:cubicBezTo>
                  <a:cubicBezTo>
                    <a:pt x="251" y="52"/>
                    <a:pt x="250" y="52"/>
                    <a:pt x="250" y="52"/>
                  </a:cubicBezTo>
                  <a:close/>
                  <a:moveTo>
                    <a:pt x="7" y="28"/>
                  </a:moveTo>
                  <a:cubicBezTo>
                    <a:pt x="6" y="26"/>
                    <a:pt x="7" y="24"/>
                    <a:pt x="9" y="23"/>
                  </a:cubicBezTo>
                  <a:cubicBezTo>
                    <a:pt x="12" y="22"/>
                    <a:pt x="14" y="23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6" y="28"/>
                    <a:pt x="15" y="30"/>
                    <a:pt x="12" y="31"/>
                  </a:cubicBezTo>
                  <a:cubicBezTo>
                    <a:pt x="12" y="31"/>
                    <a:pt x="11" y="31"/>
                    <a:pt x="11" y="31"/>
                  </a:cubicBezTo>
                  <a:cubicBezTo>
                    <a:pt x="9" y="31"/>
                    <a:pt x="7" y="30"/>
                    <a:pt x="7" y="28"/>
                  </a:cubicBezTo>
                  <a:close/>
                  <a:moveTo>
                    <a:pt x="260" y="31"/>
                  </a:moveTo>
                  <a:cubicBezTo>
                    <a:pt x="258" y="30"/>
                    <a:pt x="257" y="28"/>
                    <a:pt x="258" y="25"/>
                  </a:cubicBezTo>
                  <a:cubicBezTo>
                    <a:pt x="258" y="25"/>
                    <a:pt x="258" y="25"/>
                    <a:pt x="258" y="25"/>
                  </a:cubicBezTo>
                  <a:cubicBezTo>
                    <a:pt x="258" y="23"/>
                    <a:pt x="261" y="22"/>
                    <a:pt x="263" y="23"/>
                  </a:cubicBezTo>
                  <a:cubicBezTo>
                    <a:pt x="266" y="23"/>
                    <a:pt x="267" y="26"/>
                    <a:pt x="266" y="28"/>
                  </a:cubicBezTo>
                  <a:cubicBezTo>
                    <a:pt x="266" y="28"/>
                    <a:pt x="266" y="28"/>
                    <a:pt x="266" y="28"/>
                  </a:cubicBezTo>
                  <a:cubicBezTo>
                    <a:pt x="265" y="30"/>
                    <a:pt x="264" y="31"/>
                    <a:pt x="262" y="31"/>
                  </a:cubicBezTo>
                  <a:cubicBezTo>
                    <a:pt x="261" y="31"/>
                    <a:pt x="261" y="31"/>
                    <a:pt x="260" y="31"/>
                  </a:cubicBezTo>
                  <a:close/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1"/>
                    <a:pt x="4" y="0"/>
                  </a:cubicBezTo>
                  <a:cubicBezTo>
                    <a:pt x="6" y="0"/>
                    <a:pt x="9" y="1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8" y="8"/>
                    <a:pt x="6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3" y="9"/>
                    <a:pt x="1" y="7"/>
                    <a:pt x="0" y="5"/>
                  </a:cubicBezTo>
                  <a:close/>
                  <a:moveTo>
                    <a:pt x="267" y="9"/>
                  </a:moveTo>
                  <a:cubicBezTo>
                    <a:pt x="265" y="8"/>
                    <a:pt x="263" y="6"/>
                    <a:pt x="263" y="4"/>
                  </a:cubicBezTo>
                  <a:cubicBezTo>
                    <a:pt x="263" y="4"/>
                    <a:pt x="263" y="4"/>
                    <a:pt x="263" y="4"/>
                  </a:cubicBezTo>
                  <a:cubicBezTo>
                    <a:pt x="264" y="1"/>
                    <a:pt x="266" y="0"/>
                    <a:pt x="269" y="0"/>
                  </a:cubicBezTo>
                  <a:cubicBezTo>
                    <a:pt x="271" y="0"/>
                    <a:pt x="273" y="3"/>
                    <a:pt x="272" y="5"/>
                  </a:cubicBezTo>
                  <a:cubicBezTo>
                    <a:pt x="272" y="5"/>
                    <a:pt x="272" y="5"/>
                    <a:pt x="272" y="5"/>
                  </a:cubicBezTo>
                  <a:cubicBezTo>
                    <a:pt x="272" y="7"/>
                    <a:pt x="270" y="9"/>
                    <a:pt x="268" y="9"/>
                  </a:cubicBezTo>
                  <a:cubicBezTo>
                    <a:pt x="268" y="9"/>
                    <a:pt x="267" y="9"/>
                    <a:pt x="26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377;p50">
              <a:extLst>
                <a:ext uri="{FF2B5EF4-FFF2-40B4-BE49-F238E27FC236}">
                  <a16:creationId xmlns:a16="http://schemas.microsoft.com/office/drawing/2014/main" id="{12933CE9-2BA8-449C-B94F-6F064F787764}"/>
                </a:ext>
              </a:extLst>
            </p:cNvPr>
            <p:cNvSpPr/>
            <p:nvPr/>
          </p:nvSpPr>
          <p:spPr>
            <a:xfrm>
              <a:off x="6742113" y="857251"/>
              <a:ext cx="46038" cy="41275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6" y="11"/>
                  </a:moveTo>
                  <a:cubicBezTo>
                    <a:pt x="1" y="11"/>
                    <a:pt x="0" y="3"/>
                    <a:pt x="5" y="2"/>
                  </a:cubicBezTo>
                  <a:cubicBezTo>
                    <a:pt x="11" y="0"/>
                    <a:pt x="12" y="11"/>
                    <a:pt x="6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378;p50">
              <a:extLst>
                <a:ext uri="{FF2B5EF4-FFF2-40B4-BE49-F238E27FC236}">
                  <a16:creationId xmlns:a16="http://schemas.microsoft.com/office/drawing/2014/main" id="{3EDEAEDF-1978-419A-B1A0-C8DDC1277BBC}"/>
                </a:ext>
              </a:extLst>
            </p:cNvPr>
            <p:cNvSpPr/>
            <p:nvPr/>
          </p:nvSpPr>
          <p:spPr>
            <a:xfrm>
              <a:off x="7537451" y="758826"/>
              <a:ext cx="44450" cy="38100"/>
            </a:xfrm>
            <a:custGeom>
              <a:avLst/>
              <a:gdLst/>
              <a:ahLst/>
              <a:cxnLst/>
              <a:rect l="l" t="t" r="r" b="b"/>
              <a:pathLst>
                <a:path w="12" h="10" extrusionOk="0">
                  <a:moveTo>
                    <a:pt x="6" y="10"/>
                  </a:moveTo>
                  <a:cubicBezTo>
                    <a:pt x="1" y="10"/>
                    <a:pt x="0" y="2"/>
                    <a:pt x="5" y="1"/>
                  </a:cubicBezTo>
                  <a:cubicBezTo>
                    <a:pt x="11" y="0"/>
                    <a:pt x="12" y="10"/>
                    <a:pt x="6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379;p50">
              <a:extLst>
                <a:ext uri="{FF2B5EF4-FFF2-40B4-BE49-F238E27FC236}">
                  <a16:creationId xmlns:a16="http://schemas.microsoft.com/office/drawing/2014/main" id="{A21CA4B0-C7F5-4430-A6C4-AE7ECD562C25}"/>
                </a:ext>
              </a:extLst>
            </p:cNvPr>
            <p:cNvSpPr/>
            <p:nvPr/>
          </p:nvSpPr>
          <p:spPr>
            <a:xfrm>
              <a:off x="7548563" y="261938"/>
              <a:ext cx="1025525" cy="447675"/>
            </a:xfrm>
            <a:custGeom>
              <a:avLst/>
              <a:gdLst/>
              <a:ahLst/>
              <a:cxnLst/>
              <a:rect l="l" t="t" r="r" b="b"/>
              <a:pathLst>
                <a:path w="272" h="119" extrusionOk="0">
                  <a:moveTo>
                    <a:pt x="4" y="119"/>
                  </a:moveTo>
                  <a:cubicBezTo>
                    <a:pt x="2" y="118"/>
                    <a:pt x="0" y="116"/>
                    <a:pt x="1" y="114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1"/>
                    <a:pt x="3" y="110"/>
                    <a:pt x="6" y="110"/>
                  </a:cubicBezTo>
                  <a:cubicBezTo>
                    <a:pt x="8" y="110"/>
                    <a:pt x="10" y="113"/>
                    <a:pt x="9" y="115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9" y="117"/>
                    <a:pt x="7" y="119"/>
                    <a:pt x="5" y="119"/>
                  </a:cubicBezTo>
                  <a:cubicBezTo>
                    <a:pt x="5" y="119"/>
                    <a:pt x="5" y="119"/>
                    <a:pt x="4" y="119"/>
                  </a:cubicBezTo>
                  <a:close/>
                  <a:moveTo>
                    <a:pt x="263" y="115"/>
                  </a:moveTo>
                  <a:cubicBezTo>
                    <a:pt x="262" y="113"/>
                    <a:pt x="264" y="110"/>
                    <a:pt x="266" y="110"/>
                  </a:cubicBezTo>
                  <a:cubicBezTo>
                    <a:pt x="269" y="109"/>
                    <a:pt x="271" y="111"/>
                    <a:pt x="271" y="113"/>
                  </a:cubicBezTo>
                  <a:cubicBezTo>
                    <a:pt x="271" y="113"/>
                    <a:pt x="271" y="113"/>
                    <a:pt x="271" y="113"/>
                  </a:cubicBezTo>
                  <a:cubicBezTo>
                    <a:pt x="271" y="113"/>
                    <a:pt x="271" y="113"/>
                    <a:pt x="271" y="113"/>
                  </a:cubicBezTo>
                  <a:cubicBezTo>
                    <a:pt x="271" y="113"/>
                    <a:pt x="271" y="113"/>
                    <a:pt x="271" y="113"/>
                  </a:cubicBezTo>
                  <a:cubicBezTo>
                    <a:pt x="272" y="116"/>
                    <a:pt x="270" y="118"/>
                    <a:pt x="268" y="119"/>
                  </a:cubicBezTo>
                  <a:cubicBezTo>
                    <a:pt x="267" y="119"/>
                    <a:pt x="267" y="119"/>
                    <a:pt x="267" y="119"/>
                  </a:cubicBezTo>
                  <a:cubicBezTo>
                    <a:pt x="265" y="119"/>
                    <a:pt x="263" y="117"/>
                    <a:pt x="263" y="115"/>
                  </a:cubicBezTo>
                  <a:close/>
                  <a:moveTo>
                    <a:pt x="9" y="96"/>
                  </a:moveTo>
                  <a:cubicBezTo>
                    <a:pt x="7" y="95"/>
                    <a:pt x="6" y="93"/>
                    <a:pt x="7" y="91"/>
                  </a:cubicBezTo>
                  <a:cubicBezTo>
                    <a:pt x="7" y="91"/>
                    <a:pt x="7" y="91"/>
                    <a:pt x="7" y="91"/>
                  </a:cubicBezTo>
                  <a:cubicBezTo>
                    <a:pt x="7" y="91"/>
                    <a:pt x="7" y="91"/>
                    <a:pt x="7" y="91"/>
                  </a:cubicBezTo>
                  <a:cubicBezTo>
                    <a:pt x="7" y="91"/>
                    <a:pt x="7" y="91"/>
                    <a:pt x="7" y="91"/>
                  </a:cubicBezTo>
                  <a:cubicBezTo>
                    <a:pt x="8" y="88"/>
                    <a:pt x="10" y="87"/>
                    <a:pt x="13" y="88"/>
                  </a:cubicBezTo>
                  <a:cubicBezTo>
                    <a:pt x="15" y="89"/>
                    <a:pt x="16" y="91"/>
                    <a:pt x="15" y="94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5"/>
                    <a:pt x="13" y="96"/>
                    <a:pt x="11" y="96"/>
                  </a:cubicBezTo>
                  <a:cubicBezTo>
                    <a:pt x="11" y="96"/>
                    <a:pt x="10" y="96"/>
                    <a:pt x="9" y="96"/>
                  </a:cubicBezTo>
                  <a:close/>
                  <a:moveTo>
                    <a:pt x="257" y="93"/>
                  </a:moveTo>
                  <a:cubicBezTo>
                    <a:pt x="256" y="91"/>
                    <a:pt x="257" y="89"/>
                    <a:pt x="259" y="88"/>
                  </a:cubicBezTo>
                  <a:cubicBezTo>
                    <a:pt x="262" y="87"/>
                    <a:pt x="264" y="88"/>
                    <a:pt x="265" y="90"/>
                  </a:cubicBezTo>
                  <a:cubicBezTo>
                    <a:pt x="265" y="90"/>
                    <a:pt x="265" y="90"/>
                    <a:pt x="265" y="90"/>
                  </a:cubicBezTo>
                  <a:cubicBezTo>
                    <a:pt x="266" y="93"/>
                    <a:pt x="265" y="95"/>
                    <a:pt x="262" y="96"/>
                  </a:cubicBezTo>
                  <a:cubicBezTo>
                    <a:pt x="262" y="96"/>
                    <a:pt x="261" y="96"/>
                    <a:pt x="261" y="96"/>
                  </a:cubicBezTo>
                  <a:cubicBezTo>
                    <a:pt x="259" y="96"/>
                    <a:pt x="257" y="95"/>
                    <a:pt x="257" y="93"/>
                  </a:cubicBezTo>
                  <a:close/>
                  <a:moveTo>
                    <a:pt x="19" y="75"/>
                  </a:moveTo>
                  <a:cubicBezTo>
                    <a:pt x="16" y="74"/>
                    <a:pt x="16" y="71"/>
                    <a:pt x="17" y="69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18" y="67"/>
                    <a:pt x="21" y="66"/>
                    <a:pt x="23" y="67"/>
                  </a:cubicBezTo>
                  <a:cubicBezTo>
                    <a:pt x="25" y="68"/>
                    <a:pt x="26" y="71"/>
                    <a:pt x="25" y="73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5"/>
                    <a:pt x="22" y="75"/>
                    <a:pt x="21" y="75"/>
                  </a:cubicBezTo>
                  <a:cubicBezTo>
                    <a:pt x="20" y="75"/>
                    <a:pt x="19" y="75"/>
                    <a:pt x="19" y="75"/>
                  </a:cubicBezTo>
                  <a:close/>
                  <a:moveTo>
                    <a:pt x="247" y="73"/>
                  </a:moveTo>
                  <a:cubicBezTo>
                    <a:pt x="247" y="73"/>
                    <a:pt x="247" y="73"/>
                    <a:pt x="247" y="73"/>
                  </a:cubicBezTo>
                  <a:cubicBezTo>
                    <a:pt x="246" y="71"/>
                    <a:pt x="247" y="68"/>
                    <a:pt x="249" y="67"/>
                  </a:cubicBezTo>
                  <a:cubicBezTo>
                    <a:pt x="251" y="66"/>
                    <a:pt x="254" y="67"/>
                    <a:pt x="255" y="69"/>
                  </a:cubicBezTo>
                  <a:cubicBezTo>
                    <a:pt x="255" y="69"/>
                    <a:pt x="255" y="69"/>
                    <a:pt x="255" y="69"/>
                  </a:cubicBezTo>
                  <a:cubicBezTo>
                    <a:pt x="255" y="69"/>
                    <a:pt x="255" y="69"/>
                    <a:pt x="255" y="69"/>
                  </a:cubicBezTo>
                  <a:cubicBezTo>
                    <a:pt x="256" y="71"/>
                    <a:pt x="255" y="73"/>
                    <a:pt x="253" y="75"/>
                  </a:cubicBezTo>
                  <a:cubicBezTo>
                    <a:pt x="253" y="75"/>
                    <a:pt x="252" y="75"/>
                    <a:pt x="251" y="75"/>
                  </a:cubicBezTo>
                  <a:cubicBezTo>
                    <a:pt x="250" y="75"/>
                    <a:pt x="248" y="75"/>
                    <a:pt x="247" y="73"/>
                  </a:cubicBezTo>
                  <a:close/>
                  <a:moveTo>
                    <a:pt x="31" y="55"/>
                  </a:moveTo>
                  <a:cubicBezTo>
                    <a:pt x="29" y="54"/>
                    <a:pt x="29" y="51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2" y="47"/>
                    <a:pt x="35" y="47"/>
                    <a:pt x="37" y="49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39" y="50"/>
                    <a:pt x="39" y="53"/>
                    <a:pt x="38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6"/>
                    <a:pt x="35" y="57"/>
                    <a:pt x="34" y="57"/>
                  </a:cubicBezTo>
                  <a:cubicBezTo>
                    <a:pt x="33" y="57"/>
                    <a:pt x="32" y="56"/>
                    <a:pt x="31" y="55"/>
                  </a:cubicBezTo>
                  <a:close/>
                  <a:moveTo>
                    <a:pt x="234" y="55"/>
                  </a:moveTo>
                  <a:cubicBezTo>
                    <a:pt x="233" y="53"/>
                    <a:pt x="233" y="50"/>
                    <a:pt x="235" y="49"/>
                  </a:cubicBezTo>
                  <a:cubicBezTo>
                    <a:pt x="235" y="49"/>
                    <a:pt x="235" y="49"/>
                    <a:pt x="235" y="49"/>
                  </a:cubicBezTo>
                  <a:cubicBezTo>
                    <a:pt x="237" y="47"/>
                    <a:pt x="240" y="47"/>
                    <a:pt x="241" y="49"/>
                  </a:cubicBezTo>
                  <a:cubicBezTo>
                    <a:pt x="241" y="49"/>
                    <a:pt x="241" y="49"/>
                    <a:pt x="241" y="49"/>
                  </a:cubicBezTo>
                  <a:cubicBezTo>
                    <a:pt x="241" y="49"/>
                    <a:pt x="241" y="49"/>
                    <a:pt x="241" y="49"/>
                  </a:cubicBezTo>
                  <a:cubicBezTo>
                    <a:pt x="241" y="49"/>
                    <a:pt x="241" y="49"/>
                    <a:pt x="241" y="49"/>
                  </a:cubicBezTo>
                  <a:cubicBezTo>
                    <a:pt x="243" y="51"/>
                    <a:pt x="242" y="54"/>
                    <a:pt x="241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0" y="56"/>
                    <a:pt x="239" y="56"/>
                    <a:pt x="238" y="56"/>
                  </a:cubicBezTo>
                  <a:cubicBezTo>
                    <a:pt x="236" y="56"/>
                    <a:pt x="235" y="56"/>
                    <a:pt x="234" y="55"/>
                  </a:cubicBezTo>
                  <a:close/>
                  <a:moveTo>
                    <a:pt x="47" y="39"/>
                  </a:moveTo>
                  <a:cubicBezTo>
                    <a:pt x="46" y="37"/>
                    <a:pt x="46" y="34"/>
                    <a:pt x="48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50" y="31"/>
                    <a:pt x="52" y="31"/>
                    <a:pt x="54" y="33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5" y="35"/>
                    <a:pt x="55" y="37"/>
                    <a:pt x="53" y="39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40"/>
                    <a:pt x="52" y="40"/>
                    <a:pt x="50" y="40"/>
                  </a:cubicBezTo>
                  <a:cubicBezTo>
                    <a:pt x="49" y="40"/>
                    <a:pt x="48" y="40"/>
                    <a:pt x="47" y="39"/>
                  </a:cubicBezTo>
                  <a:close/>
                  <a:moveTo>
                    <a:pt x="218" y="39"/>
                  </a:moveTo>
                  <a:cubicBezTo>
                    <a:pt x="218" y="39"/>
                    <a:pt x="218" y="39"/>
                    <a:pt x="218" y="39"/>
                  </a:cubicBezTo>
                  <a:cubicBezTo>
                    <a:pt x="217" y="37"/>
                    <a:pt x="216" y="35"/>
                    <a:pt x="218" y="33"/>
                  </a:cubicBezTo>
                  <a:cubicBezTo>
                    <a:pt x="218" y="33"/>
                    <a:pt x="218" y="33"/>
                    <a:pt x="218" y="33"/>
                  </a:cubicBezTo>
                  <a:cubicBezTo>
                    <a:pt x="220" y="31"/>
                    <a:pt x="222" y="31"/>
                    <a:pt x="224" y="32"/>
                  </a:cubicBezTo>
                  <a:cubicBezTo>
                    <a:pt x="224" y="32"/>
                    <a:pt x="224" y="32"/>
                    <a:pt x="224" y="32"/>
                  </a:cubicBezTo>
                  <a:cubicBezTo>
                    <a:pt x="226" y="34"/>
                    <a:pt x="226" y="37"/>
                    <a:pt x="225" y="38"/>
                  </a:cubicBezTo>
                  <a:cubicBezTo>
                    <a:pt x="225" y="38"/>
                    <a:pt x="225" y="38"/>
                    <a:pt x="225" y="38"/>
                  </a:cubicBezTo>
                  <a:cubicBezTo>
                    <a:pt x="224" y="39"/>
                    <a:pt x="223" y="40"/>
                    <a:pt x="221" y="40"/>
                  </a:cubicBezTo>
                  <a:cubicBezTo>
                    <a:pt x="220" y="40"/>
                    <a:pt x="219" y="40"/>
                    <a:pt x="218" y="39"/>
                  </a:cubicBezTo>
                  <a:close/>
                  <a:moveTo>
                    <a:pt x="66" y="25"/>
                  </a:moveTo>
                  <a:cubicBezTo>
                    <a:pt x="64" y="22"/>
                    <a:pt x="65" y="20"/>
                    <a:pt x="67" y="19"/>
                  </a:cubicBezTo>
                  <a:cubicBezTo>
                    <a:pt x="67" y="19"/>
                    <a:pt x="67" y="19"/>
                    <a:pt x="67" y="19"/>
                  </a:cubicBezTo>
                  <a:cubicBezTo>
                    <a:pt x="69" y="17"/>
                    <a:pt x="72" y="18"/>
                    <a:pt x="73" y="20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74" y="22"/>
                    <a:pt x="74" y="25"/>
                    <a:pt x="72" y="26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1" y="27"/>
                    <a:pt x="70" y="27"/>
                    <a:pt x="69" y="27"/>
                  </a:cubicBezTo>
                  <a:cubicBezTo>
                    <a:pt x="68" y="27"/>
                    <a:pt x="66" y="26"/>
                    <a:pt x="66" y="25"/>
                  </a:cubicBezTo>
                  <a:close/>
                  <a:moveTo>
                    <a:pt x="200" y="26"/>
                  </a:moveTo>
                  <a:cubicBezTo>
                    <a:pt x="198" y="25"/>
                    <a:pt x="197" y="22"/>
                    <a:pt x="199" y="20"/>
                  </a:cubicBezTo>
                  <a:cubicBezTo>
                    <a:pt x="199" y="20"/>
                    <a:pt x="199" y="20"/>
                    <a:pt x="199" y="20"/>
                  </a:cubicBezTo>
                  <a:cubicBezTo>
                    <a:pt x="200" y="18"/>
                    <a:pt x="202" y="17"/>
                    <a:pt x="205" y="18"/>
                  </a:cubicBezTo>
                  <a:cubicBezTo>
                    <a:pt x="205" y="18"/>
                    <a:pt x="205" y="18"/>
                    <a:pt x="205" y="18"/>
                  </a:cubicBezTo>
                  <a:cubicBezTo>
                    <a:pt x="205" y="18"/>
                    <a:pt x="205" y="18"/>
                    <a:pt x="205" y="18"/>
                  </a:cubicBezTo>
                  <a:cubicBezTo>
                    <a:pt x="205" y="18"/>
                    <a:pt x="205" y="18"/>
                    <a:pt x="205" y="18"/>
                  </a:cubicBezTo>
                  <a:cubicBezTo>
                    <a:pt x="207" y="20"/>
                    <a:pt x="207" y="22"/>
                    <a:pt x="206" y="25"/>
                  </a:cubicBezTo>
                  <a:cubicBezTo>
                    <a:pt x="206" y="25"/>
                    <a:pt x="206" y="25"/>
                    <a:pt x="206" y="25"/>
                  </a:cubicBezTo>
                  <a:cubicBezTo>
                    <a:pt x="205" y="26"/>
                    <a:pt x="204" y="27"/>
                    <a:pt x="202" y="27"/>
                  </a:cubicBezTo>
                  <a:cubicBezTo>
                    <a:pt x="202" y="27"/>
                    <a:pt x="201" y="27"/>
                    <a:pt x="200" y="26"/>
                  </a:cubicBezTo>
                  <a:close/>
                  <a:moveTo>
                    <a:pt x="86" y="14"/>
                  </a:moveTo>
                  <a:cubicBezTo>
                    <a:pt x="85" y="12"/>
                    <a:pt x="87" y="9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91" y="8"/>
                    <a:pt x="94" y="9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3"/>
                    <a:pt x="94" y="16"/>
                    <a:pt x="92" y="17"/>
                  </a:cubicBezTo>
                  <a:cubicBezTo>
                    <a:pt x="91" y="17"/>
                    <a:pt x="91" y="17"/>
                    <a:pt x="90" y="17"/>
                  </a:cubicBezTo>
                  <a:cubicBezTo>
                    <a:pt x="89" y="17"/>
                    <a:pt x="87" y="16"/>
                    <a:pt x="86" y="14"/>
                  </a:cubicBezTo>
                  <a:close/>
                  <a:moveTo>
                    <a:pt x="180" y="17"/>
                  </a:moveTo>
                  <a:cubicBezTo>
                    <a:pt x="178" y="16"/>
                    <a:pt x="176" y="13"/>
                    <a:pt x="177" y="11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8" y="9"/>
                    <a:pt x="181" y="7"/>
                    <a:pt x="183" y="8"/>
                  </a:cubicBezTo>
                  <a:cubicBezTo>
                    <a:pt x="185" y="9"/>
                    <a:pt x="186" y="12"/>
                    <a:pt x="186" y="14"/>
                  </a:cubicBezTo>
                  <a:cubicBezTo>
                    <a:pt x="186" y="14"/>
                    <a:pt x="186" y="14"/>
                    <a:pt x="186" y="14"/>
                  </a:cubicBezTo>
                  <a:cubicBezTo>
                    <a:pt x="185" y="16"/>
                    <a:pt x="183" y="17"/>
                    <a:pt x="181" y="17"/>
                  </a:cubicBezTo>
                  <a:cubicBezTo>
                    <a:pt x="181" y="17"/>
                    <a:pt x="180" y="17"/>
                    <a:pt x="180" y="17"/>
                  </a:cubicBezTo>
                  <a:close/>
                  <a:moveTo>
                    <a:pt x="108" y="7"/>
                  </a:moveTo>
                  <a:cubicBezTo>
                    <a:pt x="108" y="5"/>
                    <a:pt x="110" y="3"/>
                    <a:pt x="112" y="2"/>
                  </a:cubicBezTo>
                  <a:cubicBezTo>
                    <a:pt x="114" y="2"/>
                    <a:pt x="117" y="3"/>
                    <a:pt x="117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18" y="8"/>
                    <a:pt x="116" y="11"/>
                    <a:pt x="114" y="11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1" y="11"/>
                    <a:pt x="109" y="9"/>
                    <a:pt x="108" y="7"/>
                  </a:cubicBezTo>
                  <a:close/>
                  <a:moveTo>
                    <a:pt x="158" y="11"/>
                  </a:moveTo>
                  <a:cubicBezTo>
                    <a:pt x="156" y="11"/>
                    <a:pt x="154" y="8"/>
                    <a:pt x="155" y="6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55" y="3"/>
                    <a:pt x="157" y="2"/>
                    <a:pt x="160" y="2"/>
                  </a:cubicBezTo>
                  <a:cubicBezTo>
                    <a:pt x="162" y="3"/>
                    <a:pt x="164" y="5"/>
                    <a:pt x="163" y="7"/>
                  </a:cubicBezTo>
                  <a:cubicBezTo>
                    <a:pt x="163" y="7"/>
                    <a:pt x="163" y="7"/>
                    <a:pt x="163" y="7"/>
                  </a:cubicBezTo>
                  <a:cubicBezTo>
                    <a:pt x="163" y="9"/>
                    <a:pt x="161" y="11"/>
                    <a:pt x="159" y="11"/>
                  </a:cubicBezTo>
                  <a:cubicBezTo>
                    <a:pt x="159" y="11"/>
                    <a:pt x="158" y="11"/>
                    <a:pt x="158" y="11"/>
                  </a:cubicBezTo>
                  <a:close/>
                  <a:moveTo>
                    <a:pt x="131" y="5"/>
                  </a:moveTo>
                  <a:cubicBezTo>
                    <a:pt x="131" y="2"/>
                    <a:pt x="133" y="0"/>
                    <a:pt x="136" y="0"/>
                  </a:cubicBezTo>
                  <a:cubicBezTo>
                    <a:pt x="138" y="0"/>
                    <a:pt x="140" y="2"/>
                    <a:pt x="140" y="5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0" y="7"/>
                    <a:pt x="138" y="9"/>
                    <a:pt x="136" y="9"/>
                  </a:cubicBezTo>
                  <a:cubicBezTo>
                    <a:pt x="133" y="9"/>
                    <a:pt x="131" y="7"/>
                    <a:pt x="131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380;p50">
              <a:extLst>
                <a:ext uri="{FF2B5EF4-FFF2-40B4-BE49-F238E27FC236}">
                  <a16:creationId xmlns:a16="http://schemas.microsoft.com/office/drawing/2014/main" id="{197B4127-68AA-4C20-ADFC-BF1BA0CC26FD}"/>
                </a:ext>
              </a:extLst>
            </p:cNvPr>
            <p:cNvSpPr/>
            <p:nvPr/>
          </p:nvSpPr>
          <p:spPr>
            <a:xfrm>
              <a:off x="8531226" y="747713"/>
              <a:ext cx="53975" cy="49213"/>
            </a:xfrm>
            <a:custGeom>
              <a:avLst/>
              <a:gdLst/>
              <a:ahLst/>
              <a:cxnLst/>
              <a:rect l="l" t="t" r="r" b="b"/>
              <a:pathLst>
                <a:path w="14" h="13" extrusionOk="0">
                  <a:moveTo>
                    <a:pt x="8" y="13"/>
                  </a:moveTo>
                  <a:cubicBezTo>
                    <a:pt x="0" y="12"/>
                    <a:pt x="5" y="0"/>
                    <a:pt x="11" y="5"/>
                  </a:cubicBezTo>
                  <a:cubicBezTo>
                    <a:pt x="14" y="8"/>
                    <a:pt x="12" y="13"/>
                    <a:pt x="8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381;p50">
              <a:extLst>
                <a:ext uri="{FF2B5EF4-FFF2-40B4-BE49-F238E27FC236}">
                  <a16:creationId xmlns:a16="http://schemas.microsoft.com/office/drawing/2014/main" id="{0BF89206-6FAC-4D26-B8EB-D33775EB72BE}"/>
                </a:ext>
              </a:extLst>
            </p:cNvPr>
            <p:cNvSpPr/>
            <p:nvPr/>
          </p:nvSpPr>
          <p:spPr>
            <a:xfrm>
              <a:off x="7743826" y="747713"/>
              <a:ext cx="53975" cy="49213"/>
            </a:xfrm>
            <a:custGeom>
              <a:avLst/>
              <a:gdLst/>
              <a:ahLst/>
              <a:cxnLst/>
              <a:rect l="l" t="t" r="r" b="b"/>
              <a:pathLst>
                <a:path w="14" h="13" extrusionOk="0">
                  <a:moveTo>
                    <a:pt x="6" y="13"/>
                  </a:moveTo>
                  <a:cubicBezTo>
                    <a:pt x="2" y="13"/>
                    <a:pt x="0" y="8"/>
                    <a:pt x="2" y="5"/>
                  </a:cubicBezTo>
                  <a:cubicBezTo>
                    <a:pt x="9" y="0"/>
                    <a:pt x="14" y="12"/>
                    <a:pt x="6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382;p50">
              <a:extLst>
                <a:ext uri="{FF2B5EF4-FFF2-40B4-BE49-F238E27FC236}">
                  <a16:creationId xmlns:a16="http://schemas.microsoft.com/office/drawing/2014/main" id="{81EFF1E7-3433-49D9-919C-E5DAC22C49C9}"/>
                </a:ext>
              </a:extLst>
            </p:cNvPr>
            <p:cNvSpPr/>
            <p:nvPr/>
          </p:nvSpPr>
          <p:spPr>
            <a:xfrm>
              <a:off x="7759701" y="468313"/>
              <a:ext cx="603250" cy="244475"/>
            </a:xfrm>
            <a:custGeom>
              <a:avLst/>
              <a:gdLst/>
              <a:ahLst/>
              <a:cxnLst/>
              <a:rect l="l" t="t" r="r" b="b"/>
              <a:pathLst>
                <a:path w="160" h="65" extrusionOk="0">
                  <a:moveTo>
                    <a:pt x="3" y="65"/>
                  </a:moveTo>
                  <a:cubicBezTo>
                    <a:pt x="1" y="64"/>
                    <a:pt x="0" y="61"/>
                    <a:pt x="0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" y="57"/>
                    <a:pt x="4" y="55"/>
                    <a:pt x="6" y="56"/>
                  </a:cubicBezTo>
                  <a:cubicBezTo>
                    <a:pt x="8" y="57"/>
                    <a:pt x="10" y="59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8" y="64"/>
                    <a:pt x="7" y="65"/>
                    <a:pt x="5" y="65"/>
                  </a:cubicBezTo>
                  <a:cubicBezTo>
                    <a:pt x="4" y="65"/>
                    <a:pt x="4" y="65"/>
                    <a:pt x="3" y="65"/>
                  </a:cubicBezTo>
                  <a:close/>
                  <a:moveTo>
                    <a:pt x="151" y="62"/>
                  </a:moveTo>
                  <a:cubicBezTo>
                    <a:pt x="150" y="59"/>
                    <a:pt x="152" y="57"/>
                    <a:pt x="154" y="56"/>
                  </a:cubicBezTo>
                  <a:cubicBezTo>
                    <a:pt x="156" y="55"/>
                    <a:pt x="159" y="57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60" y="61"/>
                    <a:pt x="159" y="64"/>
                    <a:pt x="157" y="65"/>
                  </a:cubicBezTo>
                  <a:cubicBezTo>
                    <a:pt x="156" y="65"/>
                    <a:pt x="156" y="65"/>
                    <a:pt x="155" y="65"/>
                  </a:cubicBezTo>
                  <a:cubicBezTo>
                    <a:pt x="153" y="65"/>
                    <a:pt x="152" y="63"/>
                    <a:pt x="151" y="62"/>
                  </a:cubicBezTo>
                  <a:close/>
                  <a:moveTo>
                    <a:pt x="12" y="44"/>
                  </a:moveTo>
                  <a:cubicBezTo>
                    <a:pt x="10" y="42"/>
                    <a:pt x="9" y="40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2" y="36"/>
                    <a:pt x="14" y="35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8" y="38"/>
                    <a:pt x="19" y="40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7" y="44"/>
                    <a:pt x="15" y="44"/>
                    <a:pt x="14" y="44"/>
                  </a:cubicBezTo>
                  <a:cubicBezTo>
                    <a:pt x="13" y="44"/>
                    <a:pt x="12" y="44"/>
                    <a:pt x="12" y="44"/>
                  </a:cubicBezTo>
                  <a:close/>
                  <a:moveTo>
                    <a:pt x="142" y="42"/>
                  </a:moveTo>
                  <a:cubicBezTo>
                    <a:pt x="141" y="40"/>
                    <a:pt x="141" y="38"/>
                    <a:pt x="144" y="36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46" y="35"/>
                    <a:pt x="148" y="36"/>
                    <a:pt x="150" y="38"/>
                  </a:cubicBezTo>
                  <a:cubicBezTo>
                    <a:pt x="150" y="38"/>
                    <a:pt x="150" y="38"/>
                    <a:pt x="150" y="38"/>
                  </a:cubicBezTo>
                  <a:cubicBezTo>
                    <a:pt x="151" y="40"/>
                    <a:pt x="150" y="42"/>
                    <a:pt x="148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8" y="44"/>
                    <a:pt x="147" y="44"/>
                    <a:pt x="146" y="44"/>
                  </a:cubicBezTo>
                  <a:cubicBezTo>
                    <a:pt x="145" y="44"/>
                    <a:pt x="143" y="44"/>
                    <a:pt x="142" y="42"/>
                  </a:cubicBezTo>
                  <a:close/>
                  <a:moveTo>
                    <a:pt x="25" y="26"/>
                  </a:moveTo>
                  <a:cubicBezTo>
                    <a:pt x="24" y="24"/>
                    <a:pt x="24" y="21"/>
                    <a:pt x="26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8" y="18"/>
                    <a:pt x="30" y="18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4" y="22"/>
                    <a:pt x="33" y="25"/>
                    <a:pt x="31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1" y="27"/>
                    <a:pt x="30" y="28"/>
                    <a:pt x="29" y="28"/>
                  </a:cubicBezTo>
                  <a:cubicBezTo>
                    <a:pt x="27" y="28"/>
                    <a:pt x="26" y="27"/>
                    <a:pt x="25" y="26"/>
                  </a:cubicBezTo>
                  <a:close/>
                  <a:moveTo>
                    <a:pt x="128" y="27"/>
                  </a:moveTo>
                  <a:cubicBezTo>
                    <a:pt x="127" y="25"/>
                    <a:pt x="126" y="22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30" y="18"/>
                    <a:pt x="132" y="18"/>
                    <a:pt x="134" y="20"/>
                  </a:cubicBezTo>
                  <a:cubicBezTo>
                    <a:pt x="134" y="20"/>
                    <a:pt x="134" y="20"/>
                    <a:pt x="134" y="20"/>
                  </a:cubicBezTo>
                  <a:cubicBezTo>
                    <a:pt x="136" y="21"/>
                    <a:pt x="136" y="24"/>
                    <a:pt x="135" y="26"/>
                  </a:cubicBezTo>
                  <a:cubicBezTo>
                    <a:pt x="135" y="26"/>
                    <a:pt x="135" y="26"/>
                    <a:pt x="135" y="26"/>
                  </a:cubicBezTo>
                  <a:cubicBezTo>
                    <a:pt x="134" y="27"/>
                    <a:pt x="133" y="28"/>
                    <a:pt x="131" y="28"/>
                  </a:cubicBezTo>
                  <a:cubicBezTo>
                    <a:pt x="130" y="28"/>
                    <a:pt x="129" y="27"/>
                    <a:pt x="128" y="27"/>
                  </a:cubicBezTo>
                  <a:close/>
                  <a:moveTo>
                    <a:pt x="43" y="13"/>
                  </a:moveTo>
                  <a:cubicBezTo>
                    <a:pt x="42" y="11"/>
                    <a:pt x="43" y="8"/>
                    <a:pt x="46" y="7"/>
                  </a:cubicBezTo>
                  <a:cubicBezTo>
                    <a:pt x="48" y="6"/>
                    <a:pt x="50" y="7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2" y="11"/>
                    <a:pt x="51" y="14"/>
                    <a:pt x="49" y="15"/>
                  </a:cubicBezTo>
                  <a:cubicBezTo>
                    <a:pt x="49" y="15"/>
                    <a:pt x="48" y="16"/>
                    <a:pt x="47" y="16"/>
                  </a:cubicBezTo>
                  <a:cubicBezTo>
                    <a:pt x="46" y="16"/>
                    <a:pt x="44" y="15"/>
                    <a:pt x="43" y="13"/>
                  </a:cubicBezTo>
                  <a:close/>
                  <a:moveTo>
                    <a:pt x="111" y="15"/>
                  </a:moveTo>
                  <a:cubicBezTo>
                    <a:pt x="108" y="14"/>
                    <a:pt x="107" y="11"/>
                    <a:pt x="109" y="9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10" y="7"/>
                    <a:pt x="112" y="6"/>
                    <a:pt x="114" y="7"/>
                  </a:cubicBezTo>
                  <a:cubicBezTo>
                    <a:pt x="117" y="8"/>
                    <a:pt x="118" y="11"/>
                    <a:pt x="117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6" y="15"/>
                    <a:pt x="114" y="16"/>
                    <a:pt x="113" y="16"/>
                  </a:cubicBezTo>
                  <a:cubicBezTo>
                    <a:pt x="112" y="16"/>
                    <a:pt x="111" y="15"/>
                    <a:pt x="111" y="15"/>
                  </a:cubicBezTo>
                  <a:close/>
                  <a:moveTo>
                    <a:pt x="64" y="5"/>
                  </a:moveTo>
                  <a:cubicBezTo>
                    <a:pt x="64" y="3"/>
                    <a:pt x="66" y="1"/>
                    <a:pt x="68" y="0"/>
                  </a:cubicBezTo>
                  <a:cubicBezTo>
                    <a:pt x="71" y="0"/>
                    <a:pt x="73" y="2"/>
                    <a:pt x="73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4" y="7"/>
                    <a:pt x="72" y="9"/>
                    <a:pt x="69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7" y="9"/>
                    <a:pt x="65" y="8"/>
                    <a:pt x="64" y="5"/>
                  </a:cubicBezTo>
                  <a:close/>
                  <a:moveTo>
                    <a:pt x="91" y="9"/>
                  </a:moveTo>
                  <a:cubicBezTo>
                    <a:pt x="88" y="9"/>
                    <a:pt x="86" y="7"/>
                    <a:pt x="87" y="4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9" y="0"/>
                    <a:pt x="92" y="0"/>
                  </a:cubicBezTo>
                  <a:cubicBezTo>
                    <a:pt x="94" y="1"/>
                    <a:pt x="96" y="3"/>
                    <a:pt x="96" y="5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95" y="8"/>
                    <a:pt x="93" y="9"/>
                    <a:pt x="91" y="9"/>
                  </a:cubicBezTo>
                  <a:cubicBezTo>
                    <a:pt x="91" y="9"/>
                    <a:pt x="91" y="9"/>
                    <a:pt x="9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383;p50">
              <a:extLst>
                <a:ext uri="{FF2B5EF4-FFF2-40B4-BE49-F238E27FC236}">
                  <a16:creationId xmlns:a16="http://schemas.microsoft.com/office/drawing/2014/main" id="{EE805582-BDA4-457A-998E-4231C1CE4275}"/>
                </a:ext>
              </a:extLst>
            </p:cNvPr>
            <p:cNvSpPr/>
            <p:nvPr/>
          </p:nvSpPr>
          <p:spPr>
            <a:xfrm>
              <a:off x="8324851" y="747713"/>
              <a:ext cx="52388" cy="49213"/>
            </a:xfrm>
            <a:custGeom>
              <a:avLst/>
              <a:gdLst/>
              <a:ahLst/>
              <a:cxnLst/>
              <a:rect l="l" t="t" r="r" b="b"/>
              <a:pathLst>
                <a:path w="14" h="13" extrusionOk="0">
                  <a:moveTo>
                    <a:pt x="8" y="13"/>
                  </a:moveTo>
                  <a:cubicBezTo>
                    <a:pt x="0" y="12"/>
                    <a:pt x="5" y="0"/>
                    <a:pt x="12" y="5"/>
                  </a:cubicBezTo>
                  <a:cubicBezTo>
                    <a:pt x="14" y="8"/>
                    <a:pt x="12" y="13"/>
                    <a:pt x="8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384;p50">
              <a:extLst>
                <a:ext uri="{FF2B5EF4-FFF2-40B4-BE49-F238E27FC236}">
                  <a16:creationId xmlns:a16="http://schemas.microsoft.com/office/drawing/2014/main" id="{8A545B58-B062-4D5A-A0B9-BFAFB1816DD8}"/>
                </a:ext>
              </a:extLst>
            </p:cNvPr>
            <p:cNvSpPr/>
            <p:nvPr/>
          </p:nvSpPr>
          <p:spPr>
            <a:xfrm>
              <a:off x="9542463" y="830263"/>
              <a:ext cx="55563" cy="49213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9" y="13"/>
                  </a:moveTo>
                  <a:cubicBezTo>
                    <a:pt x="0" y="13"/>
                    <a:pt x="5" y="0"/>
                    <a:pt x="12" y="6"/>
                  </a:cubicBezTo>
                  <a:cubicBezTo>
                    <a:pt x="15" y="8"/>
                    <a:pt x="12" y="13"/>
                    <a:pt x="9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385;p50">
              <a:extLst>
                <a:ext uri="{FF2B5EF4-FFF2-40B4-BE49-F238E27FC236}">
                  <a16:creationId xmlns:a16="http://schemas.microsoft.com/office/drawing/2014/main" id="{C7E5511A-6852-4603-BC9F-6B1CD2EA1319}"/>
                </a:ext>
              </a:extLst>
            </p:cNvPr>
            <p:cNvSpPr/>
            <p:nvPr/>
          </p:nvSpPr>
          <p:spPr>
            <a:xfrm>
              <a:off x="8558213" y="931863"/>
              <a:ext cx="1025525" cy="452438"/>
            </a:xfrm>
            <a:custGeom>
              <a:avLst/>
              <a:gdLst/>
              <a:ahLst/>
              <a:cxnLst/>
              <a:rect l="l" t="t" r="r" b="b"/>
              <a:pathLst>
                <a:path w="272" h="120" extrusionOk="0">
                  <a:moveTo>
                    <a:pt x="132" y="115"/>
                  </a:moveTo>
                  <a:cubicBezTo>
                    <a:pt x="132" y="113"/>
                    <a:pt x="134" y="111"/>
                    <a:pt x="136" y="111"/>
                  </a:cubicBezTo>
                  <a:cubicBezTo>
                    <a:pt x="139" y="111"/>
                    <a:pt x="141" y="113"/>
                    <a:pt x="141" y="115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41" y="118"/>
                    <a:pt x="139" y="120"/>
                    <a:pt x="136" y="120"/>
                  </a:cubicBezTo>
                  <a:cubicBezTo>
                    <a:pt x="134" y="120"/>
                    <a:pt x="132" y="118"/>
                    <a:pt x="132" y="115"/>
                  </a:cubicBezTo>
                  <a:close/>
                  <a:moveTo>
                    <a:pt x="112" y="118"/>
                  </a:moveTo>
                  <a:cubicBezTo>
                    <a:pt x="110" y="117"/>
                    <a:pt x="108" y="115"/>
                    <a:pt x="109" y="11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0"/>
                    <a:pt x="111" y="108"/>
                    <a:pt x="114" y="109"/>
                  </a:cubicBezTo>
                  <a:cubicBezTo>
                    <a:pt x="116" y="109"/>
                    <a:pt x="118" y="112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6"/>
                    <a:pt x="115" y="118"/>
                    <a:pt x="113" y="118"/>
                  </a:cubicBezTo>
                  <a:cubicBezTo>
                    <a:pt x="113" y="118"/>
                    <a:pt x="112" y="118"/>
                    <a:pt x="112" y="118"/>
                  </a:cubicBezTo>
                  <a:close/>
                  <a:moveTo>
                    <a:pt x="155" y="114"/>
                  </a:moveTo>
                  <a:cubicBezTo>
                    <a:pt x="155" y="112"/>
                    <a:pt x="156" y="109"/>
                    <a:pt x="159" y="109"/>
                  </a:cubicBezTo>
                  <a:cubicBezTo>
                    <a:pt x="161" y="108"/>
                    <a:pt x="163" y="110"/>
                    <a:pt x="164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4" y="115"/>
                    <a:pt x="163" y="117"/>
                    <a:pt x="160" y="118"/>
                  </a:cubicBezTo>
                  <a:cubicBezTo>
                    <a:pt x="160" y="118"/>
                    <a:pt x="160" y="118"/>
                    <a:pt x="159" y="118"/>
                  </a:cubicBezTo>
                  <a:cubicBezTo>
                    <a:pt x="157" y="118"/>
                    <a:pt x="155" y="116"/>
                    <a:pt x="155" y="114"/>
                  </a:cubicBezTo>
                  <a:close/>
                  <a:moveTo>
                    <a:pt x="89" y="111"/>
                  </a:moveTo>
                  <a:cubicBezTo>
                    <a:pt x="87" y="111"/>
                    <a:pt x="86" y="108"/>
                    <a:pt x="86" y="106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87" y="103"/>
                    <a:pt x="90" y="102"/>
                    <a:pt x="92" y="103"/>
                  </a:cubicBezTo>
                  <a:cubicBezTo>
                    <a:pt x="94" y="104"/>
                    <a:pt x="96" y="106"/>
                    <a:pt x="95" y="109"/>
                  </a:cubicBezTo>
                  <a:cubicBezTo>
                    <a:pt x="95" y="109"/>
                    <a:pt x="95" y="109"/>
                    <a:pt x="95" y="109"/>
                  </a:cubicBezTo>
                  <a:cubicBezTo>
                    <a:pt x="94" y="111"/>
                    <a:pt x="92" y="112"/>
                    <a:pt x="90" y="112"/>
                  </a:cubicBezTo>
                  <a:cubicBezTo>
                    <a:pt x="90" y="112"/>
                    <a:pt x="90" y="112"/>
                    <a:pt x="89" y="111"/>
                  </a:cubicBezTo>
                  <a:close/>
                  <a:moveTo>
                    <a:pt x="178" y="109"/>
                  </a:moveTo>
                  <a:cubicBezTo>
                    <a:pt x="177" y="106"/>
                    <a:pt x="178" y="104"/>
                    <a:pt x="180" y="103"/>
                  </a:cubicBezTo>
                  <a:cubicBezTo>
                    <a:pt x="183" y="102"/>
                    <a:pt x="185" y="103"/>
                    <a:pt x="186" y="106"/>
                  </a:cubicBezTo>
                  <a:cubicBezTo>
                    <a:pt x="186" y="106"/>
                    <a:pt x="186" y="106"/>
                    <a:pt x="186" y="106"/>
                  </a:cubicBezTo>
                  <a:cubicBezTo>
                    <a:pt x="187" y="108"/>
                    <a:pt x="186" y="110"/>
                    <a:pt x="183" y="111"/>
                  </a:cubicBezTo>
                  <a:cubicBezTo>
                    <a:pt x="183" y="111"/>
                    <a:pt x="182" y="112"/>
                    <a:pt x="182" y="112"/>
                  </a:cubicBezTo>
                  <a:cubicBezTo>
                    <a:pt x="180" y="112"/>
                    <a:pt x="178" y="110"/>
                    <a:pt x="178" y="109"/>
                  </a:cubicBezTo>
                  <a:close/>
                  <a:moveTo>
                    <a:pt x="67" y="101"/>
                  </a:moveTo>
                  <a:cubicBezTo>
                    <a:pt x="67" y="101"/>
                    <a:pt x="67" y="101"/>
                    <a:pt x="67" y="101"/>
                  </a:cubicBezTo>
                  <a:cubicBezTo>
                    <a:pt x="65" y="100"/>
                    <a:pt x="64" y="97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7" y="93"/>
                    <a:pt x="70" y="92"/>
                    <a:pt x="72" y="94"/>
                  </a:cubicBezTo>
                  <a:cubicBezTo>
                    <a:pt x="74" y="95"/>
                    <a:pt x="74" y="97"/>
                    <a:pt x="73" y="100"/>
                  </a:cubicBezTo>
                  <a:cubicBezTo>
                    <a:pt x="73" y="100"/>
                    <a:pt x="73" y="100"/>
                    <a:pt x="73" y="100"/>
                  </a:cubicBezTo>
                  <a:cubicBezTo>
                    <a:pt x="72" y="101"/>
                    <a:pt x="71" y="102"/>
                    <a:pt x="69" y="102"/>
                  </a:cubicBezTo>
                  <a:cubicBezTo>
                    <a:pt x="69" y="102"/>
                    <a:pt x="68" y="102"/>
                    <a:pt x="67" y="101"/>
                  </a:cubicBezTo>
                  <a:close/>
                  <a:moveTo>
                    <a:pt x="199" y="100"/>
                  </a:moveTo>
                  <a:cubicBezTo>
                    <a:pt x="198" y="97"/>
                    <a:pt x="199" y="95"/>
                    <a:pt x="201" y="93"/>
                  </a:cubicBezTo>
                  <a:cubicBezTo>
                    <a:pt x="201" y="93"/>
                    <a:pt x="201" y="93"/>
                    <a:pt x="201" y="93"/>
                  </a:cubicBezTo>
                  <a:cubicBezTo>
                    <a:pt x="203" y="92"/>
                    <a:pt x="206" y="93"/>
                    <a:pt x="207" y="95"/>
                  </a:cubicBezTo>
                  <a:cubicBezTo>
                    <a:pt x="207" y="95"/>
                    <a:pt x="207" y="95"/>
                    <a:pt x="207" y="95"/>
                  </a:cubicBezTo>
                  <a:cubicBezTo>
                    <a:pt x="208" y="97"/>
                    <a:pt x="207" y="100"/>
                    <a:pt x="205" y="101"/>
                  </a:cubicBezTo>
                  <a:cubicBezTo>
                    <a:pt x="204" y="102"/>
                    <a:pt x="204" y="102"/>
                    <a:pt x="203" y="102"/>
                  </a:cubicBezTo>
                  <a:cubicBezTo>
                    <a:pt x="201" y="102"/>
                    <a:pt x="200" y="101"/>
                    <a:pt x="199" y="100"/>
                  </a:cubicBezTo>
                  <a:close/>
                  <a:moveTo>
                    <a:pt x="48" y="87"/>
                  </a:moveTo>
                  <a:cubicBezTo>
                    <a:pt x="46" y="86"/>
                    <a:pt x="45" y="83"/>
                    <a:pt x="47" y="81"/>
                  </a:cubicBezTo>
                  <a:cubicBezTo>
                    <a:pt x="47" y="81"/>
                    <a:pt x="47" y="81"/>
                    <a:pt x="47" y="81"/>
                  </a:cubicBezTo>
                  <a:cubicBezTo>
                    <a:pt x="49" y="79"/>
                    <a:pt x="51" y="79"/>
                    <a:pt x="53" y="81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55" y="82"/>
                    <a:pt x="55" y="85"/>
                    <a:pt x="54" y="87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3" y="88"/>
                    <a:pt x="52" y="88"/>
                    <a:pt x="50" y="88"/>
                  </a:cubicBezTo>
                  <a:cubicBezTo>
                    <a:pt x="49" y="88"/>
                    <a:pt x="48" y="88"/>
                    <a:pt x="48" y="87"/>
                  </a:cubicBezTo>
                  <a:close/>
                  <a:moveTo>
                    <a:pt x="219" y="87"/>
                  </a:moveTo>
                  <a:cubicBezTo>
                    <a:pt x="217" y="85"/>
                    <a:pt x="217" y="82"/>
                    <a:pt x="219" y="81"/>
                  </a:cubicBezTo>
                  <a:cubicBezTo>
                    <a:pt x="219" y="81"/>
                    <a:pt x="219" y="81"/>
                    <a:pt x="219" y="81"/>
                  </a:cubicBezTo>
                  <a:cubicBezTo>
                    <a:pt x="221" y="79"/>
                    <a:pt x="224" y="79"/>
                    <a:pt x="225" y="81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27" y="83"/>
                    <a:pt x="227" y="86"/>
                    <a:pt x="225" y="87"/>
                  </a:cubicBezTo>
                  <a:cubicBezTo>
                    <a:pt x="225" y="87"/>
                    <a:pt x="225" y="87"/>
                    <a:pt x="225" y="87"/>
                  </a:cubicBezTo>
                  <a:cubicBezTo>
                    <a:pt x="224" y="88"/>
                    <a:pt x="223" y="88"/>
                    <a:pt x="222" y="88"/>
                  </a:cubicBezTo>
                  <a:cubicBezTo>
                    <a:pt x="221" y="88"/>
                    <a:pt x="219" y="88"/>
                    <a:pt x="219" y="87"/>
                  </a:cubicBezTo>
                  <a:close/>
                  <a:moveTo>
                    <a:pt x="30" y="70"/>
                  </a:moveTo>
                  <a:cubicBezTo>
                    <a:pt x="29" y="69"/>
                    <a:pt x="29" y="66"/>
                    <a:pt x="31" y="64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3" y="63"/>
                    <a:pt x="36" y="63"/>
                    <a:pt x="37" y="65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39" y="67"/>
                    <a:pt x="39" y="69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6" y="72"/>
                    <a:pt x="35" y="72"/>
                    <a:pt x="34" y="72"/>
                  </a:cubicBezTo>
                  <a:cubicBezTo>
                    <a:pt x="33" y="72"/>
                    <a:pt x="31" y="72"/>
                    <a:pt x="30" y="70"/>
                  </a:cubicBezTo>
                  <a:close/>
                  <a:moveTo>
                    <a:pt x="236" y="71"/>
                  </a:moveTo>
                  <a:cubicBezTo>
                    <a:pt x="234" y="69"/>
                    <a:pt x="233" y="67"/>
                    <a:pt x="235" y="65"/>
                  </a:cubicBezTo>
                  <a:cubicBezTo>
                    <a:pt x="235" y="65"/>
                    <a:pt x="235" y="65"/>
                    <a:pt x="235" y="65"/>
                  </a:cubicBezTo>
                  <a:cubicBezTo>
                    <a:pt x="237" y="63"/>
                    <a:pt x="239" y="63"/>
                    <a:pt x="241" y="64"/>
                  </a:cubicBezTo>
                  <a:cubicBezTo>
                    <a:pt x="241" y="64"/>
                    <a:pt x="241" y="64"/>
                    <a:pt x="241" y="64"/>
                  </a:cubicBezTo>
                  <a:cubicBezTo>
                    <a:pt x="243" y="66"/>
                    <a:pt x="243" y="68"/>
                    <a:pt x="242" y="70"/>
                  </a:cubicBezTo>
                  <a:cubicBezTo>
                    <a:pt x="242" y="70"/>
                    <a:pt x="242" y="70"/>
                    <a:pt x="242" y="70"/>
                  </a:cubicBezTo>
                  <a:cubicBezTo>
                    <a:pt x="241" y="71"/>
                    <a:pt x="240" y="72"/>
                    <a:pt x="238" y="72"/>
                  </a:cubicBezTo>
                  <a:cubicBezTo>
                    <a:pt x="237" y="72"/>
                    <a:pt x="236" y="72"/>
                    <a:pt x="236" y="71"/>
                  </a:cubicBezTo>
                  <a:close/>
                  <a:moveTo>
                    <a:pt x="17" y="51"/>
                  </a:moveTo>
                  <a:cubicBezTo>
                    <a:pt x="15" y="49"/>
                    <a:pt x="16" y="46"/>
                    <a:pt x="18" y="45"/>
                  </a:cubicBezTo>
                  <a:cubicBezTo>
                    <a:pt x="20" y="44"/>
                    <a:pt x="23" y="44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6" y="48"/>
                    <a:pt x="25" y="51"/>
                    <a:pt x="23" y="52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2" y="53"/>
                    <a:pt x="21" y="53"/>
                    <a:pt x="21" y="53"/>
                  </a:cubicBezTo>
                  <a:cubicBezTo>
                    <a:pt x="19" y="53"/>
                    <a:pt x="18" y="52"/>
                    <a:pt x="17" y="51"/>
                  </a:cubicBezTo>
                  <a:close/>
                  <a:moveTo>
                    <a:pt x="250" y="52"/>
                  </a:moveTo>
                  <a:cubicBezTo>
                    <a:pt x="247" y="51"/>
                    <a:pt x="247" y="48"/>
                    <a:pt x="248" y="46"/>
                  </a:cubicBezTo>
                  <a:cubicBezTo>
                    <a:pt x="248" y="46"/>
                    <a:pt x="248" y="46"/>
                    <a:pt x="248" y="46"/>
                  </a:cubicBezTo>
                  <a:cubicBezTo>
                    <a:pt x="249" y="44"/>
                    <a:pt x="252" y="43"/>
                    <a:pt x="254" y="45"/>
                  </a:cubicBezTo>
                  <a:cubicBezTo>
                    <a:pt x="256" y="46"/>
                    <a:pt x="257" y="49"/>
                    <a:pt x="256" y="51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5" y="52"/>
                    <a:pt x="253" y="53"/>
                    <a:pt x="252" y="53"/>
                  </a:cubicBezTo>
                  <a:cubicBezTo>
                    <a:pt x="251" y="53"/>
                    <a:pt x="250" y="53"/>
                    <a:pt x="250" y="52"/>
                  </a:cubicBezTo>
                  <a:close/>
                  <a:moveTo>
                    <a:pt x="6" y="29"/>
                  </a:move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7"/>
                    <a:pt x="7" y="24"/>
                    <a:pt x="9" y="23"/>
                  </a:cubicBezTo>
                  <a:cubicBezTo>
                    <a:pt x="11" y="23"/>
                    <a:pt x="14" y="24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8"/>
                    <a:pt x="14" y="31"/>
                    <a:pt x="12" y="32"/>
                  </a:cubicBezTo>
                  <a:cubicBezTo>
                    <a:pt x="12" y="32"/>
                    <a:pt x="11" y="32"/>
                    <a:pt x="11" y="32"/>
                  </a:cubicBezTo>
                  <a:cubicBezTo>
                    <a:pt x="9" y="32"/>
                    <a:pt x="7" y="31"/>
                    <a:pt x="6" y="29"/>
                  </a:cubicBezTo>
                  <a:close/>
                  <a:moveTo>
                    <a:pt x="260" y="31"/>
                  </a:moveTo>
                  <a:cubicBezTo>
                    <a:pt x="258" y="31"/>
                    <a:pt x="257" y="28"/>
                    <a:pt x="257" y="26"/>
                  </a:cubicBezTo>
                  <a:cubicBezTo>
                    <a:pt x="257" y="26"/>
                    <a:pt x="257" y="26"/>
                    <a:pt x="257" y="26"/>
                  </a:cubicBezTo>
                  <a:cubicBezTo>
                    <a:pt x="258" y="24"/>
                    <a:pt x="261" y="22"/>
                    <a:pt x="263" y="23"/>
                  </a:cubicBezTo>
                  <a:cubicBezTo>
                    <a:pt x="265" y="24"/>
                    <a:pt x="267" y="27"/>
                    <a:pt x="266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5" y="31"/>
                    <a:pt x="263" y="32"/>
                    <a:pt x="262" y="32"/>
                  </a:cubicBezTo>
                  <a:cubicBezTo>
                    <a:pt x="261" y="32"/>
                    <a:pt x="261" y="32"/>
                    <a:pt x="260" y="31"/>
                  </a:cubicBezTo>
                  <a:close/>
                  <a:moveTo>
                    <a:pt x="0" y="6"/>
                  </a:moveTo>
                  <a:cubicBezTo>
                    <a:pt x="0" y="3"/>
                    <a:pt x="1" y="1"/>
                    <a:pt x="4" y="1"/>
                  </a:cubicBezTo>
                  <a:cubicBezTo>
                    <a:pt x="9" y="0"/>
                    <a:pt x="11" y="9"/>
                    <a:pt x="5" y="9"/>
                  </a:cubicBezTo>
                  <a:cubicBezTo>
                    <a:pt x="5" y="9"/>
                    <a:pt x="5" y="10"/>
                    <a:pt x="5" y="10"/>
                  </a:cubicBezTo>
                  <a:cubicBezTo>
                    <a:pt x="2" y="10"/>
                    <a:pt x="1" y="8"/>
                    <a:pt x="0" y="6"/>
                  </a:cubicBezTo>
                  <a:close/>
                  <a:moveTo>
                    <a:pt x="267" y="9"/>
                  </a:moveTo>
                  <a:cubicBezTo>
                    <a:pt x="264" y="9"/>
                    <a:pt x="263" y="6"/>
                    <a:pt x="263" y="4"/>
                  </a:cubicBezTo>
                  <a:cubicBezTo>
                    <a:pt x="263" y="4"/>
                    <a:pt x="263" y="4"/>
                    <a:pt x="263" y="4"/>
                  </a:cubicBezTo>
                  <a:cubicBezTo>
                    <a:pt x="264" y="2"/>
                    <a:pt x="266" y="0"/>
                    <a:pt x="268" y="1"/>
                  </a:cubicBezTo>
                  <a:cubicBezTo>
                    <a:pt x="271" y="1"/>
                    <a:pt x="272" y="3"/>
                    <a:pt x="272" y="6"/>
                  </a:cubicBezTo>
                  <a:cubicBezTo>
                    <a:pt x="272" y="6"/>
                    <a:pt x="272" y="6"/>
                    <a:pt x="272" y="6"/>
                  </a:cubicBezTo>
                  <a:cubicBezTo>
                    <a:pt x="272" y="6"/>
                    <a:pt x="272" y="6"/>
                    <a:pt x="272" y="6"/>
                  </a:cubicBezTo>
                  <a:cubicBezTo>
                    <a:pt x="272" y="6"/>
                    <a:pt x="272" y="6"/>
                    <a:pt x="272" y="6"/>
                  </a:cubicBezTo>
                  <a:cubicBezTo>
                    <a:pt x="272" y="8"/>
                    <a:pt x="270" y="9"/>
                    <a:pt x="268" y="9"/>
                  </a:cubicBezTo>
                  <a:cubicBezTo>
                    <a:pt x="267" y="9"/>
                    <a:pt x="267" y="9"/>
                    <a:pt x="26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386;p50">
              <a:extLst>
                <a:ext uri="{FF2B5EF4-FFF2-40B4-BE49-F238E27FC236}">
                  <a16:creationId xmlns:a16="http://schemas.microsoft.com/office/drawing/2014/main" id="{824C925E-469F-4D43-9A29-3C502D4682E5}"/>
                </a:ext>
              </a:extLst>
            </p:cNvPr>
            <p:cNvSpPr/>
            <p:nvPr/>
          </p:nvSpPr>
          <p:spPr>
            <a:xfrm>
              <a:off x="8535988" y="830263"/>
              <a:ext cx="55563" cy="49213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9" y="13"/>
                  </a:moveTo>
                  <a:cubicBezTo>
                    <a:pt x="0" y="13"/>
                    <a:pt x="5" y="0"/>
                    <a:pt x="12" y="6"/>
                  </a:cubicBezTo>
                  <a:cubicBezTo>
                    <a:pt x="15" y="8"/>
                    <a:pt x="12" y="13"/>
                    <a:pt x="9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387;p50">
              <a:extLst>
                <a:ext uri="{FF2B5EF4-FFF2-40B4-BE49-F238E27FC236}">
                  <a16:creationId xmlns:a16="http://schemas.microsoft.com/office/drawing/2014/main" id="{BE3926A5-E64C-4532-B8B8-4B57DD45A456}"/>
                </a:ext>
              </a:extLst>
            </p:cNvPr>
            <p:cNvSpPr/>
            <p:nvPr/>
          </p:nvSpPr>
          <p:spPr>
            <a:xfrm>
              <a:off x="7537451" y="857251"/>
              <a:ext cx="49213" cy="41275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7" y="11"/>
                  </a:moveTo>
                  <a:cubicBezTo>
                    <a:pt x="0" y="11"/>
                    <a:pt x="1" y="0"/>
                    <a:pt x="8" y="2"/>
                  </a:cubicBezTo>
                  <a:cubicBezTo>
                    <a:pt x="13" y="3"/>
                    <a:pt x="12" y="11"/>
                    <a:pt x="7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388;p50">
              <a:extLst>
                <a:ext uri="{FF2B5EF4-FFF2-40B4-BE49-F238E27FC236}">
                  <a16:creationId xmlns:a16="http://schemas.microsoft.com/office/drawing/2014/main" id="{BCE6E73E-09C9-4052-8774-63001C1D60F5}"/>
                </a:ext>
              </a:extLst>
            </p:cNvPr>
            <p:cNvSpPr/>
            <p:nvPr/>
          </p:nvSpPr>
          <p:spPr>
            <a:xfrm>
              <a:off x="6964363" y="942976"/>
              <a:ext cx="606425" cy="246063"/>
            </a:xfrm>
            <a:custGeom>
              <a:avLst/>
              <a:gdLst/>
              <a:ahLst/>
              <a:cxnLst/>
              <a:rect l="l" t="t" r="r" b="b"/>
              <a:pathLst>
                <a:path w="161" h="65" extrusionOk="0">
                  <a:moveTo>
                    <a:pt x="69" y="65"/>
                  </a:moveTo>
                  <a:cubicBezTo>
                    <a:pt x="66" y="65"/>
                    <a:pt x="64" y="63"/>
                    <a:pt x="65" y="60"/>
                  </a:cubicBezTo>
                  <a:cubicBezTo>
                    <a:pt x="65" y="60"/>
                    <a:pt x="65" y="60"/>
                    <a:pt x="65" y="60"/>
                  </a:cubicBezTo>
                  <a:cubicBezTo>
                    <a:pt x="65" y="58"/>
                    <a:pt x="67" y="56"/>
                    <a:pt x="70" y="56"/>
                  </a:cubicBezTo>
                  <a:cubicBezTo>
                    <a:pt x="72" y="57"/>
                    <a:pt x="74" y="59"/>
                    <a:pt x="74" y="61"/>
                  </a:cubicBezTo>
                  <a:cubicBezTo>
                    <a:pt x="74" y="61"/>
                    <a:pt x="74" y="61"/>
                    <a:pt x="74" y="61"/>
                  </a:cubicBezTo>
                  <a:cubicBezTo>
                    <a:pt x="73" y="64"/>
                    <a:pt x="71" y="65"/>
                    <a:pt x="69" y="65"/>
                  </a:cubicBezTo>
                  <a:cubicBezTo>
                    <a:pt x="69" y="65"/>
                    <a:pt x="69" y="65"/>
                    <a:pt x="69" y="65"/>
                  </a:cubicBezTo>
                  <a:close/>
                  <a:moveTo>
                    <a:pt x="87" y="61"/>
                  </a:moveTo>
                  <a:cubicBezTo>
                    <a:pt x="87" y="59"/>
                    <a:pt x="88" y="57"/>
                    <a:pt x="91" y="56"/>
                  </a:cubicBezTo>
                  <a:cubicBezTo>
                    <a:pt x="93" y="56"/>
                    <a:pt x="96" y="58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3"/>
                    <a:pt x="95" y="65"/>
                    <a:pt x="92" y="65"/>
                  </a:cubicBezTo>
                  <a:cubicBezTo>
                    <a:pt x="92" y="65"/>
                    <a:pt x="92" y="65"/>
                    <a:pt x="91" y="65"/>
                  </a:cubicBezTo>
                  <a:cubicBezTo>
                    <a:pt x="89" y="65"/>
                    <a:pt x="87" y="64"/>
                    <a:pt x="87" y="61"/>
                  </a:cubicBezTo>
                  <a:close/>
                  <a:moveTo>
                    <a:pt x="46" y="59"/>
                  </a:moveTo>
                  <a:cubicBezTo>
                    <a:pt x="44" y="58"/>
                    <a:pt x="43" y="55"/>
                    <a:pt x="44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5" y="50"/>
                    <a:pt x="47" y="49"/>
                    <a:pt x="50" y="50"/>
                  </a:cubicBezTo>
                  <a:cubicBezTo>
                    <a:pt x="52" y="51"/>
                    <a:pt x="53" y="54"/>
                    <a:pt x="52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1" y="58"/>
                    <a:pt x="49" y="59"/>
                    <a:pt x="48" y="59"/>
                  </a:cubicBezTo>
                  <a:cubicBezTo>
                    <a:pt x="47" y="59"/>
                    <a:pt x="47" y="59"/>
                    <a:pt x="46" y="59"/>
                  </a:cubicBezTo>
                  <a:close/>
                  <a:moveTo>
                    <a:pt x="109" y="56"/>
                  </a:moveTo>
                  <a:cubicBezTo>
                    <a:pt x="108" y="54"/>
                    <a:pt x="109" y="51"/>
                    <a:pt x="111" y="50"/>
                  </a:cubicBezTo>
                  <a:cubicBezTo>
                    <a:pt x="113" y="49"/>
                    <a:pt x="116" y="50"/>
                    <a:pt x="117" y="53"/>
                  </a:cubicBezTo>
                  <a:cubicBezTo>
                    <a:pt x="117" y="53"/>
                    <a:pt x="117" y="53"/>
                    <a:pt x="117" y="53"/>
                  </a:cubicBezTo>
                  <a:cubicBezTo>
                    <a:pt x="118" y="55"/>
                    <a:pt x="117" y="58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1" y="59"/>
                    <a:pt x="110" y="58"/>
                    <a:pt x="109" y="56"/>
                  </a:cubicBezTo>
                  <a:close/>
                  <a:moveTo>
                    <a:pt x="26" y="46"/>
                  </a:moveTo>
                  <a:cubicBezTo>
                    <a:pt x="24" y="44"/>
                    <a:pt x="24" y="41"/>
                    <a:pt x="2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7" y="38"/>
                    <a:pt x="30" y="37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4" y="41"/>
                    <a:pt x="34" y="44"/>
                    <a:pt x="3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1" y="46"/>
                    <a:pt x="30" y="47"/>
                    <a:pt x="29" y="47"/>
                  </a:cubicBezTo>
                  <a:cubicBezTo>
                    <a:pt x="28" y="47"/>
                    <a:pt x="27" y="47"/>
                    <a:pt x="26" y="46"/>
                  </a:cubicBezTo>
                  <a:close/>
                  <a:moveTo>
                    <a:pt x="128" y="45"/>
                  </a:moveTo>
                  <a:cubicBezTo>
                    <a:pt x="127" y="43"/>
                    <a:pt x="127" y="41"/>
                    <a:pt x="129" y="39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31" y="37"/>
                    <a:pt x="133" y="38"/>
                    <a:pt x="135" y="40"/>
                  </a:cubicBezTo>
                  <a:cubicBezTo>
                    <a:pt x="135" y="40"/>
                    <a:pt x="135" y="40"/>
                    <a:pt x="135" y="40"/>
                  </a:cubicBezTo>
                  <a:cubicBezTo>
                    <a:pt x="137" y="41"/>
                    <a:pt x="136" y="44"/>
                    <a:pt x="135" y="46"/>
                  </a:cubicBezTo>
                  <a:cubicBezTo>
                    <a:pt x="135" y="46"/>
                    <a:pt x="135" y="46"/>
                    <a:pt x="135" y="46"/>
                  </a:cubicBezTo>
                  <a:cubicBezTo>
                    <a:pt x="135" y="46"/>
                    <a:pt x="135" y="46"/>
                    <a:pt x="135" y="46"/>
                  </a:cubicBezTo>
                  <a:cubicBezTo>
                    <a:pt x="134" y="46"/>
                    <a:pt x="133" y="47"/>
                    <a:pt x="132" y="47"/>
                  </a:cubicBezTo>
                  <a:cubicBezTo>
                    <a:pt x="130" y="47"/>
                    <a:pt x="129" y="46"/>
                    <a:pt x="128" y="45"/>
                  </a:cubicBezTo>
                  <a:close/>
                  <a:moveTo>
                    <a:pt x="11" y="28"/>
                  </a:moveTo>
                  <a:cubicBezTo>
                    <a:pt x="9" y="26"/>
                    <a:pt x="10" y="23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1"/>
                    <a:pt x="17" y="21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5"/>
                    <a:pt x="19" y="28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30"/>
                    <a:pt x="15" y="30"/>
                    <a:pt x="14" y="30"/>
                  </a:cubicBezTo>
                  <a:cubicBezTo>
                    <a:pt x="13" y="30"/>
                    <a:pt x="11" y="29"/>
                    <a:pt x="11" y="28"/>
                  </a:cubicBezTo>
                  <a:close/>
                  <a:moveTo>
                    <a:pt x="144" y="29"/>
                  </a:moveTo>
                  <a:cubicBezTo>
                    <a:pt x="142" y="28"/>
                    <a:pt x="141" y="25"/>
                    <a:pt x="143" y="23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4" y="21"/>
                    <a:pt x="147" y="20"/>
                    <a:pt x="149" y="22"/>
                  </a:cubicBezTo>
                  <a:cubicBezTo>
                    <a:pt x="149" y="22"/>
                    <a:pt x="149" y="22"/>
                    <a:pt x="149" y="22"/>
                  </a:cubicBezTo>
                  <a:cubicBezTo>
                    <a:pt x="151" y="23"/>
                    <a:pt x="151" y="26"/>
                    <a:pt x="150" y="28"/>
                  </a:cubicBezTo>
                  <a:cubicBezTo>
                    <a:pt x="150" y="28"/>
                    <a:pt x="150" y="28"/>
                    <a:pt x="150" y="28"/>
                  </a:cubicBezTo>
                  <a:cubicBezTo>
                    <a:pt x="149" y="29"/>
                    <a:pt x="148" y="30"/>
                    <a:pt x="146" y="30"/>
                  </a:cubicBezTo>
                  <a:cubicBezTo>
                    <a:pt x="145" y="30"/>
                    <a:pt x="145" y="30"/>
                    <a:pt x="144" y="29"/>
                  </a:cubicBezTo>
                  <a:close/>
                  <a:moveTo>
                    <a:pt x="1" y="7"/>
                  </a:moveTo>
                  <a:cubicBezTo>
                    <a:pt x="0" y="4"/>
                    <a:pt x="1" y="2"/>
                    <a:pt x="4" y="1"/>
                  </a:cubicBezTo>
                  <a:cubicBezTo>
                    <a:pt x="6" y="0"/>
                    <a:pt x="9" y="2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9" y="9"/>
                    <a:pt x="6" y="10"/>
                  </a:cubicBezTo>
                  <a:cubicBezTo>
                    <a:pt x="6" y="10"/>
                    <a:pt x="5" y="10"/>
                    <a:pt x="5" y="10"/>
                  </a:cubicBezTo>
                  <a:cubicBezTo>
                    <a:pt x="3" y="10"/>
                    <a:pt x="1" y="9"/>
                    <a:pt x="1" y="7"/>
                  </a:cubicBezTo>
                  <a:close/>
                  <a:moveTo>
                    <a:pt x="154" y="9"/>
                  </a:moveTo>
                  <a:cubicBezTo>
                    <a:pt x="152" y="9"/>
                    <a:pt x="151" y="6"/>
                    <a:pt x="151" y="4"/>
                  </a:cubicBezTo>
                  <a:cubicBezTo>
                    <a:pt x="151" y="4"/>
                    <a:pt x="151" y="4"/>
                    <a:pt x="151" y="4"/>
                  </a:cubicBezTo>
                  <a:cubicBezTo>
                    <a:pt x="152" y="2"/>
                    <a:pt x="155" y="0"/>
                    <a:pt x="157" y="1"/>
                  </a:cubicBezTo>
                  <a:cubicBezTo>
                    <a:pt x="159" y="2"/>
                    <a:pt x="161" y="4"/>
                    <a:pt x="160" y="6"/>
                  </a:cubicBezTo>
                  <a:cubicBezTo>
                    <a:pt x="160" y="6"/>
                    <a:pt x="160" y="6"/>
                    <a:pt x="160" y="6"/>
                  </a:cubicBezTo>
                  <a:cubicBezTo>
                    <a:pt x="160" y="6"/>
                    <a:pt x="160" y="6"/>
                    <a:pt x="160" y="6"/>
                  </a:cubicBezTo>
                  <a:cubicBezTo>
                    <a:pt x="160" y="6"/>
                    <a:pt x="160" y="6"/>
                    <a:pt x="160" y="6"/>
                  </a:cubicBezTo>
                  <a:cubicBezTo>
                    <a:pt x="159" y="8"/>
                    <a:pt x="158" y="10"/>
                    <a:pt x="156" y="10"/>
                  </a:cubicBezTo>
                  <a:cubicBezTo>
                    <a:pt x="155" y="10"/>
                    <a:pt x="155" y="10"/>
                    <a:pt x="154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389;p50">
              <a:extLst>
                <a:ext uri="{FF2B5EF4-FFF2-40B4-BE49-F238E27FC236}">
                  <a16:creationId xmlns:a16="http://schemas.microsoft.com/office/drawing/2014/main" id="{9088D410-86AF-4D68-8454-1AC0548EBFB4}"/>
                </a:ext>
              </a:extLst>
            </p:cNvPr>
            <p:cNvSpPr/>
            <p:nvPr/>
          </p:nvSpPr>
          <p:spPr>
            <a:xfrm>
              <a:off x="6942138" y="849313"/>
              <a:ext cx="52388" cy="49213"/>
            </a:xfrm>
            <a:custGeom>
              <a:avLst/>
              <a:gdLst/>
              <a:ahLst/>
              <a:cxnLst/>
              <a:rect l="l" t="t" r="r" b="b"/>
              <a:pathLst>
                <a:path w="14" h="13" extrusionOk="0">
                  <a:moveTo>
                    <a:pt x="8" y="13"/>
                  </a:moveTo>
                  <a:cubicBezTo>
                    <a:pt x="0" y="12"/>
                    <a:pt x="5" y="0"/>
                    <a:pt x="11" y="5"/>
                  </a:cubicBezTo>
                  <a:cubicBezTo>
                    <a:pt x="14" y="8"/>
                    <a:pt x="12" y="13"/>
                    <a:pt x="8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2381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Voces intelectuales</a:t>
            </a:r>
            <a:endParaRPr sz="2800" dirty="0"/>
          </a:p>
        </p:txBody>
      </p:sp>
      <p:sp>
        <p:nvSpPr>
          <p:cNvPr id="425" name="Google Shape;425;p37"/>
          <p:cNvSpPr txBox="1">
            <a:spLocks noGrp="1"/>
          </p:cNvSpPr>
          <p:nvPr>
            <p:ph type="subTitle" idx="1"/>
          </p:nvPr>
        </p:nvSpPr>
        <p:spPr>
          <a:xfrm>
            <a:off x="1294375" y="1710775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dirty="0"/>
              <a:t>Brasil. 1931-2023</a:t>
            </a:r>
            <a:endParaRPr dirty="0"/>
          </a:p>
        </p:txBody>
      </p:sp>
      <p:sp>
        <p:nvSpPr>
          <p:cNvPr id="426" name="Google Shape;426;p37"/>
          <p:cNvSpPr txBox="1">
            <a:spLocks noGrp="1"/>
          </p:cNvSpPr>
          <p:nvPr>
            <p:ph type="subTitle" idx="2"/>
          </p:nvPr>
        </p:nvSpPr>
        <p:spPr>
          <a:xfrm>
            <a:off x="1269951" y="2809514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dirty="0"/>
              <a:t>Brasil. 1936-2018</a:t>
            </a:r>
            <a:endParaRPr dirty="0"/>
          </a:p>
        </p:txBody>
      </p:sp>
      <p:sp>
        <p:nvSpPr>
          <p:cNvPr id="427" name="Google Shape;427;p37"/>
          <p:cNvSpPr txBox="1">
            <a:spLocks noGrp="1"/>
          </p:cNvSpPr>
          <p:nvPr>
            <p:ph type="subTitle" idx="3"/>
          </p:nvPr>
        </p:nvSpPr>
        <p:spPr>
          <a:xfrm>
            <a:off x="1294385" y="3872998"/>
            <a:ext cx="71298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HN" dirty="0"/>
              <a:t>Alemania. 1929-2005</a:t>
            </a:r>
            <a:endParaRPr dirty="0"/>
          </a:p>
        </p:txBody>
      </p:sp>
      <p:sp>
        <p:nvSpPr>
          <p:cNvPr id="428" name="Google Shape;428;p37"/>
          <p:cNvSpPr txBox="1">
            <a:spLocks noGrp="1"/>
          </p:cNvSpPr>
          <p:nvPr>
            <p:ph type="subTitle" idx="4"/>
          </p:nvPr>
        </p:nvSpPr>
        <p:spPr>
          <a:xfrm>
            <a:off x="1294375" y="13298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Fernando Henrique Cardoso</a:t>
            </a:r>
            <a:endParaRPr dirty="0"/>
          </a:p>
        </p:txBody>
      </p:sp>
      <p:sp>
        <p:nvSpPr>
          <p:cNvPr id="429" name="Google Shape;429;p37"/>
          <p:cNvSpPr txBox="1">
            <a:spLocks noGrp="1"/>
          </p:cNvSpPr>
          <p:nvPr>
            <p:ph type="subTitle" idx="5"/>
          </p:nvPr>
        </p:nvSpPr>
        <p:spPr>
          <a:xfrm>
            <a:off x="1294375" y="245037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Theotonio Dos Santos</a:t>
            </a:r>
            <a:endParaRPr dirty="0"/>
          </a:p>
        </p:txBody>
      </p:sp>
      <p:sp>
        <p:nvSpPr>
          <p:cNvPr id="430" name="Google Shape;430;p37"/>
          <p:cNvSpPr txBox="1">
            <a:spLocks noGrp="1"/>
          </p:cNvSpPr>
          <p:nvPr>
            <p:ph type="subTitle" idx="6"/>
          </p:nvPr>
        </p:nvSpPr>
        <p:spPr>
          <a:xfrm>
            <a:off x="1294375" y="3570925"/>
            <a:ext cx="71298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André Gunder Frank</a:t>
            </a:r>
            <a:endParaRPr dirty="0"/>
          </a:p>
        </p:txBody>
      </p:sp>
      <p:sp>
        <p:nvSpPr>
          <p:cNvPr id="431" name="Google Shape;431;p37"/>
          <p:cNvSpPr txBox="1"/>
          <p:nvPr/>
        </p:nvSpPr>
        <p:spPr>
          <a:xfrm>
            <a:off x="693051" y="1329825"/>
            <a:ext cx="576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1</a:t>
            </a:r>
            <a:endParaRPr sz="2000">
              <a:solidFill>
                <a:schemeClr val="lt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432" name="Google Shape;432;p37"/>
          <p:cNvSpPr txBox="1"/>
          <p:nvPr/>
        </p:nvSpPr>
        <p:spPr>
          <a:xfrm>
            <a:off x="693051" y="2445600"/>
            <a:ext cx="576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2</a:t>
            </a:r>
            <a:endParaRPr sz="2000">
              <a:solidFill>
                <a:schemeClr val="lt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693051" y="3561375"/>
            <a:ext cx="5769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rPr>
              <a:t>3</a:t>
            </a:r>
            <a:endParaRPr sz="2000">
              <a:solidFill>
                <a:schemeClr val="lt1"/>
              </a:solidFill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13" name="Google Shape;1392;p50">
            <a:extLst>
              <a:ext uri="{FF2B5EF4-FFF2-40B4-BE49-F238E27FC236}">
                <a16:creationId xmlns:a16="http://schemas.microsoft.com/office/drawing/2014/main" id="{4AC408F2-58A9-4092-B059-71EFFEA511EF}"/>
              </a:ext>
            </a:extLst>
          </p:cNvPr>
          <p:cNvSpPr/>
          <p:nvPr/>
        </p:nvSpPr>
        <p:spPr>
          <a:xfrm>
            <a:off x="7148489" y="2445600"/>
            <a:ext cx="1566886" cy="2929569"/>
          </a:xfrm>
          <a:custGeom>
            <a:avLst/>
            <a:gdLst/>
            <a:ahLst/>
            <a:cxnLst/>
            <a:rect l="l" t="t" r="r" b="b"/>
            <a:pathLst>
              <a:path w="710" h="1374" extrusionOk="0">
                <a:moveTo>
                  <a:pt x="710" y="1374"/>
                </a:moveTo>
                <a:cubicBezTo>
                  <a:pt x="707" y="1374"/>
                  <a:pt x="707" y="1374"/>
                  <a:pt x="707" y="1374"/>
                </a:cubicBezTo>
                <a:cubicBezTo>
                  <a:pt x="707" y="355"/>
                  <a:pt x="707" y="355"/>
                  <a:pt x="707" y="355"/>
                </a:cubicBezTo>
                <a:cubicBezTo>
                  <a:pt x="707" y="161"/>
                  <a:pt x="549" y="3"/>
                  <a:pt x="355" y="3"/>
                </a:cubicBezTo>
                <a:cubicBezTo>
                  <a:pt x="161" y="3"/>
                  <a:pt x="3" y="161"/>
                  <a:pt x="3" y="355"/>
                </a:cubicBezTo>
                <a:cubicBezTo>
                  <a:pt x="3" y="1374"/>
                  <a:pt x="3" y="1374"/>
                  <a:pt x="3" y="1374"/>
                </a:cubicBezTo>
                <a:cubicBezTo>
                  <a:pt x="0" y="1374"/>
                  <a:pt x="0" y="1374"/>
                  <a:pt x="0" y="1374"/>
                </a:cubicBezTo>
                <a:cubicBezTo>
                  <a:pt x="0" y="355"/>
                  <a:pt x="0" y="355"/>
                  <a:pt x="0" y="355"/>
                </a:cubicBezTo>
                <a:cubicBezTo>
                  <a:pt x="0" y="160"/>
                  <a:pt x="159" y="0"/>
                  <a:pt x="355" y="0"/>
                </a:cubicBezTo>
                <a:cubicBezTo>
                  <a:pt x="551" y="0"/>
                  <a:pt x="710" y="160"/>
                  <a:pt x="710" y="355"/>
                </a:cubicBezTo>
                <a:lnTo>
                  <a:pt x="710" y="137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392;p50">
            <a:extLst>
              <a:ext uri="{FF2B5EF4-FFF2-40B4-BE49-F238E27FC236}">
                <a16:creationId xmlns:a16="http://schemas.microsoft.com/office/drawing/2014/main" id="{19E984D5-279A-4F31-AEE4-7C84A4BF73FD}"/>
              </a:ext>
            </a:extLst>
          </p:cNvPr>
          <p:cNvSpPr/>
          <p:nvPr/>
        </p:nvSpPr>
        <p:spPr>
          <a:xfrm>
            <a:off x="7285226" y="2571750"/>
            <a:ext cx="1284544" cy="2567407"/>
          </a:xfrm>
          <a:custGeom>
            <a:avLst/>
            <a:gdLst/>
            <a:ahLst/>
            <a:cxnLst/>
            <a:rect l="l" t="t" r="r" b="b"/>
            <a:pathLst>
              <a:path w="710" h="1374" extrusionOk="0">
                <a:moveTo>
                  <a:pt x="710" y="1374"/>
                </a:moveTo>
                <a:cubicBezTo>
                  <a:pt x="707" y="1374"/>
                  <a:pt x="707" y="1374"/>
                  <a:pt x="707" y="1374"/>
                </a:cubicBezTo>
                <a:cubicBezTo>
                  <a:pt x="707" y="355"/>
                  <a:pt x="707" y="355"/>
                  <a:pt x="707" y="355"/>
                </a:cubicBezTo>
                <a:cubicBezTo>
                  <a:pt x="707" y="161"/>
                  <a:pt x="549" y="3"/>
                  <a:pt x="355" y="3"/>
                </a:cubicBezTo>
                <a:cubicBezTo>
                  <a:pt x="161" y="3"/>
                  <a:pt x="3" y="161"/>
                  <a:pt x="3" y="355"/>
                </a:cubicBezTo>
                <a:cubicBezTo>
                  <a:pt x="3" y="1374"/>
                  <a:pt x="3" y="1374"/>
                  <a:pt x="3" y="1374"/>
                </a:cubicBezTo>
                <a:cubicBezTo>
                  <a:pt x="0" y="1374"/>
                  <a:pt x="0" y="1374"/>
                  <a:pt x="0" y="1374"/>
                </a:cubicBezTo>
                <a:cubicBezTo>
                  <a:pt x="0" y="355"/>
                  <a:pt x="0" y="355"/>
                  <a:pt x="0" y="355"/>
                </a:cubicBezTo>
                <a:cubicBezTo>
                  <a:pt x="0" y="160"/>
                  <a:pt x="159" y="0"/>
                  <a:pt x="355" y="0"/>
                </a:cubicBezTo>
                <a:cubicBezTo>
                  <a:pt x="551" y="0"/>
                  <a:pt x="710" y="160"/>
                  <a:pt x="710" y="355"/>
                </a:cubicBezTo>
                <a:lnTo>
                  <a:pt x="710" y="137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392;p50">
            <a:extLst>
              <a:ext uri="{FF2B5EF4-FFF2-40B4-BE49-F238E27FC236}">
                <a16:creationId xmlns:a16="http://schemas.microsoft.com/office/drawing/2014/main" id="{5C8A1A38-2535-43B7-A824-C3C783E679FF}"/>
              </a:ext>
            </a:extLst>
          </p:cNvPr>
          <p:cNvSpPr/>
          <p:nvPr/>
        </p:nvSpPr>
        <p:spPr>
          <a:xfrm>
            <a:off x="7417948" y="2730265"/>
            <a:ext cx="1019099" cy="2644904"/>
          </a:xfrm>
          <a:custGeom>
            <a:avLst/>
            <a:gdLst/>
            <a:ahLst/>
            <a:cxnLst/>
            <a:rect l="l" t="t" r="r" b="b"/>
            <a:pathLst>
              <a:path w="710" h="1374" extrusionOk="0">
                <a:moveTo>
                  <a:pt x="710" y="1374"/>
                </a:moveTo>
                <a:cubicBezTo>
                  <a:pt x="707" y="1374"/>
                  <a:pt x="707" y="1374"/>
                  <a:pt x="707" y="1374"/>
                </a:cubicBezTo>
                <a:cubicBezTo>
                  <a:pt x="707" y="355"/>
                  <a:pt x="707" y="355"/>
                  <a:pt x="707" y="355"/>
                </a:cubicBezTo>
                <a:cubicBezTo>
                  <a:pt x="707" y="161"/>
                  <a:pt x="549" y="3"/>
                  <a:pt x="355" y="3"/>
                </a:cubicBezTo>
                <a:cubicBezTo>
                  <a:pt x="161" y="3"/>
                  <a:pt x="3" y="161"/>
                  <a:pt x="3" y="355"/>
                </a:cubicBezTo>
                <a:cubicBezTo>
                  <a:pt x="3" y="1374"/>
                  <a:pt x="3" y="1374"/>
                  <a:pt x="3" y="1374"/>
                </a:cubicBezTo>
                <a:cubicBezTo>
                  <a:pt x="0" y="1374"/>
                  <a:pt x="0" y="1374"/>
                  <a:pt x="0" y="1374"/>
                </a:cubicBezTo>
                <a:cubicBezTo>
                  <a:pt x="0" y="355"/>
                  <a:pt x="0" y="355"/>
                  <a:pt x="0" y="355"/>
                </a:cubicBezTo>
                <a:cubicBezTo>
                  <a:pt x="0" y="160"/>
                  <a:pt x="159" y="0"/>
                  <a:pt x="355" y="0"/>
                </a:cubicBezTo>
                <a:cubicBezTo>
                  <a:pt x="551" y="0"/>
                  <a:pt x="710" y="160"/>
                  <a:pt x="710" y="355"/>
                </a:cubicBezTo>
                <a:lnTo>
                  <a:pt x="710" y="137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Grupos de analisis</a:t>
            </a:r>
            <a:endParaRPr dirty="0"/>
          </a:p>
        </p:txBody>
      </p:sp>
      <p:sp>
        <p:nvSpPr>
          <p:cNvPr id="445" name="Google Shape;445;p39"/>
          <p:cNvSpPr txBox="1"/>
          <p:nvPr/>
        </p:nvSpPr>
        <p:spPr>
          <a:xfrm>
            <a:off x="1336924" y="1229625"/>
            <a:ext cx="3913731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Perspectiva socioeconomica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6" name="Google Shape;446;p39"/>
          <p:cNvSpPr txBox="1"/>
          <p:nvPr/>
        </p:nvSpPr>
        <p:spPr>
          <a:xfrm>
            <a:off x="604348" y="1929225"/>
            <a:ext cx="21432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Capitalista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7" name="Google Shape;447;p39"/>
          <p:cNvSpPr txBox="1"/>
          <p:nvPr/>
        </p:nvSpPr>
        <p:spPr>
          <a:xfrm>
            <a:off x="3101846" y="1929225"/>
            <a:ext cx="27753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Socialista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8" name="Google Shape;448;p39"/>
          <p:cNvSpPr txBox="1"/>
          <p:nvPr/>
        </p:nvSpPr>
        <p:spPr>
          <a:xfrm>
            <a:off x="604350" y="2351775"/>
            <a:ext cx="2143200" cy="9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Consideraban que los cambios podrian hacerse desde el modelo capitalista de las economias latinoamericanas.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9" name="Google Shape;449;p39"/>
          <p:cNvCxnSpPr>
            <a:cxnSpLocks/>
            <a:stCxn id="445" idx="2"/>
            <a:endCxn id="446" idx="0"/>
          </p:cNvCxnSpPr>
          <p:nvPr/>
        </p:nvCxnSpPr>
        <p:spPr>
          <a:xfrm rot="5400000">
            <a:off x="2304719" y="940154"/>
            <a:ext cx="360300" cy="161784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450" name="Google Shape;450;p39"/>
          <p:cNvCxnSpPr>
            <a:cxnSpLocks/>
            <a:stCxn id="445" idx="2"/>
            <a:endCxn id="447" idx="0"/>
          </p:cNvCxnSpPr>
          <p:nvPr/>
        </p:nvCxnSpPr>
        <p:spPr>
          <a:xfrm rot="16200000" flipH="1">
            <a:off x="3711493" y="1151222"/>
            <a:ext cx="360300" cy="119570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451" name="Google Shape;451;p39"/>
          <p:cNvSpPr txBox="1"/>
          <p:nvPr/>
        </p:nvSpPr>
        <p:spPr>
          <a:xfrm>
            <a:off x="6033752" y="2619500"/>
            <a:ext cx="2505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Teoria de la dependencia </a:t>
            </a:r>
            <a:endParaRPr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2" name="Google Shape;452;p39"/>
          <p:cNvSpPr txBox="1"/>
          <p:nvPr/>
        </p:nvSpPr>
        <p:spPr>
          <a:xfrm>
            <a:off x="6033748" y="3027150"/>
            <a:ext cx="2505900" cy="10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 preciso destacar que en la teoria de la dependencia se evidenciaron dos grupos diferenciados que analizaban la realidad de America Latina.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39"/>
          <p:cNvSpPr txBox="1"/>
          <p:nvPr/>
        </p:nvSpPr>
        <p:spPr>
          <a:xfrm>
            <a:off x="3274658" y="2362452"/>
            <a:ext cx="237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3293789" y="2362452"/>
            <a:ext cx="2376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Explicaban el desarrollo con teorias marxistas.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3300673" y="3513166"/>
            <a:ext cx="237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3300973" y="3027150"/>
            <a:ext cx="2376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Los cambios solo podrian ser efectivos dentro de un nuevo modelo de desarollo socialista.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57" name="Google Shape;457;p39"/>
          <p:cNvGrpSpPr/>
          <p:nvPr/>
        </p:nvGrpSpPr>
        <p:grpSpPr>
          <a:xfrm>
            <a:off x="5750023" y="1982391"/>
            <a:ext cx="156600" cy="2626326"/>
            <a:chOff x="5797375" y="1379625"/>
            <a:chExt cx="156600" cy="3268200"/>
          </a:xfrm>
        </p:grpSpPr>
        <p:cxnSp>
          <p:nvCxnSpPr>
            <p:cNvPr id="458" name="Google Shape;458;p39"/>
            <p:cNvCxnSpPr/>
            <p:nvPr/>
          </p:nvCxnSpPr>
          <p:spPr>
            <a:xfrm>
              <a:off x="5940475" y="1379625"/>
              <a:ext cx="13500" cy="3268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39"/>
            <p:cNvCxnSpPr/>
            <p:nvPr/>
          </p:nvCxnSpPr>
          <p:spPr>
            <a:xfrm>
              <a:off x="5797375" y="1379625"/>
              <a:ext cx="14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0" name="Google Shape;460;p39"/>
            <p:cNvCxnSpPr/>
            <p:nvPr/>
          </p:nvCxnSpPr>
          <p:spPr>
            <a:xfrm>
              <a:off x="5804072" y="4647825"/>
              <a:ext cx="14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1" name="Google Shape;461;p39"/>
          <p:cNvGrpSpPr/>
          <p:nvPr/>
        </p:nvGrpSpPr>
        <p:grpSpPr>
          <a:xfrm>
            <a:off x="6129846" y="2251716"/>
            <a:ext cx="388184" cy="389284"/>
            <a:chOff x="2374830" y="3782591"/>
            <a:chExt cx="388184" cy="389284"/>
          </a:xfrm>
        </p:grpSpPr>
        <p:sp>
          <p:nvSpPr>
            <p:cNvPr id="462" name="Google Shape;462;p39"/>
            <p:cNvSpPr/>
            <p:nvPr/>
          </p:nvSpPr>
          <p:spPr>
            <a:xfrm>
              <a:off x="2374830" y="3782591"/>
              <a:ext cx="388184" cy="389284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74" y="0"/>
                  </a:moveTo>
                  <a:cubicBezTo>
                    <a:pt x="33" y="0"/>
                    <a:pt x="0" y="33"/>
                    <a:pt x="0" y="74"/>
                  </a:cubicBezTo>
                  <a:cubicBezTo>
                    <a:pt x="0" y="115"/>
                    <a:pt x="33" y="149"/>
                    <a:pt x="74" y="149"/>
                  </a:cubicBezTo>
                  <a:cubicBezTo>
                    <a:pt x="115" y="149"/>
                    <a:pt x="149" y="115"/>
                    <a:pt x="149" y="74"/>
                  </a:cubicBezTo>
                  <a:cubicBezTo>
                    <a:pt x="149" y="33"/>
                    <a:pt x="115" y="0"/>
                    <a:pt x="74" y="0"/>
                  </a:cubicBezTo>
                  <a:close/>
                  <a:moveTo>
                    <a:pt x="135" y="106"/>
                  </a:moveTo>
                  <a:cubicBezTo>
                    <a:pt x="120" y="97"/>
                    <a:pt x="120" y="97"/>
                    <a:pt x="120" y="97"/>
                  </a:cubicBezTo>
                  <a:cubicBezTo>
                    <a:pt x="123" y="90"/>
                    <a:pt x="125" y="82"/>
                    <a:pt x="125" y="74"/>
                  </a:cubicBezTo>
                  <a:cubicBezTo>
                    <a:pt x="125" y="66"/>
                    <a:pt x="123" y="58"/>
                    <a:pt x="120" y="51"/>
                  </a:cubicBezTo>
                  <a:cubicBezTo>
                    <a:pt x="135" y="42"/>
                    <a:pt x="135" y="42"/>
                    <a:pt x="135" y="42"/>
                  </a:cubicBezTo>
                  <a:cubicBezTo>
                    <a:pt x="140" y="52"/>
                    <a:pt x="143" y="63"/>
                    <a:pt x="143" y="74"/>
                  </a:cubicBezTo>
                  <a:cubicBezTo>
                    <a:pt x="143" y="86"/>
                    <a:pt x="140" y="96"/>
                    <a:pt x="135" y="106"/>
                  </a:cubicBezTo>
                  <a:close/>
                  <a:moveTo>
                    <a:pt x="132" y="37"/>
                  </a:moveTo>
                  <a:cubicBezTo>
                    <a:pt x="117" y="46"/>
                    <a:pt x="117" y="46"/>
                    <a:pt x="117" y="46"/>
                  </a:cubicBezTo>
                  <a:cubicBezTo>
                    <a:pt x="113" y="40"/>
                    <a:pt x="108" y="35"/>
                    <a:pt x="102" y="32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20" y="22"/>
                    <a:pt x="127" y="29"/>
                    <a:pt x="132" y="37"/>
                  </a:cubicBezTo>
                  <a:close/>
                  <a:moveTo>
                    <a:pt x="106" y="13"/>
                  </a:moveTo>
                  <a:cubicBezTo>
                    <a:pt x="97" y="29"/>
                    <a:pt x="97" y="29"/>
                    <a:pt x="97" y="29"/>
                  </a:cubicBezTo>
                  <a:cubicBezTo>
                    <a:pt x="90" y="25"/>
                    <a:pt x="83" y="23"/>
                    <a:pt x="74" y="23"/>
                  </a:cubicBezTo>
                  <a:cubicBezTo>
                    <a:pt x="66" y="23"/>
                    <a:pt x="59" y="25"/>
                    <a:pt x="51" y="29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52" y="8"/>
                    <a:pt x="63" y="5"/>
                    <a:pt x="74" y="5"/>
                  </a:cubicBezTo>
                  <a:cubicBezTo>
                    <a:pt x="86" y="5"/>
                    <a:pt x="97" y="8"/>
                    <a:pt x="106" y="13"/>
                  </a:cubicBezTo>
                  <a:close/>
                  <a:moveTo>
                    <a:pt x="38" y="16"/>
                  </a:moveTo>
                  <a:cubicBezTo>
                    <a:pt x="46" y="32"/>
                    <a:pt x="46" y="32"/>
                    <a:pt x="46" y="32"/>
                  </a:cubicBezTo>
                  <a:cubicBezTo>
                    <a:pt x="45" y="32"/>
                    <a:pt x="44" y="33"/>
                    <a:pt x="43" y="34"/>
                  </a:cubicBezTo>
                  <a:cubicBezTo>
                    <a:pt x="39" y="37"/>
                    <a:pt x="35" y="42"/>
                    <a:pt x="32" y="46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22" y="29"/>
                    <a:pt x="29" y="22"/>
                    <a:pt x="38" y="16"/>
                  </a:cubicBezTo>
                  <a:close/>
                  <a:moveTo>
                    <a:pt x="14" y="42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27" y="54"/>
                    <a:pt x="26" y="57"/>
                    <a:pt x="25" y="60"/>
                  </a:cubicBezTo>
                  <a:cubicBezTo>
                    <a:pt x="25" y="62"/>
                    <a:pt x="26" y="64"/>
                    <a:pt x="27" y="64"/>
                  </a:cubicBezTo>
                  <a:cubicBezTo>
                    <a:pt x="29" y="64"/>
                    <a:pt x="31" y="64"/>
                    <a:pt x="31" y="62"/>
                  </a:cubicBezTo>
                  <a:cubicBezTo>
                    <a:pt x="36" y="43"/>
                    <a:pt x="54" y="29"/>
                    <a:pt x="74" y="29"/>
                  </a:cubicBezTo>
                  <a:cubicBezTo>
                    <a:pt x="99" y="29"/>
                    <a:pt x="120" y="49"/>
                    <a:pt x="120" y="74"/>
                  </a:cubicBezTo>
                  <a:cubicBezTo>
                    <a:pt x="120" y="99"/>
                    <a:pt x="99" y="119"/>
                    <a:pt x="74" y="119"/>
                  </a:cubicBezTo>
                  <a:cubicBezTo>
                    <a:pt x="54" y="119"/>
                    <a:pt x="36" y="106"/>
                    <a:pt x="31" y="86"/>
                  </a:cubicBezTo>
                  <a:cubicBezTo>
                    <a:pt x="31" y="85"/>
                    <a:pt x="29" y="84"/>
                    <a:pt x="27" y="84"/>
                  </a:cubicBezTo>
                  <a:cubicBezTo>
                    <a:pt x="26" y="85"/>
                    <a:pt x="25" y="86"/>
                    <a:pt x="25" y="88"/>
                  </a:cubicBezTo>
                  <a:cubicBezTo>
                    <a:pt x="26" y="91"/>
                    <a:pt x="27" y="94"/>
                    <a:pt x="29" y="97"/>
                  </a:cubicBezTo>
                  <a:cubicBezTo>
                    <a:pt x="14" y="106"/>
                    <a:pt x="14" y="106"/>
                    <a:pt x="14" y="106"/>
                  </a:cubicBezTo>
                  <a:cubicBezTo>
                    <a:pt x="9" y="96"/>
                    <a:pt x="6" y="86"/>
                    <a:pt x="6" y="74"/>
                  </a:cubicBezTo>
                  <a:cubicBezTo>
                    <a:pt x="6" y="63"/>
                    <a:pt x="9" y="52"/>
                    <a:pt x="14" y="42"/>
                  </a:cubicBezTo>
                  <a:close/>
                  <a:moveTo>
                    <a:pt x="16" y="111"/>
                  </a:moveTo>
                  <a:cubicBezTo>
                    <a:pt x="32" y="102"/>
                    <a:pt x="32" y="102"/>
                    <a:pt x="32" y="102"/>
                  </a:cubicBezTo>
                  <a:cubicBezTo>
                    <a:pt x="35" y="107"/>
                    <a:pt x="39" y="111"/>
                    <a:pt x="43" y="115"/>
                  </a:cubicBezTo>
                  <a:cubicBezTo>
                    <a:pt x="44" y="115"/>
                    <a:pt x="45" y="116"/>
                    <a:pt x="46" y="117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29" y="127"/>
                    <a:pt x="22" y="120"/>
                    <a:pt x="16" y="111"/>
                  </a:cubicBezTo>
                  <a:close/>
                  <a:moveTo>
                    <a:pt x="43" y="135"/>
                  </a:moveTo>
                  <a:cubicBezTo>
                    <a:pt x="51" y="120"/>
                    <a:pt x="51" y="120"/>
                    <a:pt x="51" y="120"/>
                  </a:cubicBezTo>
                  <a:cubicBezTo>
                    <a:pt x="59" y="123"/>
                    <a:pt x="66" y="125"/>
                    <a:pt x="74" y="125"/>
                  </a:cubicBezTo>
                  <a:cubicBezTo>
                    <a:pt x="83" y="125"/>
                    <a:pt x="90" y="123"/>
                    <a:pt x="97" y="120"/>
                  </a:cubicBezTo>
                  <a:cubicBezTo>
                    <a:pt x="106" y="135"/>
                    <a:pt x="106" y="135"/>
                    <a:pt x="106" y="135"/>
                  </a:cubicBezTo>
                  <a:cubicBezTo>
                    <a:pt x="97" y="140"/>
                    <a:pt x="86" y="143"/>
                    <a:pt x="74" y="143"/>
                  </a:cubicBezTo>
                  <a:cubicBezTo>
                    <a:pt x="63" y="143"/>
                    <a:pt x="52" y="140"/>
                    <a:pt x="43" y="135"/>
                  </a:cubicBezTo>
                  <a:close/>
                  <a:moveTo>
                    <a:pt x="111" y="132"/>
                  </a:moveTo>
                  <a:cubicBezTo>
                    <a:pt x="102" y="117"/>
                    <a:pt x="102" y="117"/>
                    <a:pt x="102" y="117"/>
                  </a:cubicBezTo>
                  <a:cubicBezTo>
                    <a:pt x="108" y="113"/>
                    <a:pt x="113" y="108"/>
                    <a:pt x="117" y="102"/>
                  </a:cubicBezTo>
                  <a:cubicBezTo>
                    <a:pt x="132" y="111"/>
                    <a:pt x="132" y="111"/>
                    <a:pt x="132" y="111"/>
                  </a:cubicBezTo>
                  <a:cubicBezTo>
                    <a:pt x="127" y="120"/>
                    <a:pt x="120" y="127"/>
                    <a:pt x="111" y="1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2479299" y="3877163"/>
              <a:ext cx="180346" cy="201240"/>
            </a:xfrm>
            <a:custGeom>
              <a:avLst/>
              <a:gdLst/>
              <a:ahLst/>
              <a:cxnLst/>
              <a:rect l="l" t="t" r="r" b="b"/>
              <a:pathLst>
                <a:path w="69" h="77" extrusionOk="0">
                  <a:moveTo>
                    <a:pt x="7" y="57"/>
                  </a:moveTo>
                  <a:cubicBezTo>
                    <a:pt x="7" y="57"/>
                    <a:pt x="7" y="57"/>
                    <a:pt x="7" y="57"/>
                  </a:cubicBezTo>
                  <a:cubicBezTo>
                    <a:pt x="7" y="63"/>
                    <a:pt x="10" y="68"/>
                    <a:pt x="15" y="70"/>
                  </a:cubicBezTo>
                  <a:cubicBezTo>
                    <a:pt x="17" y="74"/>
                    <a:pt x="21" y="77"/>
                    <a:pt x="26" y="77"/>
                  </a:cubicBezTo>
                  <a:cubicBezTo>
                    <a:pt x="29" y="77"/>
                    <a:pt x="32" y="75"/>
                    <a:pt x="34" y="73"/>
                  </a:cubicBezTo>
                  <a:cubicBezTo>
                    <a:pt x="37" y="75"/>
                    <a:pt x="40" y="77"/>
                    <a:pt x="43" y="77"/>
                  </a:cubicBezTo>
                  <a:cubicBezTo>
                    <a:pt x="48" y="77"/>
                    <a:pt x="52" y="74"/>
                    <a:pt x="54" y="70"/>
                  </a:cubicBezTo>
                  <a:cubicBezTo>
                    <a:pt x="59" y="68"/>
                    <a:pt x="62" y="63"/>
                    <a:pt x="62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7" y="55"/>
                    <a:pt x="69" y="50"/>
                    <a:pt x="69" y="45"/>
                  </a:cubicBezTo>
                  <a:cubicBezTo>
                    <a:pt x="69" y="41"/>
                    <a:pt x="68" y="37"/>
                    <a:pt x="64" y="34"/>
                  </a:cubicBezTo>
                  <a:cubicBezTo>
                    <a:pt x="66" y="32"/>
                    <a:pt x="66" y="30"/>
                    <a:pt x="66" y="28"/>
                  </a:cubicBezTo>
                  <a:cubicBezTo>
                    <a:pt x="66" y="24"/>
                    <a:pt x="64" y="20"/>
                    <a:pt x="61" y="17"/>
                  </a:cubicBezTo>
                  <a:cubicBezTo>
                    <a:pt x="61" y="17"/>
                    <a:pt x="61" y="16"/>
                    <a:pt x="61" y="15"/>
                  </a:cubicBezTo>
                  <a:cubicBezTo>
                    <a:pt x="60" y="10"/>
                    <a:pt x="57" y="6"/>
                    <a:pt x="52" y="6"/>
                  </a:cubicBezTo>
                  <a:cubicBezTo>
                    <a:pt x="51" y="6"/>
                    <a:pt x="50" y="6"/>
                    <a:pt x="50" y="6"/>
                  </a:cubicBezTo>
                  <a:cubicBezTo>
                    <a:pt x="49" y="2"/>
                    <a:pt x="45" y="0"/>
                    <a:pt x="41" y="0"/>
                  </a:cubicBezTo>
                  <a:cubicBezTo>
                    <a:pt x="38" y="0"/>
                    <a:pt x="36" y="1"/>
                    <a:pt x="34" y="2"/>
                  </a:cubicBezTo>
                  <a:cubicBezTo>
                    <a:pt x="33" y="1"/>
                    <a:pt x="31" y="0"/>
                    <a:pt x="28" y="0"/>
                  </a:cubicBezTo>
                  <a:cubicBezTo>
                    <a:pt x="24" y="0"/>
                    <a:pt x="20" y="2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3" y="6"/>
                    <a:pt x="9" y="10"/>
                    <a:pt x="8" y="15"/>
                  </a:cubicBezTo>
                  <a:cubicBezTo>
                    <a:pt x="8" y="16"/>
                    <a:pt x="8" y="17"/>
                    <a:pt x="8" y="17"/>
                  </a:cubicBezTo>
                  <a:cubicBezTo>
                    <a:pt x="5" y="20"/>
                    <a:pt x="3" y="24"/>
                    <a:pt x="3" y="28"/>
                  </a:cubicBezTo>
                  <a:cubicBezTo>
                    <a:pt x="3" y="30"/>
                    <a:pt x="3" y="32"/>
                    <a:pt x="5" y="34"/>
                  </a:cubicBezTo>
                  <a:cubicBezTo>
                    <a:pt x="1" y="37"/>
                    <a:pt x="0" y="41"/>
                    <a:pt x="0" y="45"/>
                  </a:cubicBezTo>
                  <a:cubicBezTo>
                    <a:pt x="0" y="50"/>
                    <a:pt x="2" y="55"/>
                    <a:pt x="7" y="57"/>
                  </a:cubicBezTo>
                  <a:close/>
                  <a:moveTo>
                    <a:pt x="41" y="5"/>
                  </a:moveTo>
                  <a:cubicBezTo>
                    <a:pt x="43" y="5"/>
                    <a:pt x="44" y="6"/>
                    <a:pt x="44" y="8"/>
                  </a:cubicBezTo>
                  <a:cubicBezTo>
                    <a:pt x="43" y="9"/>
                    <a:pt x="42" y="10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2" y="15"/>
                    <a:pt x="43" y="15"/>
                    <a:pt x="44" y="15"/>
                  </a:cubicBezTo>
                  <a:cubicBezTo>
                    <a:pt x="45" y="15"/>
                    <a:pt x="47" y="15"/>
                    <a:pt x="47" y="13"/>
                  </a:cubicBezTo>
                  <a:cubicBezTo>
                    <a:pt x="47" y="12"/>
                    <a:pt x="48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50" y="11"/>
                    <a:pt x="52" y="12"/>
                    <a:pt x="53" y="12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5" y="15"/>
                    <a:pt x="56" y="16"/>
                    <a:pt x="55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9"/>
                    <a:pt x="54" y="20"/>
                    <a:pt x="52" y="21"/>
                  </a:cubicBezTo>
                  <a:cubicBezTo>
                    <a:pt x="52" y="21"/>
                    <a:pt x="52" y="21"/>
                    <a:pt x="52" y="22"/>
                  </a:cubicBezTo>
                  <a:cubicBezTo>
                    <a:pt x="51" y="24"/>
                    <a:pt x="53" y="26"/>
                    <a:pt x="54" y="26"/>
                  </a:cubicBezTo>
                  <a:cubicBezTo>
                    <a:pt x="55" y="26"/>
                    <a:pt x="55" y="26"/>
                    <a:pt x="56" y="25"/>
                  </a:cubicBezTo>
                  <a:cubicBezTo>
                    <a:pt x="57" y="25"/>
                    <a:pt x="58" y="24"/>
                    <a:pt x="59" y="23"/>
                  </a:cubicBezTo>
                  <a:cubicBezTo>
                    <a:pt x="60" y="24"/>
                    <a:pt x="61" y="26"/>
                    <a:pt x="61" y="28"/>
                  </a:cubicBezTo>
                  <a:cubicBezTo>
                    <a:pt x="61" y="29"/>
                    <a:pt x="60" y="30"/>
                    <a:pt x="59" y="32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7" y="31"/>
                    <a:pt x="54" y="33"/>
                    <a:pt x="56" y="36"/>
                  </a:cubicBezTo>
                  <a:cubicBezTo>
                    <a:pt x="56" y="36"/>
                    <a:pt x="56" y="37"/>
                    <a:pt x="57" y="37"/>
                  </a:cubicBezTo>
                  <a:cubicBezTo>
                    <a:pt x="57" y="37"/>
                    <a:pt x="58" y="37"/>
                    <a:pt x="59" y="38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2" y="39"/>
                    <a:pt x="64" y="42"/>
                    <a:pt x="64" y="45"/>
                  </a:cubicBezTo>
                  <a:cubicBezTo>
                    <a:pt x="64" y="49"/>
                    <a:pt x="62" y="52"/>
                    <a:pt x="58" y="53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57" y="53"/>
                    <a:pt x="56" y="54"/>
                    <a:pt x="55" y="54"/>
                  </a:cubicBezTo>
                  <a:cubicBezTo>
                    <a:pt x="54" y="54"/>
                    <a:pt x="53" y="53"/>
                    <a:pt x="52" y="53"/>
                  </a:cubicBezTo>
                  <a:cubicBezTo>
                    <a:pt x="52" y="53"/>
                    <a:pt x="51" y="53"/>
                    <a:pt x="51" y="53"/>
                  </a:cubicBezTo>
                  <a:cubicBezTo>
                    <a:pt x="48" y="55"/>
                    <a:pt x="49" y="58"/>
                    <a:pt x="51" y="59"/>
                  </a:cubicBezTo>
                  <a:cubicBezTo>
                    <a:pt x="53" y="59"/>
                    <a:pt x="54" y="59"/>
                    <a:pt x="55" y="59"/>
                  </a:cubicBezTo>
                  <a:cubicBezTo>
                    <a:pt x="56" y="59"/>
                    <a:pt x="56" y="59"/>
                    <a:pt x="56" y="59"/>
                  </a:cubicBezTo>
                  <a:cubicBezTo>
                    <a:pt x="56" y="62"/>
                    <a:pt x="54" y="64"/>
                    <a:pt x="51" y="64"/>
                  </a:cubicBezTo>
                  <a:cubicBezTo>
                    <a:pt x="51" y="64"/>
                    <a:pt x="51" y="64"/>
                    <a:pt x="51" y="65"/>
                  </a:cubicBezTo>
                  <a:cubicBezTo>
                    <a:pt x="51" y="66"/>
                    <a:pt x="50" y="66"/>
                    <a:pt x="50" y="65"/>
                  </a:cubicBezTo>
                  <a:cubicBezTo>
                    <a:pt x="48" y="63"/>
                    <a:pt x="45" y="64"/>
                    <a:pt x="44" y="66"/>
                  </a:cubicBezTo>
                  <a:cubicBezTo>
                    <a:pt x="44" y="68"/>
                    <a:pt x="45" y="69"/>
                    <a:pt x="47" y="70"/>
                  </a:cubicBezTo>
                  <a:cubicBezTo>
                    <a:pt x="47" y="70"/>
                    <a:pt x="47" y="70"/>
                    <a:pt x="47" y="70"/>
                  </a:cubicBezTo>
                  <a:cubicBezTo>
                    <a:pt x="45" y="72"/>
                    <a:pt x="41" y="72"/>
                    <a:pt x="38" y="69"/>
                  </a:cubicBezTo>
                  <a:cubicBezTo>
                    <a:pt x="38" y="68"/>
                    <a:pt x="37" y="68"/>
                    <a:pt x="37" y="6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8" y="53"/>
                    <a:pt x="40" y="51"/>
                    <a:pt x="42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6" y="52"/>
                    <a:pt x="48" y="50"/>
                    <a:pt x="47" y="47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6"/>
                    <a:pt x="43" y="45"/>
                    <a:pt x="42" y="45"/>
                  </a:cubicBezTo>
                  <a:cubicBezTo>
                    <a:pt x="40" y="45"/>
                    <a:pt x="39" y="46"/>
                    <a:pt x="37" y="46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7"/>
                    <a:pt x="39" y="5"/>
                    <a:pt x="41" y="5"/>
                  </a:cubicBezTo>
                  <a:close/>
                  <a:moveTo>
                    <a:pt x="10" y="38"/>
                  </a:moveTo>
                  <a:cubicBezTo>
                    <a:pt x="10" y="38"/>
                    <a:pt x="10" y="38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3" y="37"/>
                    <a:pt x="14" y="35"/>
                    <a:pt x="14" y="33"/>
                  </a:cubicBezTo>
                  <a:cubicBezTo>
                    <a:pt x="13" y="32"/>
                    <a:pt x="12" y="31"/>
                    <a:pt x="10" y="31"/>
                  </a:cubicBezTo>
                  <a:cubicBezTo>
                    <a:pt x="10" y="31"/>
                    <a:pt x="10" y="31"/>
                    <a:pt x="10" y="32"/>
                  </a:cubicBezTo>
                  <a:cubicBezTo>
                    <a:pt x="9" y="30"/>
                    <a:pt x="8" y="29"/>
                    <a:pt x="8" y="28"/>
                  </a:cubicBezTo>
                  <a:cubicBezTo>
                    <a:pt x="8" y="26"/>
                    <a:pt x="9" y="24"/>
                    <a:pt x="10" y="23"/>
                  </a:cubicBezTo>
                  <a:cubicBezTo>
                    <a:pt x="11" y="24"/>
                    <a:pt x="12" y="25"/>
                    <a:pt x="13" y="25"/>
                  </a:cubicBezTo>
                  <a:cubicBezTo>
                    <a:pt x="14" y="26"/>
                    <a:pt x="14" y="26"/>
                    <a:pt x="15" y="26"/>
                  </a:cubicBezTo>
                  <a:cubicBezTo>
                    <a:pt x="16" y="26"/>
                    <a:pt x="18" y="24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5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4" y="14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2"/>
                    <a:pt x="19" y="11"/>
                    <a:pt x="20" y="12"/>
                  </a:cubicBezTo>
                  <a:cubicBezTo>
                    <a:pt x="20" y="12"/>
                    <a:pt x="20" y="12"/>
                    <a:pt x="21" y="12"/>
                  </a:cubicBezTo>
                  <a:cubicBezTo>
                    <a:pt x="21" y="11"/>
                    <a:pt x="22" y="12"/>
                    <a:pt x="22" y="12"/>
                  </a:cubicBezTo>
                  <a:cubicBezTo>
                    <a:pt x="22" y="14"/>
                    <a:pt x="23" y="15"/>
                    <a:pt x="25" y="15"/>
                  </a:cubicBezTo>
                  <a:cubicBezTo>
                    <a:pt x="26" y="15"/>
                    <a:pt x="27" y="15"/>
                    <a:pt x="28" y="13"/>
                  </a:cubicBezTo>
                  <a:cubicBezTo>
                    <a:pt x="28" y="13"/>
                    <a:pt x="28" y="12"/>
                    <a:pt x="28" y="12"/>
                  </a:cubicBezTo>
                  <a:cubicBezTo>
                    <a:pt x="27" y="10"/>
                    <a:pt x="26" y="9"/>
                    <a:pt x="25" y="8"/>
                  </a:cubicBezTo>
                  <a:cubicBezTo>
                    <a:pt x="25" y="5"/>
                    <a:pt x="29" y="4"/>
                    <a:pt x="31" y="7"/>
                  </a:cubicBezTo>
                  <a:cubicBezTo>
                    <a:pt x="31" y="7"/>
                    <a:pt x="32" y="7"/>
                    <a:pt x="32" y="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1" y="18"/>
                    <a:pt x="31" y="18"/>
                    <a:pt x="30" y="18"/>
                  </a:cubicBezTo>
                  <a:cubicBezTo>
                    <a:pt x="29" y="18"/>
                    <a:pt x="29" y="18"/>
                    <a:pt x="28" y="18"/>
                  </a:cubicBezTo>
                  <a:cubicBezTo>
                    <a:pt x="28" y="18"/>
                    <a:pt x="28" y="17"/>
                    <a:pt x="28" y="18"/>
                  </a:cubicBezTo>
                  <a:cubicBezTo>
                    <a:pt x="24" y="19"/>
                    <a:pt x="25" y="23"/>
                    <a:pt x="28" y="24"/>
                  </a:cubicBezTo>
                  <a:cubicBezTo>
                    <a:pt x="28" y="24"/>
                    <a:pt x="29" y="24"/>
                    <a:pt x="30" y="24"/>
                  </a:cubicBezTo>
                  <a:cubicBezTo>
                    <a:pt x="30" y="24"/>
                    <a:pt x="31" y="24"/>
                    <a:pt x="32" y="24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2" y="68"/>
                    <a:pt x="31" y="68"/>
                    <a:pt x="31" y="68"/>
                  </a:cubicBezTo>
                  <a:cubicBezTo>
                    <a:pt x="28" y="72"/>
                    <a:pt x="25" y="72"/>
                    <a:pt x="22" y="70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25" y="69"/>
                    <a:pt x="26" y="66"/>
                    <a:pt x="23" y="64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1" y="64"/>
                    <a:pt x="19" y="64"/>
                    <a:pt x="18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5" y="64"/>
                    <a:pt x="13" y="62"/>
                    <a:pt x="13" y="59"/>
                  </a:cubicBezTo>
                  <a:cubicBezTo>
                    <a:pt x="13" y="59"/>
                    <a:pt x="13" y="59"/>
                    <a:pt x="14" y="59"/>
                  </a:cubicBezTo>
                  <a:cubicBezTo>
                    <a:pt x="15" y="59"/>
                    <a:pt x="16" y="59"/>
                    <a:pt x="18" y="59"/>
                  </a:cubicBezTo>
                  <a:cubicBezTo>
                    <a:pt x="19" y="59"/>
                    <a:pt x="20" y="57"/>
                    <a:pt x="20" y="55"/>
                  </a:cubicBezTo>
                  <a:cubicBezTo>
                    <a:pt x="19" y="54"/>
                    <a:pt x="18" y="53"/>
                    <a:pt x="16" y="53"/>
                  </a:cubicBezTo>
                  <a:cubicBezTo>
                    <a:pt x="15" y="54"/>
                    <a:pt x="15" y="54"/>
                    <a:pt x="14" y="54"/>
                  </a:cubicBezTo>
                  <a:cubicBezTo>
                    <a:pt x="13" y="54"/>
                    <a:pt x="12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7" y="52"/>
                    <a:pt x="5" y="49"/>
                    <a:pt x="5" y="45"/>
                  </a:cubicBezTo>
                  <a:cubicBezTo>
                    <a:pt x="5" y="42"/>
                    <a:pt x="7" y="39"/>
                    <a:pt x="10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2517787" y="3953040"/>
              <a:ext cx="29692" cy="43987"/>
            </a:xfrm>
            <a:custGeom>
              <a:avLst/>
              <a:gdLst/>
              <a:ahLst/>
              <a:cxnLst/>
              <a:rect l="l" t="t" r="r" b="b"/>
              <a:pathLst>
                <a:path w="11" h="17" extrusionOk="0">
                  <a:moveTo>
                    <a:pt x="3" y="17"/>
                  </a:moveTo>
                  <a:cubicBezTo>
                    <a:pt x="3" y="17"/>
                    <a:pt x="3" y="17"/>
                    <a:pt x="4" y="17"/>
                  </a:cubicBezTo>
                  <a:cubicBezTo>
                    <a:pt x="8" y="15"/>
                    <a:pt x="11" y="11"/>
                    <a:pt x="11" y="7"/>
                  </a:cubicBezTo>
                  <a:cubicBezTo>
                    <a:pt x="11" y="5"/>
                    <a:pt x="10" y="3"/>
                    <a:pt x="10" y="2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4" y="2"/>
                    <a:pt x="4" y="4"/>
                    <a:pt x="5" y="5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9"/>
                    <a:pt x="4" y="10"/>
                    <a:pt x="2" y="11"/>
                  </a:cubicBezTo>
                  <a:cubicBezTo>
                    <a:pt x="0" y="11"/>
                    <a:pt x="0" y="13"/>
                    <a:pt x="0" y="15"/>
                  </a:cubicBezTo>
                  <a:cubicBezTo>
                    <a:pt x="0" y="16"/>
                    <a:pt x="1" y="17"/>
                    <a:pt x="3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2585967" y="3928847"/>
              <a:ext cx="28591" cy="39588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9" y="15"/>
                    <a:pt x="10" y="15"/>
                    <a:pt x="10" y="13"/>
                  </a:cubicBezTo>
                  <a:cubicBezTo>
                    <a:pt x="11" y="12"/>
                    <a:pt x="10" y="10"/>
                    <a:pt x="8" y="10"/>
                  </a:cubicBezTo>
                  <a:cubicBezTo>
                    <a:pt x="7" y="9"/>
                    <a:pt x="6" y="8"/>
                    <a:pt x="6" y="7"/>
                  </a:cubicBezTo>
                  <a:cubicBezTo>
                    <a:pt x="6" y="6"/>
                    <a:pt x="6" y="6"/>
                    <a:pt x="6" y="5"/>
                  </a:cubicBezTo>
                  <a:cubicBezTo>
                    <a:pt x="7" y="4"/>
                    <a:pt x="7" y="2"/>
                    <a:pt x="5" y="1"/>
                  </a:cubicBezTo>
                  <a:cubicBezTo>
                    <a:pt x="4" y="0"/>
                    <a:pt x="2" y="1"/>
                    <a:pt x="1" y="2"/>
                  </a:cubicBezTo>
                  <a:cubicBezTo>
                    <a:pt x="0" y="4"/>
                    <a:pt x="0" y="5"/>
                    <a:pt x="0" y="7"/>
                  </a:cubicBezTo>
                  <a:cubicBezTo>
                    <a:pt x="0" y="11"/>
                    <a:pt x="3" y="14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2435312" y="3968435"/>
              <a:ext cx="17595" cy="15395"/>
            </a:xfrm>
            <a:custGeom>
              <a:avLst/>
              <a:gdLst/>
              <a:ahLst/>
              <a:cxnLst/>
              <a:rect l="l" t="t" r="r" b="b"/>
              <a:pathLst>
                <a:path w="7" h="6" extrusionOk="0">
                  <a:moveTo>
                    <a:pt x="3" y="6"/>
                  </a:moveTo>
                  <a:cubicBezTo>
                    <a:pt x="5" y="6"/>
                    <a:pt x="7" y="4"/>
                    <a:pt x="6" y="2"/>
                  </a:cubicBezTo>
                  <a:cubicBezTo>
                    <a:pt x="5" y="1"/>
                    <a:pt x="5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4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 txBox="1">
            <a:spLocks noGrp="1"/>
          </p:cNvSpPr>
          <p:nvPr>
            <p:ph type="title"/>
          </p:nvPr>
        </p:nvSpPr>
        <p:spPr>
          <a:xfrm>
            <a:off x="996149" y="2474600"/>
            <a:ext cx="6326195" cy="17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¿Como superar el sub desarrollo?</a:t>
            </a:r>
            <a:endParaRPr sz="5400" dirty="0"/>
          </a:p>
        </p:txBody>
      </p:sp>
      <p:sp>
        <p:nvSpPr>
          <p:cNvPr id="366" name="Google Shape;366;p35"/>
          <p:cNvSpPr/>
          <p:nvPr/>
        </p:nvSpPr>
        <p:spPr>
          <a:xfrm>
            <a:off x="7070287" y="-1846893"/>
            <a:ext cx="2720976" cy="4967292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35"/>
          <p:cNvGrpSpPr/>
          <p:nvPr/>
        </p:nvGrpSpPr>
        <p:grpSpPr>
          <a:xfrm>
            <a:off x="-792263" y="-1494461"/>
            <a:ext cx="3409951" cy="2797182"/>
            <a:chOff x="-792263" y="-1494461"/>
            <a:chExt cx="3409951" cy="2797182"/>
          </a:xfrm>
        </p:grpSpPr>
        <p:sp>
          <p:nvSpPr>
            <p:cNvPr id="368" name="Google Shape;368;p35"/>
            <p:cNvSpPr/>
            <p:nvPr/>
          </p:nvSpPr>
          <p:spPr>
            <a:xfrm rot="5400000">
              <a:off x="-22325" y="-1337292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9" name="Google Shape;369;p35"/>
            <p:cNvGrpSpPr/>
            <p:nvPr/>
          </p:nvGrpSpPr>
          <p:grpSpPr>
            <a:xfrm rot="5400000">
              <a:off x="7325" y="-131592"/>
              <a:ext cx="2797175" cy="71438"/>
              <a:chOff x="969625" y="5671683"/>
              <a:chExt cx="2797175" cy="71438"/>
            </a:xfrm>
          </p:grpSpPr>
          <p:sp>
            <p:nvSpPr>
              <p:cNvPr id="370" name="Google Shape;370;p35"/>
              <p:cNvSpPr/>
              <p:nvPr/>
            </p:nvSpPr>
            <p:spPr>
              <a:xfrm>
                <a:off x="969625" y="5700202"/>
                <a:ext cx="26973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35"/>
              <p:cNvSpPr/>
              <p:nvPr/>
            </p:nvSpPr>
            <p:spPr>
              <a:xfrm>
                <a:off x="3644562" y="5671683"/>
                <a:ext cx="1222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7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35"/>
              <p:cNvSpPr/>
              <p:nvPr/>
            </p:nvSpPr>
            <p:spPr>
              <a:xfrm>
                <a:off x="3644562" y="5671683"/>
                <a:ext cx="1222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7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Como lograrlo</a:t>
            </a:r>
            <a:endParaRPr dirty="0"/>
          </a:p>
        </p:txBody>
      </p:sp>
      <p:sp>
        <p:nvSpPr>
          <p:cNvPr id="439" name="Google Shape;439;p3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Char char="●"/>
            </a:pPr>
            <a:r>
              <a:rPr lang="es-HN" dirty="0"/>
              <a:t>Abrir las puertas a la inversión extranjera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Char char="●"/>
            </a:pPr>
            <a:r>
              <a:rPr lang="es-HN" dirty="0"/>
              <a:t>Oportunidades educativas en el exterior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Char char="●"/>
            </a:pPr>
            <a:r>
              <a:rPr lang="es-HN" dirty="0"/>
              <a:t>Copiando las bondades de países desarrollados.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Char char="●"/>
            </a:pPr>
            <a:r>
              <a:rPr lang="es-HN" dirty="0"/>
              <a:t>Reforma educativa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Char char="●"/>
            </a:pPr>
            <a:r>
              <a:rPr lang="es-HN" dirty="0"/>
              <a:t>Promover un cambio de actitud en los empresarios Latinoamericanos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Char char="●"/>
            </a:pPr>
            <a:r>
              <a:rPr lang="es-HN" dirty="0"/>
              <a:t>Prestamos</a:t>
            </a:r>
          </a:p>
          <a:p>
            <a:pPr marL="13970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endParaRPr dirty="0"/>
          </a:p>
        </p:txBody>
      </p:sp>
      <p:grpSp>
        <p:nvGrpSpPr>
          <p:cNvPr id="4" name="Google Shape;732;p48">
            <a:extLst>
              <a:ext uri="{FF2B5EF4-FFF2-40B4-BE49-F238E27FC236}">
                <a16:creationId xmlns:a16="http://schemas.microsoft.com/office/drawing/2014/main" id="{9D2E9034-8600-4F87-95AE-522B0F5436E6}"/>
              </a:ext>
            </a:extLst>
          </p:cNvPr>
          <p:cNvGrpSpPr/>
          <p:nvPr/>
        </p:nvGrpSpPr>
        <p:grpSpPr>
          <a:xfrm>
            <a:off x="-1130357" y="3375576"/>
            <a:ext cx="2602525" cy="2542598"/>
            <a:chOff x="8062342" y="3181962"/>
            <a:chExt cx="368433" cy="378361"/>
          </a:xfrm>
        </p:grpSpPr>
        <p:sp>
          <p:nvSpPr>
            <p:cNvPr id="5" name="Google Shape;733;p48">
              <a:extLst>
                <a:ext uri="{FF2B5EF4-FFF2-40B4-BE49-F238E27FC236}">
                  <a16:creationId xmlns:a16="http://schemas.microsoft.com/office/drawing/2014/main" id="{4E1D23EB-3AA7-48AA-B5A5-FC894E1F3EE4}"/>
                </a:ext>
              </a:extLst>
            </p:cNvPr>
            <p:cNvSpPr/>
            <p:nvPr/>
          </p:nvSpPr>
          <p:spPr>
            <a:xfrm>
              <a:off x="8325982" y="3307715"/>
              <a:ext cx="16547" cy="18753"/>
            </a:xfrm>
            <a:custGeom>
              <a:avLst/>
              <a:gdLst/>
              <a:ahLst/>
              <a:cxnLst/>
              <a:rect l="l" t="t" r="r" b="b"/>
              <a:pathLst>
                <a:path w="6" h="7" extrusionOk="0">
                  <a:moveTo>
                    <a:pt x="1" y="6"/>
                  </a:moveTo>
                  <a:cubicBezTo>
                    <a:pt x="1" y="6"/>
                    <a:pt x="2" y="7"/>
                    <a:pt x="3" y="7"/>
                  </a:cubicBezTo>
                  <a:cubicBezTo>
                    <a:pt x="4" y="7"/>
                    <a:pt x="5" y="6"/>
                    <a:pt x="5" y="6"/>
                  </a:cubicBezTo>
                  <a:cubicBezTo>
                    <a:pt x="6" y="5"/>
                    <a:pt x="6" y="3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3"/>
                    <a:pt x="0" y="4"/>
                    <a:pt x="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734;p48">
              <a:extLst>
                <a:ext uri="{FF2B5EF4-FFF2-40B4-BE49-F238E27FC236}">
                  <a16:creationId xmlns:a16="http://schemas.microsoft.com/office/drawing/2014/main" id="{53FD8165-4254-49CB-A38F-A28F02DA375D}"/>
                </a:ext>
              </a:extLst>
            </p:cNvPr>
            <p:cNvSpPr/>
            <p:nvPr/>
          </p:nvSpPr>
          <p:spPr>
            <a:xfrm>
              <a:off x="8100951" y="3181962"/>
              <a:ext cx="291216" cy="378361"/>
            </a:xfrm>
            <a:custGeom>
              <a:avLst/>
              <a:gdLst/>
              <a:ahLst/>
              <a:cxnLst/>
              <a:rect l="l" t="t" r="r" b="b"/>
              <a:pathLst>
                <a:path w="111" h="144" extrusionOk="0">
                  <a:moveTo>
                    <a:pt x="94" y="57"/>
                  </a:moveTo>
                  <a:cubicBezTo>
                    <a:pt x="92" y="58"/>
                    <a:pt x="92" y="60"/>
                    <a:pt x="93" y="61"/>
                  </a:cubicBezTo>
                  <a:cubicBezTo>
                    <a:pt x="104" y="78"/>
                    <a:pt x="103" y="95"/>
                    <a:pt x="101" y="102"/>
                  </a:cubicBezTo>
                  <a:cubicBezTo>
                    <a:pt x="98" y="111"/>
                    <a:pt x="90" y="123"/>
                    <a:pt x="78" y="131"/>
                  </a:cubicBezTo>
                  <a:cubicBezTo>
                    <a:pt x="80" y="127"/>
                    <a:pt x="82" y="123"/>
                    <a:pt x="82" y="118"/>
                  </a:cubicBezTo>
                  <a:cubicBezTo>
                    <a:pt x="82" y="108"/>
                    <a:pt x="75" y="100"/>
                    <a:pt x="68" y="94"/>
                  </a:cubicBezTo>
                  <a:cubicBezTo>
                    <a:pt x="64" y="89"/>
                    <a:pt x="60" y="85"/>
                    <a:pt x="59" y="80"/>
                  </a:cubicBezTo>
                  <a:cubicBezTo>
                    <a:pt x="59" y="79"/>
                    <a:pt x="58" y="78"/>
                    <a:pt x="57" y="77"/>
                  </a:cubicBezTo>
                  <a:cubicBezTo>
                    <a:pt x="56" y="77"/>
                    <a:pt x="55" y="77"/>
                    <a:pt x="54" y="78"/>
                  </a:cubicBezTo>
                  <a:cubicBezTo>
                    <a:pt x="36" y="97"/>
                    <a:pt x="31" y="105"/>
                    <a:pt x="31" y="118"/>
                  </a:cubicBezTo>
                  <a:cubicBezTo>
                    <a:pt x="31" y="124"/>
                    <a:pt x="33" y="129"/>
                    <a:pt x="36" y="134"/>
                  </a:cubicBezTo>
                  <a:cubicBezTo>
                    <a:pt x="23" y="128"/>
                    <a:pt x="12" y="116"/>
                    <a:pt x="8" y="97"/>
                  </a:cubicBezTo>
                  <a:cubicBezTo>
                    <a:pt x="4" y="77"/>
                    <a:pt x="12" y="66"/>
                    <a:pt x="19" y="57"/>
                  </a:cubicBezTo>
                  <a:cubicBezTo>
                    <a:pt x="20" y="56"/>
                    <a:pt x="21" y="55"/>
                    <a:pt x="21" y="53"/>
                  </a:cubicBezTo>
                  <a:cubicBezTo>
                    <a:pt x="25" y="65"/>
                    <a:pt x="31" y="73"/>
                    <a:pt x="38" y="76"/>
                  </a:cubicBezTo>
                  <a:cubicBezTo>
                    <a:pt x="41" y="77"/>
                    <a:pt x="44" y="76"/>
                    <a:pt x="46" y="74"/>
                  </a:cubicBezTo>
                  <a:cubicBezTo>
                    <a:pt x="53" y="69"/>
                    <a:pt x="52" y="63"/>
                    <a:pt x="50" y="57"/>
                  </a:cubicBezTo>
                  <a:cubicBezTo>
                    <a:pt x="49" y="50"/>
                    <a:pt x="47" y="42"/>
                    <a:pt x="51" y="31"/>
                  </a:cubicBezTo>
                  <a:cubicBezTo>
                    <a:pt x="55" y="20"/>
                    <a:pt x="61" y="14"/>
                    <a:pt x="66" y="11"/>
                  </a:cubicBezTo>
                  <a:cubicBezTo>
                    <a:pt x="67" y="9"/>
                    <a:pt x="69" y="9"/>
                    <a:pt x="70" y="8"/>
                  </a:cubicBezTo>
                  <a:cubicBezTo>
                    <a:pt x="70" y="16"/>
                    <a:pt x="71" y="31"/>
                    <a:pt x="80" y="45"/>
                  </a:cubicBezTo>
                  <a:cubicBezTo>
                    <a:pt x="81" y="47"/>
                    <a:pt x="83" y="47"/>
                    <a:pt x="84" y="46"/>
                  </a:cubicBezTo>
                  <a:cubicBezTo>
                    <a:pt x="86" y="45"/>
                    <a:pt x="86" y="43"/>
                    <a:pt x="85" y="42"/>
                  </a:cubicBezTo>
                  <a:cubicBezTo>
                    <a:pt x="74" y="25"/>
                    <a:pt x="76" y="4"/>
                    <a:pt x="76" y="4"/>
                  </a:cubicBezTo>
                  <a:cubicBezTo>
                    <a:pt x="77" y="3"/>
                    <a:pt x="76" y="2"/>
                    <a:pt x="76" y="1"/>
                  </a:cubicBezTo>
                  <a:cubicBezTo>
                    <a:pt x="75" y="1"/>
                    <a:pt x="74" y="0"/>
                    <a:pt x="73" y="1"/>
                  </a:cubicBezTo>
                  <a:cubicBezTo>
                    <a:pt x="72" y="1"/>
                    <a:pt x="55" y="4"/>
                    <a:pt x="45" y="29"/>
                  </a:cubicBezTo>
                  <a:cubicBezTo>
                    <a:pt x="41" y="42"/>
                    <a:pt x="43" y="51"/>
                    <a:pt x="44" y="58"/>
                  </a:cubicBezTo>
                  <a:cubicBezTo>
                    <a:pt x="46" y="64"/>
                    <a:pt x="46" y="67"/>
                    <a:pt x="43" y="70"/>
                  </a:cubicBezTo>
                  <a:cubicBezTo>
                    <a:pt x="42" y="70"/>
                    <a:pt x="41" y="71"/>
                    <a:pt x="40" y="70"/>
                  </a:cubicBezTo>
                  <a:cubicBezTo>
                    <a:pt x="35" y="68"/>
                    <a:pt x="29" y="60"/>
                    <a:pt x="25" y="44"/>
                  </a:cubicBezTo>
                  <a:cubicBezTo>
                    <a:pt x="25" y="43"/>
                    <a:pt x="24" y="42"/>
                    <a:pt x="22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1" y="42"/>
                    <a:pt x="20" y="43"/>
                    <a:pt x="19" y="44"/>
                  </a:cubicBezTo>
                  <a:cubicBezTo>
                    <a:pt x="19" y="47"/>
                    <a:pt x="16" y="50"/>
                    <a:pt x="14" y="54"/>
                  </a:cubicBezTo>
                  <a:cubicBezTo>
                    <a:pt x="10" y="58"/>
                    <a:pt x="6" y="63"/>
                    <a:pt x="4" y="71"/>
                  </a:cubicBezTo>
                  <a:cubicBezTo>
                    <a:pt x="1" y="79"/>
                    <a:pt x="0" y="88"/>
                    <a:pt x="2" y="98"/>
                  </a:cubicBezTo>
                  <a:cubicBezTo>
                    <a:pt x="5" y="112"/>
                    <a:pt x="11" y="123"/>
                    <a:pt x="21" y="132"/>
                  </a:cubicBezTo>
                  <a:cubicBezTo>
                    <a:pt x="31" y="139"/>
                    <a:pt x="43" y="144"/>
                    <a:pt x="55" y="144"/>
                  </a:cubicBezTo>
                  <a:cubicBezTo>
                    <a:pt x="85" y="144"/>
                    <a:pt x="102" y="119"/>
                    <a:pt x="106" y="104"/>
                  </a:cubicBezTo>
                  <a:cubicBezTo>
                    <a:pt x="109" y="96"/>
                    <a:pt x="111" y="76"/>
                    <a:pt x="98" y="58"/>
                  </a:cubicBezTo>
                  <a:cubicBezTo>
                    <a:pt x="97" y="56"/>
                    <a:pt x="95" y="56"/>
                    <a:pt x="94" y="57"/>
                  </a:cubicBezTo>
                  <a:close/>
                  <a:moveTo>
                    <a:pt x="55" y="86"/>
                  </a:moveTo>
                  <a:cubicBezTo>
                    <a:pt x="57" y="90"/>
                    <a:pt x="60" y="94"/>
                    <a:pt x="64" y="98"/>
                  </a:cubicBezTo>
                  <a:cubicBezTo>
                    <a:pt x="70" y="104"/>
                    <a:pt x="75" y="110"/>
                    <a:pt x="75" y="118"/>
                  </a:cubicBezTo>
                  <a:cubicBezTo>
                    <a:pt x="75" y="128"/>
                    <a:pt x="68" y="136"/>
                    <a:pt x="59" y="137"/>
                  </a:cubicBezTo>
                  <a:cubicBezTo>
                    <a:pt x="58" y="137"/>
                    <a:pt x="57" y="137"/>
                    <a:pt x="56" y="137"/>
                  </a:cubicBezTo>
                  <a:cubicBezTo>
                    <a:pt x="45" y="137"/>
                    <a:pt x="37" y="129"/>
                    <a:pt x="37" y="118"/>
                  </a:cubicBezTo>
                  <a:cubicBezTo>
                    <a:pt x="37" y="108"/>
                    <a:pt x="41" y="102"/>
                    <a:pt x="55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735;p48">
              <a:extLst>
                <a:ext uri="{FF2B5EF4-FFF2-40B4-BE49-F238E27FC236}">
                  <a16:creationId xmlns:a16="http://schemas.microsoft.com/office/drawing/2014/main" id="{DCB04A84-DEFD-49EB-AF7B-BEC4481BF5AB}"/>
                </a:ext>
              </a:extLst>
            </p:cNvPr>
            <p:cNvSpPr/>
            <p:nvPr/>
          </p:nvSpPr>
          <p:spPr>
            <a:xfrm>
              <a:off x="8386651" y="3227190"/>
              <a:ext cx="44124" cy="41918"/>
            </a:xfrm>
            <a:custGeom>
              <a:avLst/>
              <a:gdLst/>
              <a:ahLst/>
              <a:cxnLst/>
              <a:rect l="l" t="t" r="r" b="b"/>
              <a:pathLst>
                <a:path w="17" h="16" extrusionOk="0">
                  <a:moveTo>
                    <a:pt x="16" y="1"/>
                  </a:moveTo>
                  <a:cubicBezTo>
                    <a:pt x="14" y="0"/>
                    <a:pt x="12" y="0"/>
                    <a:pt x="11" y="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12"/>
                    <a:pt x="0" y="14"/>
                    <a:pt x="2" y="15"/>
                  </a:cubicBezTo>
                  <a:cubicBezTo>
                    <a:pt x="2" y="15"/>
                    <a:pt x="3" y="16"/>
                    <a:pt x="4" y="16"/>
                  </a:cubicBezTo>
                  <a:cubicBezTo>
                    <a:pt x="4" y="16"/>
                    <a:pt x="5" y="15"/>
                    <a:pt x="6" y="1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4"/>
                    <a:pt x="17" y="2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36;p48">
              <a:extLst>
                <a:ext uri="{FF2B5EF4-FFF2-40B4-BE49-F238E27FC236}">
                  <a16:creationId xmlns:a16="http://schemas.microsoft.com/office/drawing/2014/main" id="{24568654-8661-407B-9683-328305EEC872}"/>
                </a:ext>
              </a:extLst>
            </p:cNvPr>
            <p:cNvSpPr/>
            <p:nvPr/>
          </p:nvSpPr>
          <p:spPr>
            <a:xfrm>
              <a:off x="8386651" y="3286757"/>
              <a:ext cx="26474" cy="24268"/>
            </a:xfrm>
            <a:custGeom>
              <a:avLst/>
              <a:gdLst/>
              <a:ahLst/>
              <a:cxnLst/>
              <a:rect l="l" t="t" r="r" b="b"/>
              <a:pathLst>
                <a:path w="10" h="9" extrusionOk="0">
                  <a:moveTo>
                    <a:pt x="6" y="1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2"/>
                    <a:pt x="0" y="4"/>
                    <a:pt x="2" y="5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7" y="9"/>
                  </a:cubicBezTo>
                  <a:cubicBezTo>
                    <a:pt x="8" y="9"/>
                    <a:pt x="9" y="9"/>
                    <a:pt x="9" y="9"/>
                  </a:cubicBezTo>
                  <a:cubicBezTo>
                    <a:pt x="10" y="7"/>
                    <a:pt x="10" y="5"/>
                    <a:pt x="9" y="4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37;p48">
              <a:extLst>
                <a:ext uri="{FF2B5EF4-FFF2-40B4-BE49-F238E27FC236}">
                  <a16:creationId xmlns:a16="http://schemas.microsoft.com/office/drawing/2014/main" id="{FEE05353-3AB3-44A0-A81E-2DE08A4D94E8}"/>
                </a:ext>
              </a:extLst>
            </p:cNvPr>
            <p:cNvSpPr/>
            <p:nvPr/>
          </p:nvSpPr>
          <p:spPr>
            <a:xfrm>
              <a:off x="8344734" y="3242633"/>
              <a:ext cx="26474" cy="26474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4" y="9"/>
                  </a:moveTo>
                  <a:cubicBezTo>
                    <a:pt x="5" y="9"/>
                    <a:pt x="6" y="10"/>
                    <a:pt x="6" y="10"/>
                  </a:cubicBezTo>
                  <a:cubicBezTo>
                    <a:pt x="7" y="10"/>
                    <a:pt x="8" y="9"/>
                    <a:pt x="9" y="9"/>
                  </a:cubicBezTo>
                  <a:cubicBezTo>
                    <a:pt x="10" y="8"/>
                    <a:pt x="10" y="6"/>
                    <a:pt x="9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lnTo>
                    <a:pt x="4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38;p48">
              <a:extLst>
                <a:ext uri="{FF2B5EF4-FFF2-40B4-BE49-F238E27FC236}">
                  <a16:creationId xmlns:a16="http://schemas.microsoft.com/office/drawing/2014/main" id="{ED995937-2A8E-4DE9-8DC3-6313434055E1}"/>
                </a:ext>
              </a:extLst>
            </p:cNvPr>
            <p:cNvSpPr/>
            <p:nvPr/>
          </p:nvSpPr>
          <p:spPr>
            <a:xfrm>
              <a:off x="8121909" y="3242633"/>
              <a:ext cx="28680" cy="26474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4" y="10"/>
                  </a:moveTo>
                  <a:cubicBezTo>
                    <a:pt x="5" y="10"/>
                    <a:pt x="5" y="9"/>
                    <a:pt x="6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1" y="4"/>
                    <a:pt x="11" y="2"/>
                    <a:pt x="9" y="1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6"/>
                    <a:pt x="0" y="7"/>
                    <a:pt x="2" y="9"/>
                  </a:cubicBezTo>
                  <a:cubicBezTo>
                    <a:pt x="2" y="9"/>
                    <a:pt x="3" y="10"/>
                    <a:pt x="4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9;p48">
              <a:extLst>
                <a:ext uri="{FF2B5EF4-FFF2-40B4-BE49-F238E27FC236}">
                  <a16:creationId xmlns:a16="http://schemas.microsoft.com/office/drawing/2014/main" id="{5A9CB872-4A94-41C5-8B99-41B39D709EA9}"/>
                </a:ext>
              </a:extLst>
            </p:cNvPr>
            <p:cNvSpPr/>
            <p:nvPr/>
          </p:nvSpPr>
          <p:spPr>
            <a:xfrm>
              <a:off x="8079991" y="3284550"/>
              <a:ext cx="26474" cy="26474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9" y="2"/>
                  </a:moveTo>
                  <a:cubicBezTo>
                    <a:pt x="7" y="0"/>
                    <a:pt x="6" y="0"/>
                    <a:pt x="4" y="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6"/>
                    <a:pt x="0" y="8"/>
                    <a:pt x="1" y="9"/>
                  </a:cubicBezTo>
                  <a:cubicBezTo>
                    <a:pt x="1" y="10"/>
                    <a:pt x="2" y="10"/>
                    <a:pt x="3" y="10"/>
                  </a:cubicBezTo>
                  <a:cubicBezTo>
                    <a:pt x="4" y="10"/>
                    <a:pt x="5" y="10"/>
                    <a:pt x="5" y="9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5"/>
                    <a:pt x="10" y="3"/>
                    <a:pt x="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740;p48">
              <a:extLst>
                <a:ext uri="{FF2B5EF4-FFF2-40B4-BE49-F238E27FC236}">
                  <a16:creationId xmlns:a16="http://schemas.microsoft.com/office/drawing/2014/main" id="{04FD8D3C-3F5C-4363-9DF6-5A805CF39AC1}"/>
                </a:ext>
              </a:extLst>
            </p:cNvPr>
            <p:cNvSpPr/>
            <p:nvPr/>
          </p:nvSpPr>
          <p:spPr>
            <a:xfrm>
              <a:off x="8062342" y="3223880"/>
              <a:ext cx="38609" cy="37505"/>
            </a:xfrm>
            <a:custGeom>
              <a:avLst/>
              <a:gdLst/>
              <a:ahLst/>
              <a:cxnLst/>
              <a:rect l="l" t="t" r="r" b="b"/>
              <a:pathLst>
                <a:path w="15" h="14" extrusionOk="0">
                  <a:moveTo>
                    <a:pt x="11" y="14"/>
                  </a:moveTo>
                  <a:cubicBezTo>
                    <a:pt x="12" y="14"/>
                    <a:pt x="13" y="14"/>
                    <a:pt x="13" y="13"/>
                  </a:cubicBezTo>
                  <a:cubicBezTo>
                    <a:pt x="15" y="12"/>
                    <a:pt x="15" y="10"/>
                    <a:pt x="13" y="9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4"/>
                    <a:pt x="10" y="14"/>
                    <a:pt x="11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41;p48">
              <a:extLst>
                <a:ext uri="{FF2B5EF4-FFF2-40B4-BE49-F238E27FC236}">
                  <a16:creationId xmlns:a16="http://schemas.microsoft.com/office/drawing/2014/main" id="{A9C24C4D-8767-4E65-B075-2F6393D410EF}"/>
                </a:ext>
              </a:extLst>
            </p:cNvPr>
            <p:cNvSpPr/>
            <p:nvPr/>
          </p:nvSpPr>
          <p:spPr>
            <a:xfrm>
              <a:off x="8239940" y="3484210"/>
              <a:ext cx="41918" cy="41918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3" y="16"/>
                  </a:moveTo>
                  <a:cubicBezTo>
                    <a:pt x="10" y="16"/>
                    <a:pt x="16" y="10"/>
                    <a:pt x="16" y="3"/>
                  </a:cubicBezTo>
                  <a:cubicBezTo>
                    <a:pt x="16" y="2"/>
                    <a:pt x="14" y="0"/>
                    <a:pt x="13" y="0"/>
                  </a:cubicBezTo>
                  <a:cubicBezTo>
                    <a:pt x="11" y="0"/>
                    <a:pt x="10" y="2"/>
                    <a:pt x="10" y="3"/>
                  </a:cubicBezTo>
                  <a:cubicBezTo>
                    <a:pt x="10" y="7"/>
                    <a:pt x="7" y="10"/>
                    <a:pt x="3" y="10"/>
                  </a:cubicBezTo>
                  <a:cubicBezTo>
                    <a:pt x="2" y="10"/>
                    <a:pt x="0" y="11"/>
                    <a:pt x="0" y="13"/>
                  </a:cubicBezTo>
                  <a:cubicBezTo>
                    <a:pt x="0" y="14"/>
                    <a:pt x="2" y="16"/>
                    <a:pt x="3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742;p48">
              <a:extLst>
                <a:ext uri="{FF2B5EF4-FFF2-40B4-BE49-F238E27FC236}">
                  <a16:creationId xmlns:a16="http://schemas.microsoft.com/office/drawing/2014/main" id="{C7E35D9B-D6B7-4124-8162-2BA64DF59133}"/>
                </a:ext>
              </a:extLst>
            </p:cNvPr>
            <p:cNvSpPr/>
            <p:nvPr/>
          </p:nvSpPr>
          <p:spPr>
            <a:xfrm>
              <a:off x="8104260" y="3265797"/>
              <a:ext cx="17649" cy="18753"/>
            </a:xfrm>
            <a:custGeom>
              <a:avLst/>
              <a:gdLst/>
              <a:ahLst/>
              <a:cxnLst/>
              <a:rect l="l" t="t" r="r" b="b"/>
              <a:pathLst>
                <a:path w="7" h="7" extrusionOk="0">
                  <a:moveTo>
                    <a:pt x="4" y="7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1" y="6"/>
                    <a:pt x="1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7" y="5"/>
                    <a:pt x="5" y="7"/>
                    <a:pt x="4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issertation Defense - Doctor of Philosophy (Ph.D.) in History by Slidesgo">
  <a:themeElements>
    <a:clrScheme name="Simple Light">
      <a:dk1>
        <a:srgbClr val="4B4739"/>
      </a:dk1>
      <a:lt1>
        <a:srgbClr val="745D28"/>
      </a:lt1>
      <a:dk2>
        <a:srgbClr val="FDF9ED"/>
      </a:dk2>
      <a:lt2>
        <a:srgbClr val="EEDFB8"/>
      </a:lt2>
      <a:accent1>
        <a:srgbClr val="D39306"/>
      </a:accent1>
      <a:accent2>
        <a:srgbClr val="B19951"/>
      </a:accent2>
      <a:accent3>
        <a:srgbClr val="BBAE88"/>
      </a:accent3>
      <a:accent4>
        <a:srgbClr val="FFFFFF"/>
      </a:accent4>
      <a:accent5>
        <a:srgbClr val="FFFFFF"/>
      </a:accent5>
      <a:accent6>
        <a:srgbClr val="FFFFFF"/>
      </a:accent6>
      <a:hlink>
        <a:srgbClr val="5549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650</Words>
  <Application>Microsoft Office PowerPoint</Application>
  <PresentationFormat>Presentación en pantalla (16:9)</PresentationFormat>
  <Paragraphs>85</Paragraphs>
  <Slides>17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Calibri</vt:lpstr>
      <vt:lpstr>DM Sans ExtraBold</vt:lpstr>
      <vt:lpstr>DM Sans</vt:lpstr>
      <vt:lpstr>Nunito</vt:lpstr>
      <vt:lpstr>Lato</vt:lpstr>
      <vt:lpstr>Nunito Light</vt:lpstr>
      <vt:lpstr>Arial</vt:lpstr>
      <vt:lpstr>Dissertation Defense - Doctor of Philosophy (Ph.D.) in History by Slidesgo</vt:lpstr>
      <vt:lpstr>TEORIAS DEL SUB DESARROLLO EN AMERICA LATINA</vt:lpstr>
      <vt:lpstr>Sub desarrollo en America Latina</vt:lpstr>
      <vt:lpstr>Teorias</vt:lpstr>
      <vt:lpstr>Teoria de la Modernización </vt:lpstr>
      <vt:lpstr>Teoria de la Modernización</vt:lpstr>
      <vt:lpstr>Principales factores</vt:lpstr>
      <vt:lpstr>Teoria de CEPAL</vt:lpstr>
      <vt:lpstr>CEPAL</vt:lpstr>
      <vt:lpstr>Teoria de CEPAL</vt:lpstr>
      <vt:lpstr>Divide a los países en:</vt:lpstr>
      <vt:lpstr>Principales aportes</vt:lpstr>
      <vt:lpstr>Teoria de la dependencia</vt:lpstr>
      <vt:lpstr>Teoria de la Dependencia</vt:lpstr>
      <vt:lpstr>Voces intelectuales</vt:lpstr>
      <vt:lpstr>Grupos de analisis</vt:lpstr>
      <vt:lpstr>¿Como superar el sub desarrollo?</vt:lpstr>
      <vt:lpstr>Como lograrlo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TEORIAS DEL SUB DESARROLLO EN AMERICA LATINA</dc:title>
  <dc:creator>Luis Alvarado</dc:creator>
  <cp:lastModifiedBy>Luis Alvarado</cp:lastModifiedBy>
  <cp:revision>33</cp:revision>
  <dcterms:modified xsi:type="dcterms:W3CDTF">2025-08-16T03:25:38Z</dcterms:modified>
</cp:coreProperties>
</file>